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dd8by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ycfnnn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0q7py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g57xui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ssg_w1k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6w9kekj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t4rrqsy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62w0y17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4kvv2i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sdrwts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fov5yh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z6_a98b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zjs80g8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53umt6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ep0ceh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