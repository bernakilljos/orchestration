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bvt0up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uf1x9mq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bpk1gu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2b6jrcj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kqw968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3er90xq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1kdw6mj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v10uld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4c50p5y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bbo0ph5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1v12w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9ej6r7u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