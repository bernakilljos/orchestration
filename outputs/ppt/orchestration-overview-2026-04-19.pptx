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2E86AB"/>
                </a:solidFill>
              </a:rPr>
              <a:t>Multi-AI Orchestration Kit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</a:rPr>
              <a:t>Claude + Codex + Gemini 오케스트레이션 킷</a:t>
            </a:r>
          </a:p>
          <a:p>
            <a:pPr algn="ctr"/>
            <a:r>
              <a:rPr sz="2200">
                <a:solidFill>
                  <a:srgbClr val="666666"/>
                </a:solidFill>
              </a:rPr>
              <a:t>21개 플러그인 · SoT sync · Quota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2026-04-19 · bernakilljos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1. 프로젝트 정체성</a:t>
            </a:r>
          </a:p>
        </p:txBody>
      </p:sp>
      <p:pic>
        <p:nvPicPr>
          <p:cNvPr id="3" name="Picture 2" descr="01-kit-vs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330158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2. 아키텍처 — 코어 + 응용 레이어</a:t>
            </a:r>
          </a:p>
        </p:txBody>
      </p:sp>
      <p:pic>
        <p:nvPicPr>
          <p:cNvPr id="3" name="Picture 2" descr="02-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94184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3. 21개 플러그인 카탈로그</a:t>
            </a:r>
          </a:p>
        </p:txBody>
      </p:sp>
      <p:pic>
        <p:nvPicPr>
          <p:cNvPr id="3" name="Picture 2" descr="03-cata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25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4. 핵심 플러그인 5개 — 용도 &amp;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73E1D"/>
                </a:solidFill>
              </a:rPr>
              <a:t>exec_orch</a:t>
            </a:r>
          </a:p>
          <a:p>
            <a:r>
              <a:rPr sz="1000">
                <a:solidFill>
                  <a:srgbClr val="666666"/>
                </a:solidFill>
              </a:rPr>
              <a:t>멀티AI 오케스트레이션 엔진 (코어)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1887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/check-agents  워커 상태</a:t>
            </a:r>
          </a:p>
          <a:p>
            <a:r>
              <a:rPr sz="1200">
                <a:latin typeface="Consolas"/>
              </a:rPr>
              <a:t>/status  통합 대시보드</a:t>
            </a:r>
          </a:p>
          <a:p>
            <a:r>
              <a:rPr sz="1200">
                <a:latin typeface="Consolas"/>
              </a:rPr>
              <a:t>/godmode  공격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7A773"/>
                </a:solidFill>
              </a:rPr>
              <a:t>review_qa</a:t>
            </a:r>
          </a:p>
          <a:p>
            <a:r>
              <a:rPr sz="1000">
                <a:solidFill>
                  <a:srgbClr val="666666"/>
                </a:solidFill>
              </a:rPr>
              <a:t>코드 리뷰·보안·품질·테스트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5146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/check  종합</a:t>
            </a:r>
          </a:p>
          <a:p>
            <a:r>
              <a:rPr sz="1200">
                <a:latin typeface="Consolas"/>
              </a:rPr>
              <a:t>/security  OWASP</a:t>
            </a:r>
          </a:p>
          <a:p>
            <a:r>
              <a:rPr sz="1200">
                <a:latin typeface="Consolas"/>
              </a:rPr>
              <a:t>/performance  CWV</a:t>
            </a:r>
          </a:p>
          <a:p>
            <a:r>
              <a:rPr sz="1200">
                <a:latin typeface="Consolas"/>
              </a:rPr>
              <a:t>/screenshot  UI 회귀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18F01"/>
                </a:solidFill>
              </a:rPr>
              <a:t>design_ppt</a:t>
            </a:r>
          </a:p>
          <a:p>
            <a:r>
              <a:rPr sz="1000">
                <a:solidFill>
                  <a:srgbClr val="666666"/>
                </a:solidFill>
              </a:rPr>
              <a:t>PPT 자동 생성 (Canva·Figma·Gamma)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8404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/make-ppt "주제" 20</a:t>
            </a:r>
          </a:p>
          <a:p>
            <a:r>
              <a:rPr sz="1200">
                <a:latin typeface="Consolas"/>
              </a:rPr>
              <a:t>/ai-system-stages</a:t>
            </a:r>
          </a:p>
          <a:p>
            <a:r>
              <a:rPr sz="1200">
                <a:latin typeface="Consolas"/>
              </a:rPr>
              <a:t>/ppt-install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AB"/>
                </a:solidFill>
              </a:rPr>
              <a:t>exec_session_guard</a:t>
            </a:r>
          </a:p>
          <a:p>
            <a:r>
              <a:rPr sz="1000">
                <a:solidFill>
                  <a:srgbClr val="666666"/>
                </a:solidFill>
              </a:rPr>
              <a:t>토큰·세션 안전 (스냅샷 자동)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166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/guard-save  즉시 저장</a:t>
            </a:r>
          </a:p>
          <a:p>
            <a:r>
              <a:rPr sz="1200">
                <a:latin typeface="Consolas"/>
              </a:rPr>
              <a:t>/token-stats --today</a:t>
            </a:r>
          </a:p>
          <a:p>
            <a:r>
              <a:rPr sz="1200">
                <a:latin typeface="Consolas"/>
              </a:rPr>
              <a:t>Stop/PreCompact 훅 자동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A23B72"/>
                </a:solidFill>
              </a:rPr>
              <a:t>exec_voice</a:t>
            </a:r>
          </a:p>
          <a:p>
            <a:r>
              <a:rPr sz="1000">
                <a:solidFill>
                  <a:srgbClr val="666666"/>
                </a:solidFill>
              </a:rPr>
              <a:t>음성 STT·TTS·회의록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64922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/transcribe file</a:t>
            </a:r>
          </a:p>
          <a:p>
            <a:r>
              <a:rPr sz="1200">
                <a:latin typeface="Consolas"/>
              </a:rPr>
              <a:t>/speak text</a:t>
            </a:r>
          </a:p>
          <a:p>
            <a:r>
              <a:rPr sz="1200">
                <a:latin typeface="Consolas"/>
              </a:rPr>
              <a:t>/meeting record.wav</a:t>
            </a:r>
          </a:p>
          <a:p>
            <a:r>
              <a:rPr sz="1200">
                <a:latin typeface="Consolas"/>
              </a:rPr>
              <a:t>/voice-task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5. 멀티AI 라우팅 v2</a:t>
            </a:r>
          </a:p>
        </p:txBody>
      </p:sp>
      <p:pic>
        <p:nvPicPr>
          <p:cNvPr id="3" name="Picture 2" descr="04-rou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9877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6. 로드맵 — 40개 플러그인 목표</a:t>
            </a:r>
          </a:p>
        </p:txBody>
      </p:sp>
      <p:pic>
        <p:nvPicPr>
          <p:cNvPr id="3" name="Picture 2" descr="05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955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7. 사용 시나리오 — 실전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</a:rPr>
              <a:t>새 기능 개발 (LARGE)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9144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1. Claude 가 task-instruction.md 작성</a:t>
            </a:r>
          </a:p>
          <a:p>
            <a:r>
              <a:rPr sz="1200"/>
              <a:t>2. Codex 4대 병렬 구현</a:t>
            </a:r>
          </a:p>
          <a:p>
            <a:r>
              <a:rPr sz="1200"/>
              <a:t>3. Claude 보완</a:t>
            </a:r>
          </a:p>
          <a:p>
            <a:r>
              <a:rPr sz="1200"/>
              <a:t>4. Gemini 2대 검증</a:t>
            </a:r>
          </a:p>
          <a:p>
            <a:r>
              <a:rPr sz="1200"/>
              <a:t>5.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4114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</a:rPr>
              <a:t>빠른 버그 수정 (SMALL)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063240"/>
            <a:ext cx="9144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1. Claude 직접 구현 (task 파일 불필요)</a:t>
            </a:r>
          </a:p>
          <a:p>
            <a:r>
              <a:rPr sz="1200"/>
              <a:t>2. /check 로 빠른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4114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</a:rPr>
              <a:t>문서·PPT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754880"/>
            <a:ext cx="9144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1. /make-ppt "제목" 슬라이드수</a:t>
            </a:r>
          </a:p>
          <a:p>
            <a:r>
              <a:rPr sz="1200"/>
              <a:t>2. Canva + Mermaid + Figma 자동 삽입</a:t>
            </a:r>
          </a:p>
          <a:p>
            <a:r>
              <a:rPr sz="1200"/>
              <a:t>3. outputs/ppt/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4114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</a:rPr>
              <a:t>API 한도 초과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46520"/>
            <a:ext cx="9144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1. codex-quota-check.sh 자동 감지</a:t>
            </a:r>
          </a:p>
          <a:p>
            <a:r>
              <a:rPr sz="1200"/>
              <a:t>2. .claude/state/codex-quota-exceeded 플래그</a:t>
            </a:r>
          </a:p>
          <a:p>
            <a:r>
              <a:rPr sz="1200"/>
              <a:t>3. Claude 직접 fallback (TTL 3h)</a:t>
            </a:r>
          </a:p>
          <a:p>
            <a:r>
              <a:rPr sz="1200"/>
              <a:t>4. 수동 해제: --clear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GitHub · github.com/bernakilljos/orchestration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600"/>
              <a:t>현재 커밋: 38b1a4d (main)</a:t>
            </a:r>
          </a:p>
          <a:p>
            <a:pPr algn="ctr"/>
            <a:r>
              <a:rPr sz="1600"/>
              <a:t>커밋 수 (오늘): 8개</a:t>
            </a:r>
          </a:p>
          <a:p>
            <a:pPr algn="ctr"/>
            <a:r>
              <a:rPr sz="1600"/>
              <a:t>플러그인: 21개 (14 stable + 7 spec)</a:t>
            </a:r>
          </a:p>
          <a:p>
            <a:pPr algn="ctr"/>
            <a:r>
              <a:rPr sz="1600"/>
              <a:t>스크립트: 17개 (sync·validate·install·worker-health 등)</a:t>
            </a:r>
          </a:p>
          <a:p>
            <a:pPr algn="ctr"/>
            <a:r>
              <a:rPr sz="1600"/>
              <a:t>공유 규칙: 5개 (.claude/rules/)</a:t>
            </a:r>
          </a:p>
          <a:p>
            <a:pPr algn="ctr"/>
            <a:r>
              <a:rPr sz="1600"/>
              <a:t>설계 문서: 4개 (로드맵·플러그인·architecture-patterns·guide)</a:t>
            </a:r>
          </a:p>
          <a:p>
            <a:pPr algn="ctr"/>
          </a:p>
          <a:p>
            <a:pPr algn="ctr"/>
            <a:r>
              <a:rPr sz="1600"/>
              <a:t>실제 구현은 install 후 플랫폼에서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