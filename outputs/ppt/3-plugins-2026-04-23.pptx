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Plugins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21 개 플러그인 — 시나리오별·카테고리별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orchestration_v1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1.  plugins/ 구조 — SoT 패턴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2.  4 카테고리 — exec / mcp / design / review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3.  exec_  계열 — 실행·라우팅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4.  mcp_   계열 — 외부 도구 설치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5.  design_ 계열 — 문서·시각 생성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6.  시나리오 1: 큰 코드 구현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7.  시나리오 2: 인터랙티브 결과물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8.  시나리오 3: 발표·다이어그램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9.  시나리오 4: 음성·자동화·로컬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10. 새 플러그인 만들기 — _template/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plugins/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Single Source of Truth — 편집은 plugins/ 에서만.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.claude/ 는 sync 결과물 (자동 생성).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1. plugins/ 구조 — SoT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plugins/                     ←  편집은 여기만 (Source of Truth)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exec_orch/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plugin.json              ←  메타데이터·의존성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README.md                ←  사용법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SPEC.md                  ←  상세 스펙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commands/*.md            ←  슬래시 커맨드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skills/*.md              ←  자동 활성화 스킬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hooks/*.sh               ←  라이프사이클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scripts/                 ←  보조 스크립트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agents/*.md              ←  서브에이전트 정의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.claude/                     ←  sync 결과물 (자동, 직접 편집 ❌)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commands/  skills/  hooks/  agents/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동기화: bash .claude/scripts/sync-plugins.sh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4 카테고리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용도별로 4 그룹 — exec / mcp / design /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2. 4 카테고리 한 장 보기</a:t>
            </a:r>
          </a:p>
        </p:txBody>
      </p:sp>
      <p:sp>
        <p:nvSpPr>
          <p:cNvPr id="4" name="Oval 3"/>
          <p:cNvSpPr/>
          <p:nvPr/>
        </p:nvSpPr>
        <p:spPr>
          <a:xfrm>
            <a:off x="5458968" y="3017520"/>
            <a:ext cx="1280160" cy="128016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8" y="3017520"/>
            <a:ext cx="128016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Plugins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exec_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9048" y="1417320.0"/>
            <a:ext cx="27432.0" cy="224028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73736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7373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orch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4028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2402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claude (NEW)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74320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74320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voice·learning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mcp_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1554480.0" y="3611880.0"/>
            <a:ext cx="4544568.0" cy="4572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93192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dev·collab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data·docs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media·web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338328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38328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design_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099048" y="3611880.0"/>
            <a:ext cx="4599432.0" cy="4572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0" y="393192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393192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ppt·pdf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43484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44348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excel·word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493776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49377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web·video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5486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5486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review_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9048" y="3657600"/>
            <a:ext cx="27432.0" cy="20574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29200" y="6035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6035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qa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6537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6537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(미래)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7040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7040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(미래)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exec_  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실행·라우팅·세션 관리.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3. exec_ 계열 — 실행 코어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exec_orch          멀티AI 라우팅 엔진 (Claude+Codex+Gemini)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/exec_status  /check-agents  /orcauto-start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exec_claude  ★NEW  Claude 깊이 활용 (이번에 추가)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/claude-status  /claude-ask  /claude-artifact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/claude-connectors  /claude-thinking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exec_learning      세션 학습·실패 패턴 축적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/learn  /recall  /summarize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exec_session_guard 토큰 소진 대비 자동 스냅샷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/guard-save  /token-stats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exec_voice         음성 STT·TTS·회의록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/transcribe  /speak  /meeting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mcp_  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MCP 서버 일괄 설치 허브 — 그룹별로 한 번에.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4. mcp_ 계열 — 외부 도구 설치 허브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mcp_dev          GitHub·GitLab·Docker·K8s·AWS·Firebase·Vercel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mcp_collab       Slack·Notion·Jira·Trello·Gmail·Google Calendar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mcp_data         MySQL·PostgreSQL·MongoDB·BigQuery·Sheets·Airtable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mcp_docs         PDF·DOCX·OCR (Tesseract)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mcp_media        Whisper(STT)·TTS·FFmpeg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mcp_web          Playwright·Puppeteer·Selenium·Apify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mcp_queue        Kafka·RabbitMQ·Redis·SQS  (스펙)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mcp_social       YouTube Data API v3       (스펙)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사용: /mcp_dev-install   →  설치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/mcp_dev-status   →  상태 확인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/plug_all          →  7 그룹 일괄 설치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design_ 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문서·시각 결과물 자동 생성.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5. design_ 계열 — 결과물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design_ppt    PPT (Canva·Figma·Gamma 통합)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/make-ppt  /design_ppt  /ai-system-stages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/arch-mindmap  /arch-auto  ★ NEW (다이어그램)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design_pdf    PDF 양식·서명·암호화·변환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/pdf-fill  /pdf-generate  /pdf-secure  /pdf-sign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/arch-layered  /arch-cheatsheet  ★ NEW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design_excel  Excel + 차트 + Sheets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/excel-make  /excel-status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design_word   Word + python-docx + Mermaid + PDF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/word-make  /word-status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design_web    랜딩·블로그·포트폴리오·SEO 메타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시나리오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큰 코드 구현 — 500 줄 이상 신규 모듈.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6. 시나리오 1 — 큰 코드 구현 워크플로우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사용자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"전체 결제 모듈 만들어줘.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Next.js 14, Stripe, Webhook"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53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82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(Opus)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task-instruction.md 작성.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아키텍처 결정·파일 분할.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333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05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Codex ×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2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병렬 구현 (codex-auto).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각 워커가 모듈별 1 차 코드.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148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2519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519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(Sonnet)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결과 보완·통합.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에러 처리·테스트.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8160" y="41148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65320" y="42519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5320" y="42519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8240" y="42519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Gemini Flash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1040" y="47548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검증·리뷰·보안 점검.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저단가 마지막 게이트.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360" y="41148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70520" y="42519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0520" y="42519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3440" y="42519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→ 사용자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6240" y="47548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최종 보고 + git push 제안.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시나리오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인터랙티브 결과물 — 단순 PDF 가 아닌 클릭 가능한 HTML.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7. 시나리오 2 — 인터랙티브 결과물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[사용자]   "분기별 매출 대시보드 만들어줘. 인터랙티브로"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[Claude]   skill-claude-artifact 활성화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타입 추론: dashboard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Chart.js 단일 HTML 생성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outputs/artifacts/dashboard-매출-2026-04-23.html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[결과]     단일 HTML 파일 (외부 의존: CDN 만)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·  더블클릭 → 브라우저에서 즉시 동작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·  모바일 반응형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·  다크/라이트 자동 감지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·  100KB 이하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관련 커맨드: /claude-artifact dashboard &lt;topic&gt;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시나리오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발표·다이어그램 — 한 장에 핵심을 담는 그림.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8. 시나리오 3 — 발표·다이어그램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[사용자]   "우리 킷 전체 구조 그림으로 만들어줘"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[Claude]   /arch-auto orchestration_v1 자동 실행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주제 분석: "여러 영역 전체뷰" → mindmap 선택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Mermaid mindmap 생성 → PNG 렌더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→  outputs/arch/mindmap-orchestration_v1-2026-04-23.png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[패턴 선택지]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/arch-mindmap     방사형 (전체 영역)        — 발표·SNS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/arch-layered     레이어 케이크 (계층)      — 기술 문서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/arch-cheatsheet  3 컬럼 (빠른 참조)        — 온보딩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/arch-auto        주제 보고 자동 판단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[발표 자료 풀세트]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/ai-system-stages   AI 시스템 6 단계 PPT 자동 생성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시나리오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음성 인터페이스 + 로컬 LLM 으로 비용 0 운영.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9. 시나리오 4 — 음성·로컬·자동화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[음성으로 작업 의뢰]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/voice-task          말한 내용 → task-instruction.md 자동 작성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/transcribe          음성 파일 → 텍스트 (Whisper)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/speak               결과 읽어주기 (edge-tts)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[로컬 LLM 으로 비용 0]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/exec_offline-setup    Ollama + ChromaDB + Phoenix 일괄 설치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/exec_offline-route    API vs 로컬 라우팅 (비용 임계 기준)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/exec_offline-model    Llama·Gemma·Mistral 다운로드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[스케줄·자동화]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/exec_scheduler-cron    YAML 선언형 크론 잡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/exec_scheduler-workflow DAG 워크플로우 정의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/vibe-loop              멀티에이전트 자동 루프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새 플러그인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_template/ 복사 → 편집 → sync.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10. 새 플러그인 만들기 — 5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1.  cp -r plugins/_template plugins/&lt;my_plugin&gt;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2.  plugin.json 수정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{"name":"my_plugin", "display":"...", "prefix":"my_", ...}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3.  commands/ skills/ 채우기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각 .md 에 frontmatter (name·description) + 본문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4.  bash .claude/scripts/sync-plugins.sh --dry  (미리보기)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bash .claude/scripts/sync-plugins.sh        (실제)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5.  검증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python .claude/scripts/validate-plugin-schema.py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/help my_plugin  → 정상 등록 확인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참조: .claude/rules/plugin-structure.md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전체 슬래시 커맨드: /help · 플러그인별: /help &lt;name&gt;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orchestration_v1 ·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