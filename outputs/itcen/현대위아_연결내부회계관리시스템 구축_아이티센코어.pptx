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3.jpg" ContentType="image/jp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6"/>
  </p:notesMasterIdLst>
  <p:sldIdLst>
    <p:sldId id="257" r:id="rId5"/>
    <p:sldId id="304" r:id="rId6"/>
    <p:sldId id="260" r:id="rId7"/>
    <p:sldId id="478" r:id="rId8"/>
    <p:sldId id="479" r:id="rId9"/>
    <p:sldId id="480" r:id="rId10"/>
    <p:sldId id="331" r:id="rId11"/>
    <p:sldId id="520" r:id="rId12"/>
    <p:sldId id="369" r:id="rId13"/>
    <p:sldId id="483" r:id="rId14"/>
    <p:sldId id="486" r:id="rId15"/>
    <p:sldId id="489" r:id="rId16"/>
    <p:sldId id="490" r:id="rId17"/>
    <p:sldId id="536" r:id="rId18"/>
    <p:sldId id="491" r:id="rId19"/>
    <p:sldId id="452" r:id="rId20"/>
    <p:sldId id="492" r:id="rId21"/>
    <p:sldId id="493" r:id="rId22"/>
    <p:sldId id="509" r:id="rId23"/>
    <p:sldId id="541" r:id="rId24"/>
    <p:sldId id="494" r:id="rId25"/>
    <p:sldId id="547" r:id="rId26"/>
    <p:sldId id="495" r:id="rId27"/>
    <p:sldId id="496" r:id="rId28"/>
    <p:sldId id="548" r:id="rId29"/>
    <p:sldId id="549" r:id="rId30"/>
    <p:sldId id="497" r:id="rId31"/>
    <p:sldId id="550" r:id="rId32"/>
    <p:sldId id="551" r:id="rId33"/>
    <p:sldId id="552" r:id="rId34"/>
    <p:sldId id="539" r:id="rId35"/>
    <p:sldId id="498" r:id="rId36"/>
    <p:sldId id="499" r:id="rId37"/>
    <p:sldId id="370" r:id="rId38"/>
    <p:sldId id="500" r:id="rId39"/>
    <p:sldId id="514" r:id="rId40"/>
    <p:sldId id="527" r:id="rId41"/>
    <p:sldId id="531" r:id="rId42"/>
    <p:sldId id="526" r:id="rId43"/>
    <p:sldId id="516" r:id="rId44"/>
    <p:sldId id="517" r:id="rId45"/>
    <p:sldId id="518" r:id="rId46"/>
    <p:sldId id="525" r:id="rId47"/>
    <p:sldId id="381" r:id="rId48"/>
    <p:sldId id="501" r:id="rId49"/>
    <p:sldId id="457" r:id="rId50"/>
    <p:sldId id="529" r:id="rId51"/>
    <p:sldId id="391" r:id="rId52"/>
    <p:sldId id="510" r:id="rId53"/>
    <p:sldId id="511" r:id="rId54"/>
    <p:sldId id="515" r:id="rId55"/>
    <p:sldId id="543" r:id="rId56"/>
    <p:sldId id="554" r:id="rId57"/>
    <p:sldId id="555" r:id="rId58"/>
    <p:sldId id="556" r:id="rId59"/>
    <p:sldId id="557" r:id="rId60"/>
    <p:sldId id="558" r:id="rId61"/>
    <p:sldId id="559" r:id="rId62"/>
    <p:sldId id="560" r:id="rId63"/>
    <p:sldId id="330" r:id="rId64"/>
    <p:sldId id="481" r:id="rId65"/>
    <p:sldId id="476" r:id="rId66"/>
    <p:sldId id="505" r:id="rId67"/>
    <p:sldId id="336" r:id="rId68"/>
    <p:sldId id="380" r:id="rId69"/>
    <p:sldId id="335" r:id="rId70"/>
    <p:sldId id="466" r:id="rId71"/>
    <p:sldId id="542" r:id="rId72"/>
    <p:sldId id="333" r:id="rId73"/>
    <p:sldId id="519" r:id="rId74"/>
    <p:sldId id="375" r:id="rId75"/>
  </p:sldIdLst>
  <p:sldSz cx="9906000" cy="6858000" type="A4"/>
  <p:notesSz cx="9939338" cy="6807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DEBFF"/>
    <a:srgbClr val="0032A0"/>
    <a:srgbClr val="4C75C8"/>
    <a:srgbClr val="0040BD"/>
    <a:srgbClr val="6B97CF"/>
    <a:srgbClr val="002678"/>
    <a:srgbClr val="9F9F9F"/>
    <a:srgbClr val="D9D9D9"/>
    <a:srgbClr val="3C5F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21" autoAdjust="0"/>
    <p:restoredTop sz="96242" autoAdjust="0"/>
  </p:normalViewPr>
  <p:slideViewPr>
    <p:cSldViewPr showGuides="1">
      <p:cViewPr varScale="1">
        <p:scale>
          <a:sx n="82" d="100"/>
          <a:sy n="82" d="100"/>
        </p:scale>
        <p:origin x="1440" y="72"/>
      </p:cViewPr>
      <p:guideLst/>
    </p:cSldViewPr>
  </p:slideViewPr>
  <p:outlineViewPr>
    <p:cViewPr>
      <p:scale>
        <a:sx n="33" d="100"/>
        <a:sy n="33" d="100"/>
      </p:scale>
      <p:origin x="0" y="-1067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12" d="100"/>
          <a:sy n="112" d="100"/>
        </p:scale>
        <p:origin x="2220" y="90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백수완" userId="f289e55a-4c5f-4a04-87b1-c07dd3c71619" providerId="ADAL" clId="{789342CA-9E3F-4F54-8A1F-88B3ED1930D2}"/>
    <pc:docChg chg="undo redo custSel modSld">
      <pc:chgData name="백수완" userId="f289e55a-4c5f-4a04-87b1-c07dd3c71619" providerId="ADAL" clId="{789342CA-9E3F-4F54-8A1F-88B3ED1930D2}" dt="2025-05-15T08:25:42.829" v="331" actId="478"/>
      <pc:docMkLst>
        <pc:docMk/>
      </pc:docMkLst>
      <pc:sldChg chg="addSp delSp modSp mod">
        <pc:chgData name="백수완" userId="f289e55a-4c5f-4a04-87b1-c07dd3c71619" providerId="ADAL" clId="{789342CA-9E3F-4F54-8A1F-88B3ED1930D2}" dt="2025-05-15T08:25:42.829" v="331" actId="478"/>
        <pc:sldMkLst>
          <pc:docMk/>
          <pc:sldMk cId="419050486" sldId="271"/>
        </pc:sldMkLst>
      </pc:sldChg>
      <pc:sldChg chg="addSp delSp modSp mod">
        <pc:chgData name="백수완" userId="f289e55a-4c5f-4a04-87b1-c07dd3c71619" providerId="ADAL" clId="{789342CA-9E3F-4F54-8A1F-88B3ED1930D2}" dt="2025-05-15T08:07:13.339" v="35" actId="20577"/>
        <pc:sldMkLst>
          <pc:docMk/>
          <pc:sldMk cId="658925816" sldId="283"/>
        </pc:sldMkLst>
        <pc:spChg chg="mod">
          <ac:chgData name="백수완" userId="f289e55a-4c5f-4a04-87b1-c07dd3c71619" providerId="ADAL" clId="{789342CA-9E3F-4F54-8A1F-88B3ED1930D2}" dt="2025-05-15T08:06:58.409" v="2"/>
          <ac:spMkLst>
            <pc:docMk/>
            <pc:sldMk cId="658925816" sldId="283"/>
            <ac:spMk id="10" creationId="{D373A434-5176-3EA4-CABD-4E55CCD0F0E5}"/>
          </ac:spMkLst>
        </pc:spChg>
      </pc:sldChg>
    </pc:docChg>
  </pc:docChgLst>
  <pc:docChgLst>
    <pc:chgData name="백수완" userId="f289e55a-4c5f-4a04-87b1-c07dd3c71619" providerId="ADAL" clId="{F37B6AE7-2905-4AF7-9A41-E50003003A8E}"/>
    <pc:docChg chg="modSld">
      <pc:chgData name="백수완" userId="f289e55a-4c5f-4a04-87b1-c07dd3c71619" providerId="ADAL" clId="{F37B6AE7-2905-4AF7-9A41-E50003003A8E}" dt="2025-05-16T08:26:11.957" v="0" actId="2085"/>
      <pc:docMkLst>
        <pc:docMk/>
      </pc:docMkLst>
      <pc:sldChg chg="modSp mod">
        <pc:chgData name="백수완" userId="f289e55a-4c5f-4a04-87b1-c07dd3c71619" providerId="ADAL" clId="{F37B6AE7-2905-4AF7-9A41-E50003003A8E}" dt="2025-05-16T08:26:11.957" v="0" actId="2085"/>
        <pc:sldMkLst>
          <pc:docMk/>
          <pc:sldMk cId="3055951960" sldId="268"/>
        </pc:sldMkLst>
        <pc:spChg chg="mod">
          <ac:chgData name="백수완" userId="f289e55a-4c5f-4a04-87b1-c07dd3c71619" providerId="ADAL" clId="{F37B6AE7-2905-4AF7-9A41-E50003003A8E}" dt="2025-05-16T08:26:11.957" v="0" actId="2085"/>
          <ac:spMkLst>
            <pc:docMk/>
            <pc:sldMk cId="3055951960" sldId="268"/>
            <ac:spMk id="22" creationId="{F2B278C7-4B19-4596-CCAF-19C65F0A98DB}"/>
          </ac:spMkLst>
        </pc:spChg>
      </pc:sldChg>
    </pc:docChg>
  </pc:docChgLst>
  <pc:docChgLst>
    <pc:chgData name="백수완" userId="f289e55a-4c5f-4a04-87b1-c07dd3c71619" providerId="ADAL" clId="{0A9F52BE-9E01-49CD-96E2-5AAEE2638EBC}"/>
    <pc:docChg chg="modSld">
      <pc:chgData name="백수완" userId="f289e55a-4c5f-4a04-87b1-c07dd3c71619" providerId="ADAL" clId="{0A9F52BE-9E01-49CD-96E2-5AAEE2638EBC}" dt="2025-05-19T01:07:02.757" v="11" actId="207"/>
      <pc:docMkLst>
        <pc:docMk/>
      </pc:docMkLst>
      <pc:sldChg chg="modSp mod">
        <pc:chgData name="백수완" userId="f289e55a-4c5f-4a04-87b1-c07dd3c71619" providerId="ADAL" clId="{0A9F52BE-9E01-49CD-96E2-5AAEE2638EBC}" dt="2025-05-19T01:07:02.757" v="11" actId="207"/>
        <pc:sldMkLst>
          <pc:docMk/>
          <pc:sldMk cId="3445510507" sldId="296"/>
        </pc:sldMkLst>
        <pc:spChg chg="mod">
          <ac:chgData name="백수완" userId="f289e55a-4c5f-4a04-87b1-c07dd3c71619" providerId="ADAL" clId="{0A9F52BE-9E01-49CD-96E2-5AAEE2638EBC}" dt="2025-05-19T01:05:46.117" v="5" actId="20577"/>
          <ac:spMkLst>
            <pc:docMk/>
            <pc:sldMk cId="3445510507" sldId="296"/>
            <ac:spMk id="28" creationId="{9B1131C8-6E1C-DB0C-F69D-55FB4B7A96A6}"/>
          </ac:spMkLst>
        </pc:spChg>
        <pc:spChg chg="mod">
          <ac:chgData name="백수완" userId="f289e55a-4c5f-4a04-87b1-c07dd3c71619" providerId="ADAL" clId="{0A9F52BE-9E01-49CD-96E2-5AAEE2638EBC}" dt="2025-05-19T01:07:02.757" v="11" actId="207"/>
          <ac:spMkLst>
            <pc:docMk/>
            <pc:sldMk cId="3445510507" sldId="296"/>
            <ac:spMk id="33" creationId="{285497DC-9316-B4AD-28D2-B1BCF688D9E3}"/>
          </ac:spMkLst>
        </pc:spChg>
        <pc:graphicFrameChg chg="mod">
          <ac:chgData name="백수완" userId="f289e55a-4c5f-4a04-87b1-c07dd3c71619" providerId="ADAL" clId="{0A9F52BE-9E01-49CD-96E2-5AAEE2638EBC}" dt="2025-05-19T01:06:56.477" v="10"/>
          <ac:graphicFrameMkLst>
            <pc:docMk/>
            <pc:sldMk cId="3445510507" sldId="296"/>
            <ac:graphicFrameMk id="22" creationId="{E41C4E09-4B7A-7EFD-33EF-DFB672F249A0}"/>
          </ac:graphicFrameMkLst>
        </pc:graphicFrameChg>
      </pc:sldChg>
    </pc:docChg>
  </pc:docChgLst>
  <pc:docChgLst>
    <pc:chgData name="백수완" userId="f289e55a-4c5f-4a04-87b1-c07dd3c71619" providerId="ADAL" clId="{EA560546-7D13-48E4-93C1-779B394FB9D3}"/>
    <pc:docChg chg="modSld">
      <pc:chgData name="백수완" userId="f289e55a-4c5f-4a04-87b1-c07dd3c71619" providerId="ADAL" clId="{EA560546-7D13-48E4-93C1-779B394FB9D3}" dt="2025-05-19T01:11:29.045" v="3" actId="20577"/>
      <pc:docMkLst>
        <pc:docMk/>
      </pc:docMkLst>
      <pc:sldChg chg="modSp mod">
        <pc:chgData name="백수완" userId="f289e55a-4c5f-4a04-87b1-c07dd3c71619" providerId="ADAL" clId="{EA560546-7D13-48E4-93C1-779B394FB9D3}" dt="2025-05-19T01:11:29.045" v="3" actId="20577"/>
        <pc:sldMkLst>
          <pc:docMk/>
          <pc:sldMk cId="2684221587" sldId="293"/>
        </pc:sldMkLst>
        <pc:spChg chg="mod">
          <ac:chgData name="백수완" userId="f289e55a-4c5f-4a04-87b1-c07dd3c71619" providerId="ADAL" clId="{EA560546-7D13-48E4-93C1-779B394FB9D3}" dt="2025-05-19T01:11:29.045" v="3" actId="20577"/>
          <ac:spMkLst>
            <pc:docMk/>
            <pc:sldMk cId="2684221587" sldId="293"/>
            <ac:spMk id="68" creationId="{102B1423-D4C4-B036-E442-BD11397D6438}"/>
          </ac:spMkLst>
        </pc:spChg>
      </pc:sldChg>
    </pc:docChg>
  </pc:docChgLst>
  <pc:docChgLst>
    <pc:chgData name="백수완" userId="f289e55a-4c5f-4a04-87b1-c07dd3c71619" providerId="ADAL" clId="{FB9E5E05-F6DC-4BE1-A7BD-8C1D85512AC2}"/>
    <pc:docChg chg="undo custSel addSld delSld modSld">
      <pc:chgData name="백수완" userId="f289e55a-4c5f-4a04-87b1-c07dd3c71619" providerId="ADAL" clId="{FB9E5E05-F6DC-4BE1-A7BD-8C1D85512AC2}" dt="2025-05-20T06:51:44.401" v="126" actId="20577"/>
      <pc:docMkLst>
        <pc:docMk/>
      </pc:docMkLst>
      <pc:sldChg chg="del">
        <pc:chgData name="백수완" userId="f289e55a-4c5f-4a04-87b1-c07dd3c71619" providerId="ADAL" clId="{FB9E5E05-F6DC-4BE1-A7BD-8C1D85512AC2}" dt="2025-05-20T06:20:47.261" v="2" actId="2696"/>
        <pc:sldMkLst>
          <pc:docMk/>
          <pc:sldMk cId="3756106969" sldId="265"/>
        </pc:sldMkLst>
      </pc:sldChg>
      <pc:sldChg chg="add">
        <pc:chgData name="백수완" userId="f289e55a-4c5f-4a04-87b1-c07dd3c71619" providerId="ADAL" clId="{FB9E5E05-F6DC-4BE1-A7BD-8C1D85512AC2}" dt="2025-05-20T06:20:50.246" v="3"/>
        <pc:sldMkLst>
          <pc:docMk/>
          <pc:sldMk cId="3842108078" sldId="265"/>
        </pc:sldMkLst>
      </pc:sldChg>
      <pc:sldChg chg="modSp mod">
        <pc:chgData name="백수완" userId="f289e55a-4c5f-4a04-87b1-c07dd3c71619" providerId="ADAL" clId="{FB9E5E05-F6DC-4BE1-A7BD-8C1D85512AC2}" dt="2025-05-20T06:48:44.006" v="6" actId="20577"/>
        <pc:sldMkLst>
          <pc:docMk/>
          <pc:sldMk cId="4151578895" sldId="266"/>
        </pc:sldMkLst>
        <pc:spChg chg="mod">
          <ac:chgData name="백수완" userId="f289e55a-4c5f-4a04-87b1-c07dd3c71619" providerId="ADAL" clId="{FB9E5E05-F6DC-4BE1-A7BD-8C1D85512AC2}" dt="2025-05-20T06:48:44.006" v="6" actId="20577"/>
          <ac:spMkLst>
            <pc:docMk/>
            <pc:sldMk cId="4151578895" sldId="266"/>
            <ac:spMk id="4" creationId="{C1D8DB33-CCDE-5908-8257-6DC196E06AEE}"/>
          </ac:spMkLst>
        </pc:spChg>
      </pc:sldChg>
      <pc:sldChg chg="modSp mod">
        <pc:chgData name="백수완" userId="f289e55a-4c5f-4a04-87b1-c07dd3c71619" providerId="ADAL" clId="{FB9E5E05-F6DC-4BE1-A7BD-8C1D85512AC2}" dt="2025-05-20T06:48:15.639" v="4" actId="20577"/>
        <pc:sldMkLst>
          <pc:docMk/>
          <pc:sldMk cId="314214132" sldId="270"/>
        </pc:sldMkLst>
        <pc:spChg chg="mod">
          <ac:chgData name="백수완" userId="f289e55a-4c5f-4a04-87b1-c07dd3c71619" providerId="ADAL" clId="{FB9E5E05-F6DC-4BE1-A7BD-8C1D85512AC2}" dt="2025-05-20T06:48:15.639" v="4" actId="20577"/>
          <ac:spMkLst>
            <pc:docMk/>
            <pc:sldMk cId="314214132" sldId="270"/>
            <ac:spMk id="10" creationId="{36113BDF-2377-8C61-5224-C8B63D26A407}"/>
          </ac:spMkLst>
        </pc:spChg>
      </pc:sldChg>
      <pc:sldChg chg="del">
        <pc:chgData name="백수완" userId="f289e55a-4c5f-4a04-87b1-c07dd3c71619" providerId="ADAL" clId="{FB9E5E05-F6DC-4BE1-A7BD-8C1D85512AC2}" dt="2025-05-20T06:20:43.052" v="0" actId="2696"/>
        <pc:sldMkLst>
          <pc:docMk/>
          <pc:sldMk cId="419050486" sldId="271"/>
        </pc:sldMkLst>
      </pc:sldChg>
      <pc:sldChg chg="add">
        <pc:chgData name="백수완" userId="f289e55a-4c5f-4a04-87b1-c07dd3c71619" providerId="ADAL" clId="{FB9E5E05-F6DC-4BE1-A7BD-8C1D85512AC2}" dt="2025-05-20T06:20:45.275" v="1"/>
        <pc:sldMkLst>
          <pc:docMk/>
          <pc:sldMk cId="3955966219" sldId="271"/>
        </pc:sldMkLst>
      </pc:sldChg>
      <pc:sldChg chg="modSp mod">
        <pc:chgData name="백수완" userId="f289e55a-4c5f-4a04-87b1-c07dd3c71619" providerId="ADAL" clId="{FB9E5E05-F6DC-4BE1-A7BD-8C1D85512AC2}" dt="2025-05-20T06:51:44.401" v="126" actId="20577"/>
        <pc:sldMkLst>
          <pc:docMk/>
          <pc:sldMk cId="4079216037" sldId="297"/>
        </pc:sldMkLst>
        <pc:spChg chg="mod">
          <ac:chgData name="백수완" userId="f289e55a-4c5f-4a04-87b1-c07dd3c71619" providerId="ADAL" clId="{FB9E5E05-F6DC-4BE1-A7BD-8C1D85512AC2}" dt="2025-05-20T06:49:34.785" v="9" actId="20577"/>
          <ac:spMkLst>
            <pc:docMk/>
            <pc:sldMk cId="4079216037" sldId="297"/>
            <ac:spMk id="34" creationId="{B0DC7715-213D-729A-28FF-64C161ED06C6}"/>
          </ac:spMkLst>
        </pc:spChg>
        <pc:spChg chg="mod">
          <ac:chgData name="백수완" userId="f289e55a-4c5f-4a04-87b1-c07dd3c71619" providerId="ADAL" clId="{FB9E5E05-F6DC-4BE1-A7BD-8C1D85512AC2}" dt="2025-05-20T06:49:50.292" v="38" actId="1036"/>
          <ac:spMkLst>
            <pc:docMk/>
            <pc:sldMk cId="4079216037" sldId="297"/>
            <ac:spMk id="43" creationId="{320CFD35-DC59-DEC0-8CAE-B8817A32744B}"/>
          </ac:spMkLst>
        </pc:spChg>
        <pc:spChg chg="mod">
          <ac:chgData name="백수완" userId="f289e55a-4c5f-4a04-87b1-c07dd3c71619" providerId="ADAL" clId="{FB9E5E05-F6DC-4BE1-A7BD-8C1D85512AC2}" dt="2025-05-20T06:49:50.292" v="38" actId="1036"/>
          <ac:spMkLst>
            <pc:docMk/>
            <pc:sldMk cId="4079216037" sldId="297"/>
            <ac:spMk id="44" creationId="{D602223C-05B8-B4CB-6FE3-5A3335F5836D}"/>
          </ac:spMkLst>
        </pc:spChg>
        <pc:spChg chg="mod">
          <ac:chgData name="백수완" userId="f289e55a-4c5f-4a04-87b1-c07dd3c71619" providerId="ADAL" clId="{FB9E5E05-F6DC-4BE1-A7BD-8C1D85512AC2}" dt="2025-05-20T06:49:50.292" v="38" actId="1036"/>
          <ac:spMkLst>
            <pc:docMk/>
            <pc:sldMk cId="4079216037" sldId="297"/>
            <ac:spMk id="45" creationId="{589436C0-5C6A-8608-B694-C5071397D264}"/>
          </ac:spMkLst>
        </pc:spChg>
        <pc:spChg chg="mod">
          <ac:chgData name="백수완" userId="f289e55a-4c5f-4a04-87b1-c07dd3c71619" providerId="ADAL" clId="{FB9E5E05-F6DC-4BE1-A7BD-8C1D85512AC2}" dt="2025-05-20T06:49:50.292" v="38" actId="1036"/>
          <ac:spMkLst>
            <pc:docMk/>
            <pc:sldMk cId="4079216037" sldId="297"/>
            <ac:spMk id="46" creationId="{12A76F9D-5AAE-E5BC-CEAA-A27BEC17C4F5}"/>
          </ac:spMkLst>
        </pc:spChg>
        <pc:spChg chg="mod">
          <ac:chgData name="백수완" userId="f289e55a-4c5f-4a04-87b1-c07dd3c71619" providerId="ADAL" clId="{FB9E5E05-F6DC-4BE1-A7BD-8C1D85512AC2}" dt="2025-05-20T06:51:44.401" v="126" actId="20577"/>
          <ac:spMkLst>
            <pc:docMk/>
            <pc:sldMk cId="4079216037" sldId="297"/>
            <ac:spMk id="53" creationId="{C1D6ACC7-7D4B-59EB-2438-91BB4E0826EC}"/>
          </ac:spMkLst>
        </pc:spChg>
        <pc:picChg chg="mod">
          <ac:chgData name="백수완" userId="f289e55a-4c5f-4a04-87b1-c07dd3c71619" providerId="ADAL" clId="{FB9E5E05-F6DC-4BE1-A7BD-8C1D85512AC2}" dt="2025-05-20T06:49:50.292" v="38" actId="1036"/>
          <ac:picMkLst>
            <pc:docMk/>
            <pc:sldMk cId="4079216037" sldId="297"/>
            <ac:picMk id="48" creationId="{20556C59-A251-1A03-F84F-137854731B76}"/>
          </ac:picMkLst>
        </pc:picChg>
        <pc:picChg chg="mod">
          <ac:chgData name="백수완" userId="f289e55a-4c5f-4a04-87b1-c07dd3c71619" providerId="ADAL" clId="{FB9E5E05-F6DC-4BE1-A7BD-8C1D85512AC2}" dt="2025-05-20T06:49:50.292" v="38" actId="1036"/>
          <ac:picMkLst>
            <pc:docMk/>
            <pc:sldMk cId="4079216037" sldId="297"/>
            <ac:picMk id="49" creationId="{47ACA917-512F-1579-739E-42EC465CDD9E}"/>
          </ac:picMkLst>
        </pc:picChg>
        <pc:picChg chg="mod">
          <ac:chgData name="백수완" userId="f289e55a-4c5f-4a04-87b1-c07dd3c71619" providerId="ADAL" clId="{FB9E5E05-F6DC-4BE1-A7BD-8C1D85512AC2}" dt="2025-05-20T06:49:50.292" v="38" actId="1036"/>
          <ac:picMkLst>
            <pc:docMk/>
            <pc:sldMk cId="4079216037" sldId="297"/>
            <ac:picMk id="50" creationId="{4FBA129C-5777-0149-73E3-707FFF03454A}"/>
          </ac:picMkLst>
        </pc:picChg>
        <pc:picChg chg="mod">
          <ac:chgData name="백수완" userId="f289e55a-4c5f-4a04-87b1-c07dd3c71619" providerId="ADAL" clId="{FB9E5E05-F6DC-4BE1-A7BD-8C1D85512AC2}" dt="2025-05-20T06:49:50.292" v="38" actId="1036"/>
          <ac:picMkLst>
            <pc:docMk/>
            <pc:sldMk cId="4079216037" sldId="297"/>
            <ac:picMk id="51" creationId="{5F00BC1A-F54C-C470-43F7-93E4022E8AC8}"/>
          </ac:picMkLst>
        </pc:picChg>
        <pc:cxnChg chg="mod">
          <ac:chgData name="백수완" userId="f289e55a-4c5f-4a04-87b1-c07dd3c71619" providerId="ADAL" clId="{FB9E5E05-F6DC-4BE1-A7BD-8C1D85512AC2}" dt="2025-05-20T06:49:50.292" v="38" actId="1036"/>
          <ac:cxnSpMkLst>
            <pc:docMk/>
            <pc:sldMk cId="4079216037" sldId="297"/>
            <ac:cxnSpMk id="38" creationId="{1B64FF92-E2AB-E014-714D-8217AD34795A}"/>
          </ac:cxnSpMkLst>
        </pc:cxnChg>
        <pc:cxnChg chg="mod">
          <ac:chgData name="백수완" userId="f289e55a-4c5f-4a04-87b1-c07dd3c71619" providerId="ADAL" clId="{FB9E5E05-F6DC-4BE1-A7BD-8C1D85512AC2}" dt="2025-05-20T06:49:50.292" v="38" actId="1036"/>
          <ac:cxnSpMkLst>
            <pc:docMk/>
            <pc:sldMk cId="4079216037" sldId="297"/>
            <ac:cxnSpMk id="41" creationId="{AED675A6-50E7-1F68-D35D-136AA0EF7BB9}"/>
          </ac:cxnSpMkLst>
        </pc:cxnChg>
      </pc:sldChg>
    </pc:docChg>
  </pc:docChgLst>
  <pc:docChgLst>
    <pc:chgData name="백 수완" userId="f289e55a-4c5f-4a04-87b1-c07dd3c71619" providerId="ADAL" clId="{D110C412-446F-4E19-813F-1CC9BE52F02B}"/>
    <pc:docChg chg="undo redo custSel addSld delSld modSld sldOrd modMainMaster">
      <pc:chgData name="백 수완" userId="f289e55a-4c5f-4a04-87b1-c07dd3c71619" providerId="ADAL" clId="{D110C412-446F-4E19-813F-1CC9BE52F02B}" dt="2025-05-13T05:35:46.147" v="6245" actId="208"/>
      <pc:docMkLst>
        <pc:docMk/>
      </pc:docMkLst>
      <pc:sldChg chg="modSp mod">
        <pc:chgData name="백 수완" userId="f289e55a-4c5f-4a04-87b1-c07dd3c71619" providerId="ADAL" clId="{D110C412-446F-4E19-813F-1CC9BE52F02B}" dt="2025-05-13T04:48:40.783" v="3507" actId="6549"/>
        <pc:sldMkLst>
          <pc:docMk/>
          <pc:sldMk cId="2327651860" sldId="260"/>
        </pc:sldMkLst>
        <pc:spChg chg="mod">
          <ac:chgData name="백 수완" userId="f289e55a-4c5f-4a04-87b1-c07dd3c71619" providerId="ADAL" clId="{D110C412-446F-4E19-813F-1CC9BE52F02B}" dt="2025-05-13T04:48:40.783" v="3507" actId="6549"/>
          <ac:spMkLst>
            <pc:docMk/>
            <pc:sldMk cId="2327651860" sldId="260"/>
            <ac:spMk id="3" creationId="{653481CD-D74B-2835-DDAC-3A4427353570}"/>
          </ac:spMkLst>
        </pc:spChg>
      </pc:sldChg>
      <pc:sldChg chg="delSp modSp mod">
        <pc:chgData name="백 수완" userId="f289e55a-4c5f-4a04-87b1-c07dd3c71619" providerId="ADAL" clId="{D110C412-446F-4E19-813F-1CC9BE52F02B}" dt="2025-05-12T08:03:38.360" v="755" actId="14100"/>
        <pc:sldMkLst>
          <pc:docMk/>
          <pc:sldMk cId="2319151928" sldId="261"/>
        </pc:sldMkLst>
        <pc:spChg chg="mod">
          <ac:chgData name="백 수완" userId="f289e55a-4c5f-4a04-87b1-c07dd3c71619" providerId="ADAL" clId="{D110C412-446F-4E19-813F-1CC9BE52F02B}" dt="2025-05-12T07:51:25.707" v="1" actId="1076"/>
          <ac:spMkLst>
            <pc:docMk/>
            <pc:sldMk cId="2319151928" sldId="261"/>
            <ac:spMk id="75" creationId="{F199E33C-3CED-696A-DC88-E6429368F888}"/>
          </ac:spMkLst>
        </pc:spChg>
        <pc:spChg chg="mod">
          <ac:chgData name="백 수완" userId="f289e55a-4c5f-4a04-87b1-c07dd3c71619" providerId="ADAL" clId="{D110C412-446F-4E19-813F-1CC9BE52F02B}" dt="2025-05-12T07:51:25.707" v="1" actId="1076"/>
          <ac:spMkLst>
            <pc:docMk/>
            <pc:sldMk cId="2319151928" sldId="261"/>
            <ac:spMk id="76" creationId="{A52B31FE-FB0D-F8EF-1C0B-AAFA83C4B1B9}"/>
          </ac:spMkLst>
        </pc:spChg>
        <pc:spChg chg="mod">
          <ac:chgData name="백 수완" userId="f289e55a-4c5f-4a04-87b1-c07dd3c71619" providerId="ADAL" clId="{D110C412-446F-4E19-813F-1CC9BE52F02B}" dt="2025-05-12T07:51:25.707" v="1" actId="1076"/>
          <ac:spMkLst>
            <pc:docMk/>
            <pc:sldMk cId="2319151928" sldId="261"/>
            <ac:spMk id="77" creationId="{CFEE2AEB-5242-1761-BD28-CECD3CD3657F}"/>
          </ac:spMkLst>
        </pc:spChg>
        <pc:spChg chg="mod">
          <ac:chgData name="백 수완" userId="f289e55a-4c5f-4a04-87b1-c07dd3c71619" providerId="ADAL" clId="{D110C412-446F-4E19-813F-1CC9BE52F02B}" dt="2025-05-12T07:51:25.707" v="1" actId="1076"/>
          <ac:spMkLst>
            <pc:docMk/>
            <pc:sldMk cId="2319151928" sldId="261"/>
            <ac:spMk id="78" creationId="{ABE7CE49-A326-2223-B2C4-E8CA6FBA09EB}"/>
          </ac:spMkLst>
        </pc:spChg>
      </pc:sldChg>
      <pc:sldChg chg="addSp delSp modSp mod">
        <pc:chgData name="백 수완" userId="f289e55a-4c5f-4a04-87b1-c07dd3c71619" providerId="ADAL" clId="{D110C412-446F-4E19-813F-1CC9BE52F02B}" dt="2025-05-13T04:43:25.610" v="3468" actId="20577"/>
        <pc:sldMkLst>
          <pc:docMk/>
          <pc:sldMk cId="988646595" sldId="264"/>
        </pc:sldMkLst>
        <pc:spChg chg="add mod">
          <ac:chgData name="백 수완" userId="f289e55a-4c5f-4a04-87b1-c07dd3c71619" providerId="ADAL" clId="{D110C412-446F-4E19-813F-1CC9BE52F02B}" dt="2025-05-12T08:08:24.084" v="947" actId="1036"/>
          <ac:spMkLst>
            <pc:docMk/>
            <pc:sldMk cId="988646595" sldId="264"/>
            <ac:spMk id="3" creationId="{DDA2181A-A9B3-9C51-B624-90D3213BCCEE}"/>
          </ac:spMkLst>
        </pc:spChg>
        <pc:spChg chg="mod">
          <ac:chgData name="백 수완" userId="f289e55a-4c5f-4a04-87b1-c07dd3c71619" providerId="ADAL" clId="{D110C412-446F-4E19-813F-1CC9BE52F02B}" dt="2025-05-12T07:57:53.813" v="402" actId="1035"/>
          <ac:spMkLst>
            <pc:docMk/>
            <pc:sldMk cId="988646595" sldId="264"/>
            <ac:spMk id="15" creationId="{76413E93-D010-02E7-7E04-B2C831E601FC}"/>
          </ac:spMkLst>
        </pc:spChg>
        <pc:spChg chg="mod">
          <ac:chgData name="백 수완" userId="f289e55a-4c5f-4a04-87b1-c07dd3c71619" providerId="ADAL" clId="{D110C412-446F-4E19-813F-1CC9BE52F02B}" dt="2025-05-12T07:54:13.670" v="109" actId="6549"/>
          <ac:spMkLst>
            <pc:docMk/>
            <pc:sldMk cId="988646595" sldId="264"/>
            <ac:spMk id="18" creationId="{2C213DB6-F510-7AA9-FA78-F1E7B4803B50}"/>
          </ac:spMkLst>
        </pc:spChg>
        <pc:spChg chg="mod">
          <ac:chgData name="백 수완" userId="f289e55a-4c5f-4a04-87b1-c07dd3c71619" providerId="ADAL" clId="{D110C412-446F-4E19-813F-1CC9BE52F02B}" dt="2025-05-12T07:55:54.489" v="260" actId="1036"/>
          <ac:spMkLst>
            <pc:docMk/>
            <pc:sldMk cId="988646595" sldId="264"/>
            <ac:spMk id="21" creationId="{A9527C1E-9C71-7000-2B03-440A343AD7C8}"/>
          </ac:spMkLst>
        </pc:spChg>
        <pc:spChg chg="mod">
          <ac:chgData name="백 수완" userId="f289e55a-4c5f-4a04-87b1-c07dd3c71619" providerId="ADAL" clId="{D110C412-446F-4E19-813F-1CC9BE52F02B}" dt="2025-05-12T08:01:53.653" v="751" actId="20577"/>
          <ac:spMkLst>
            <pc:docMk/>
            <pc:sldMk cId="988646595" sldId="264"/>
            <ac:spMk id="26" creationId="{10D0B8B0-BC02-9BB8-637D-434081532C38}"/>
          </ac:spMkLst>
        </pc:spChg>
        <pc:spChg chg="mod">
          <ac:chgData name="백 수완" userId="f289e55a-4c5f-4a04-87b1-c07dd3c71619" providerId="ADAL" clId="{D110C412-446F-4E19-813F-1CC9BE52F02B}" dt="2025-05-12T08:02:12.578" v="753" actId="207"/>
          <ac:spMkLst>
            <pc:docMk/>
            <pc:sldMk cId="988646595" sldId="264"/>
            <ac:spMk id="27" creationId="{2F34EDB8-9473-030E-E1BA-885B592FEB25}"/>
          </ac:spMkLst>
        </pc:spChg>
        <pc:spChg chg="mod">
          <ac:chgData name="백 수완" userId="f289e55a-4c5f-4a04-87b1-c07dd3c71619" providerId="ADAL" clId="{D110C412-446F-4E19-813F-1CC9BE52F02B}" dt="2025-05-12T08:01:00.353" v="692" actId="1036"/>
          <ac:spMkLst>
            <pc:docMk/>
            <pc:sldMk cId="988646595" sldId="264"/>
            <ac:spMk id="30" creationId="{8E0F7A33-4D1B-AE51-0172-33467DA34A0B}"/>
          </ac:spMkLst>
        </pc:spChg>
        <pc:spChg chg="mod">
          <ac:chgData name="백 수완" userId="f289e55a-4c5f-4a04-87b1-c07dd3c71619" providerId="ADAL" clId="{D110C412-446F-4E19-813F-1CC9BE52F02B}" dt="2025-05-12T08:07:10.037" v="896" actId="1035"/>
          <ac:spMkLst>
            <pc:docMk/>
            <pc:sldMk cId="988646595" sldId="264"/>
            <ac:spMk id="33" creationId="{0926406F-EE78-ED21-B825-0DCC19E4EE99}"/>
          </ac:spMkLst>
        </pc:spChg>
        <pc:spChg chg="mod">
          <ac:chgData name="백 수완" userId="f289e55a-4c5f-4a04-87b1-c07dd3c71619" providerId="ADAL" clId="{D110C412-446F-4E19-813F-1CC9BE52F02B}" dt="2025-05-12T08:07:10.037" v="896" actId="1035"/>
          <ac:spMkLst>
            <pc:docMk/>
            <pc:sldMk cId="988646595" sldId="264"/>
            <ac:spMk id="35" creationId="{932B5FB9-2C3C-471B-5D39-A721BCC5ECA5}"/>
          </ac:spMkLst>
        </pc:spChg>
        <pc:spChg chg="mod">
          <ac:chgData name="백 수완" userId="f289e55a-4c5f-4a04-87b1-c07dd3c71619" providerId="ADAL" clId="{D110C412-446F-4E19-813F-1CC9BE52F02B}" dt="2025-05-12T08:07:10.037" v="896" actId="1035"/>
          <ac:spMkLst>
            <pc:docMk/>
            <pc:sldMk cId="988646595" sldId="264"/>
            <ac:spMk id="38" creationId="{F9E40903-191C-BA14-AD06-F219DE7F6C67}"/>
          </ac:spMkLst>
        </pc:spChg>
        <pc:spChg chg="mod">
          <ac:chgData name="백 수완" userId="f289e55a-4c5f-4a04-87b1-c07dd3c71619" providerId="ADAL" clId="{D110C412-446F-4E19-813F-1CC9BE52F02B}" dt="2025-05-12T08:07:10.037" v="896" actId="1035"/>
          <ac:spMkLst>
            <pc:docMk/>
            <pc:sldMk cId="988646595" sldId="264"/>
            <ac:spMk id="39" creationId="{508E0021-B778-FFA4-6DBA-D1B22C680759}"/>
          </ac:spMkLst>
        </pc:spChg>
        <pc:spChg chg="mod">
          <ac:chgData name="백 수완" userId="f289e55a-4c5f-4a04-87b1-c07dd3c71619" providerId="ADAL" clId="{D110C412-446F-4E19-813F-1CC9BE52F02B}" dt="2025-05-12T08:07:10.037" v="896" actId="1035"/>
          <ac:spMkLst>
            <pc:docMk/>
            <pc:sldMk cId="988646595" sldId="264"/>
            <ac:spMk id="51" creationId="{EAE3053D-345C-10CC-CFBE-73652CFD6609}"/>
          </ac:spMkLst>
        </pc:spChg>
        <pc:spChg chg="mod">
          <ac:chgData name="백 수완" userId="f289e55a-4c5f-4a04-87b1-c07dd3c71619" providerId="ADAL" clId="{D110C412-446F-4E19-813F-1CC9BE52F02B}" dt="2025-05-12T08:00:35.971" v="656" actId="12789"/>
          <ac:spMkLst>
            <pc:docMk/>
            <pc:sldMk cId="988646595" sldId="264"/>
            <ac:spMk id="57" creationId="{82264A33-9446-CED8-D7A5-28C62DD77972}"/>
          </ac:spMkLst>
        </pc:spChg>
        <pc:spChg chg="mod">
          <ac:chgData name="백 수완" userId="f289e55a-4c5f-4a04-87b1-c07dd3c71619" providerId="ADAL" clId="{D110C412-446F-4E19-813F-1CC9BE52F02B}" dt="2025-05-12T07:55:44.588" v="239" actId="1036"/>
          <ac:spMkLst>
            <pc:docMk/>
            <pc:sldMk cId="988646595" sldId="264"/>
            <ac:spMk id="66" creationId="{79BB8EBD-3808-4D72-4115-3E43D23A4C1A}"/>
          </ac:spMkLst>
        </pc:spChg>
        <pc:spChg chg="mod">
          <ac:chgData name="백 수완" userId="f289e55a-4c5f-4a04-87b1-c07dd3c71619" providerId="ADAL" clId="{D110C412-446F-4E19-813F-1CC9BE52F02B}" dt="2025-05-12T08:07:17.380" v="897" actId="404"/>
          <ac:spMkLst>
            <pc:docMk/>
            <pc:sldMk cId="988646595" sldId="264"/>
            <ac:spMk id="70" creationId="{CE16E2A3-910A-42D1-1C47-1966D10FE391}"/>
          </ac:spMkLst>
        </pc:spChg>
        <pc:spChg chg="mod">
          <ac:chgData name="백 수완" userId="f289e55a-4c5f-4a04-87b1-c07dd3c71619" providerId="ADAL" clId="{D110C412-446F-4E19-813F-1CC9BE52F02B}" dt="2025-05-12T08:07:10.037" v="896" actId="1035"/>
          <ac:spMkLst>
            <pc:docMk/>
            <pc:sldMk cId="988646595" sldId="264"/>
            <ac:spMk id="115" creationId="{B1F0B43D-0842-725C-E536-9C52E1D1E2F1}"/>
          </ac:spMkLst>
        </pc:spChg>
        <pc:spChg chg="mod">
          <ac:chgData name="백 수완" userId="f289e55a-4c5f-4a04-87b1-c07dd3c71619" providerId="ADAL" clId="{D110C412-446F-4E19-813F-1CC9BE52F02B}" dt="2025-05-12T08:07:10.037" v="896" actId="1035"/>
          <ac:spMkLst>
            <pc:docMk/>
            <pc:sldMk cId="988646595" sldId="264"/>
            <ac:spMk id="168" creationId="{4426F6E8-868D-4CA2-518C-3D0104905CB0}"/>
          </ac:spMkLst>
        </pc:spChg>
        <pc:spChg chg="mod">
          <ac:chgData name="백 수완" userId="f289e55a-4c5f-4a04-87b1-c07dd3c71619" providerId="ADAL" clId="{D110C412-446F-4E19-813F-1CC9BE52F02B}" dt="2025-05-12T08:07:10.037" v="896" actId="1035"/>
          <ac:spMkLst>
            <pc:docMk/>
            <pc:sldMk cId="988646595" sldId="264"/>
            <ac:spMk id="169" creationId="{3C88B5EF-FB51-5157-7D3C-041676DB754E}"/>
          </ac:spMkLst>
        </pc:spChg>
        <pc:spChg chg="mod">
          <ac:chgData name="백 수완" userId="f289e55a-4c5f-4a04-87b1-c07dd3c71619" providerId="ADAL" clId="{D110C412-446F-4E19-813F-1CC9BE52F02B}" dt="2025-05-12T08:07:10.037" v="896" actId="1035"/>
          <ac:spMkLst>
            <pc:docMk/>
            <pc:sldMk cId="988646595" sldId="264"/>
            <ac:spMk id="170" creationId="{B80D5B74-9110-A5E3-711B-4C69AAB7FC54}"/>
          </ac:spMkLst>
        </pc:spChg>
        <pc:spChg chg="mod">
          <ac:chgData name="백 수완" userId="f289e55a-4c5f-4a04-87b1-c07dd3c71619" providerId="ADAL" clId="{D110C412-446F-4E19-813F-1CC9BE52F02B}" dt="2025-05-12T08:07:10.037" v="896" actId="1035"/>
          <ac:spMkLst>
            <pc:docMk/>
            <pc:sldMk cId="988646595" sldId="264"/>
            <ac:spMk id="171" creationId="{AC3E7278-F250-7D08-BC99-596BA2A40626}"/>
          </ac:spMkLst>
        </pc:spChg>
        <pc:grpChg chg="mod">
          <ac:chgData name="백 수완" userId="f289e55a-4c5f-4a04-87b1-c07dd3c71619" providerId="ADAL" clId="{D110C412-446F-4E19-813F-1CC9BE52F02B}" dt="2025-05-12T08:01:49.229" v="750" actId="465"/>
          <ac:grpSpMkLst>
            <pc:docMk/>
            <pc:sldMk cId="988646595" sldId="264"/>
            <ac:grpSpMk id="7" creationId="{D8705BAA-712B-6A1C-73C1-D32F1CA6FA3C}"/>
          </ac:grpSpMkLst>
        </pc:grpChg>
        <pc:grpChg chg="mod">
          <ac:chgData name="백 수완" userId="f289e55a-4c5f-4a04-87b1-c07dd3c71619" providerId="ADAL" clId="{D110C412-446F-4E19-813F-1CC9BE52F02B}" dt="2025-05-12T08:01:49.229" v="750" actId="465"/>
          <ac:grpSpMkLst>
            <pc:docMk/>
            <pc:sldMk cId="988646595" sldId="264"/>
            <ac:grpSpMk id="13" creationId="{FE3D072F-D0F7-4407-69DF-8D541A79E273}"/>
          </ac:grpSpMkLst>
        </pc:grpChg>
        <pc:grpChg chg="mod">
          <ac:chgData name="백 수완" userId="f289e55a-4c5f-4a04-87b1-c07dd3c71619" providerId="ADAL" clId="{D110C412-446F-4E19-813F-1CC9BE52F02B}" dt="2025-05-12T08:01:49.229" v="750" actId="465"/>
          <ac:grpSpMkLst>
            <pc:docMk/>
            <pc:sldMk cId="988646595" sldId="264"/>
            <ac:grpSpMk id="16" creationId="{7130160C-31AE-6C97-E350-4E187B7FDC25}"/>
          </ac:grpSpMkLst>
        </pc:grpChg>
        <pc:grpChg chg="add mod">
          <ac:chgData name="백 수완" userId="f289e55a-4c5f-4a04-87b1-c07dd3c71619" providerId="ADAL" clId="{D110C412-446F-4E19-813F-1CC9BE52F02B}" dt="2025-05-12T07:59:50.828" v="651" actId="555"/>
          <ac:grpSpMkLst>
            <pc:docMk/>
            <pc:sldMk cId="988646595" sldId="264"/>
            <ac:grpSpMk id="25" creationId="{61911795-0B06-FCA0-61BE-9BDEA9B02492}"/>
          </ac:grpSpMkLst>
        </pc:grpChg>
        <pc:grpChg chg="mod">
          <ac:chgData name="백 수완" userId="f289e55a-4c5f-4a04-87b1-c07dd3c71619" providerId="ADAL" clId="{D110C412-446F-4E19-813F-1CC9BE52F02B}" dt="2025-05-12T07:57:34.699" v="383" actId="465"/>
          <ac:grpSpMkLst>
            <pc:docMk/>
            <pc:sldMk cId="988646595" sldId="264"/>
            <ac:grpSpMk id="59" creationId="{A5D35AB3-D05F-3B7B-4FF1-75DB0F4CFA9A}"/>
          </ac:grpSpMkLst>
        </pc:grpChg>
        <pc:grpChg chg="mod">
          <ac:chgData name="백 수완" userId="f289e55a-4c5f-4a04-87b1-c07dd3c71619" providerId="ADAL" clId="{D110C412-446F-4E19-813F-1CC9BE52F02B}" dt="2025-05-12T07:57:34.699" v="383" actId="465"/>
          <ac:grpSpMkLst>
            <pc:docMk/>
            <pc:sldMk cId="988646595" sldId="264"/>
            <ac:grpSpMk id="64" creationId="{48DCD50C-017A-A53B-498C-750FD28E0C37}"/>
          </ac:grpSpMkLst>
        </pc:grpChg>
        <pc:grpChg chg="mod">
          <ac:chgData name="백 수완" userId="f289e55a-4c5f-4a04-87b1-c07dd3c71619" providerId="ADAL" clId="{D110C412-446F-4E19-813F-1CC9BE52F02B}" dt="2025-05-12T08:01:49.229" v="750" actId="465"/>
          <ac:grpSpMkLst>
            <pc:docMk/>
            <pc:sldMk cId="988646595" sldId="264"/>
            <ac:grpSpMk id="72" creationId="{014D9534-DC9F-D4E6-215D-19941C3B265D}"/>
          </ac:grpSpMkLst>
        </pc:grpChg>
        <pc:grpChg chg="mod">
          <ac:chgData name="백 수완" userId="f289e55a-4c5f-4a04-87b1-c07dd3c71619" providerId="ADAL" clId="{D110C412-446F-4E19-813F-1CC9BE52F02B}" dt="2025-05-12T07:59:50.828" v="651" actId="555"/>
          <ac:grpSpMkLst>
            <pc:docMk/>
            <pc:sldMk cId="988646595" sldId="264"/>
            <ac:grpSpMk id="73" creationId="{8C77F858-B4BE-572E-638C-B3D23FC0897C}"/>
          </ac:grpSpMkLst>
        </pc:grpChg>
        <pc:grpChg chg="mod">
          <ac:chgData name="백 수완" userId="f289e55a-4c5f-4a04-87b1-c07dd3c71619" providerId="ADAL" clId="{D110C412-446F-4E19-813F-1CC9BE52F02B}" dt="2025-05-12T07:57:29.130" v="382" actId="555"/>
          <ac:grpSpMkLst>
            <pc:docMk/>
            <pc:sldMk cId="988646595" sldId="264"/>
            <ac:grpSpMk id="156" creationId="{D073D828-5CFF-A337-0110-DE22E5E97923}"/>
          </ac:grpSpMkLst>
        </pc:grpChg>
        <pc:grpChg chg="mod">
          <ac:chgData name="백 수완" userId="f289e55a-4c5f-4a04-87b1-c07dd3c71619" providerId="ADAL" clId="{D110C412-446F-4E19-813F-1CC9BE52F02B}" dt="2025-05-12T08:01:42.607" v="749" actId="1036"/>
          <ac:grpSpMkLst>
            <pc:docMk/>
            <pc:sldMk cId="988646595" sldId="264"/>
            <ac:grpSpMk id="157" creationId="{3831B146-F490-1452-8176-62A2078989A1}"/>
          </ac:grpSpMkLst>
        </pc:grpChg>
        <pc:grpChg chg="mod">
          <ac:chgData name="백 수완" userId="f289e55a-4c5f-4a04-87b1-c07dd3c71619" providerId="ADAL" clId="{D110C412-446F-4E19-813F-1CC9BE52F02B}" dt="2025-05-12T08:01:49.229" v="750" actId="465"/>
          <ac:grpSpMkLst>
            <pc:docMk/>
            <pc:sldMk cId="988646595" sldId="264"/>
            <ac:grpSpMk id="158" creationId="{096987A9-D5ED-DC09-6B9D-ADFF7A78CCAC}"/>
          </ac:grpSpMkLst>
        </pc:grpChg>
        <pc:picChg chg="mod">
          <ac:chgData name="백 수완" userId="f289e55a-4c5f-4a04-87b1-c07dd3c71619" providerId="ADAL" clId="{D110C412-446F-4E19-813F-1CC9BE52F02B}" dt="2025-05-12T08:01:00.353" v="692" actId="1036"/>
          <ac:picMkLst>
            <pc:docMk/>
            <pc:sldMk cId="988646595" sldId="264"/>
            <ac:picMk id="29" creationId="{0F2729EE-51FE-C1AC-C38E-3FCB5CE6FBAD}"/>
          </ac:picMkLst>
        </pc:picChg>
        <pc:picChg chg="mod">
          <ac:chgData name="백 수완" userId="f289e55a-4c5f-4a04-87b1-c07dd3c71619" providerId="ADAL" clId="{D110C412-446F-4E19-813F-1CC9BE52F02B}" dt="2025-05-12T08:01:13.494" v="703" actId="1036"/>
          <ac:picMkLst>
            <pc:docMk/>
            <pc:sldMk cId="988646595" sldId="264"/>
            <ac:picMk id="42" creationId="{C9575AC0-3FAB-29EB-45C8-C8392C96495A}"/>
          </ac:picMkLst>
        </pc:picChg>
        <pc:picChg chg="mod">
          <ac:chgData name="백 수완" userId="f289e55a-4c5f-4a04-87b1-c07dd3c71619" providerId="ADAL" clId="{D110C412-446F-4E19-813F-1CC9BE52F02B}" dt="2025-05-12T08:01:28.985" v="715" actId="1035"/>
          <ac:picMkLst>
            <pc:docMk/>
            <pc:sldMk cId="988646595" sldId="264"/>
            <ac:picMk id="52" creationId="{770AE064-297C-E1C2-FAC1-9D686436AE98}"/>
          </ac:picMkLst>
        </pc:picChg>
        <pc:picChg chg="mod">
          <ac:chgData name="백 수완" userId="f289e55a-4c5f-4a04-87b1-c07dd3c71619" providerId="ADAL" clId="{D110C412-446F-4E19-813F-1CC9BE52F02B}" dt="2025-05-12T08:00:35.971" v="656" actId="12789"/>
          <ac:picMkLst>
            <pc:docMk/>
            <pc:sldMk cId="988646595" sldId="264"/>
            <ac:picMk id="58" creationId="{2BB4FA36-2BCE-97B7-0D03-56CD85503B72}"/>
          </ac:picMkLst>
        </pc:picChg>
        <pc:picChg chg="mod">
          <ac:chgData name="백 수완" userId="f289e55a-4c5f-4a04-87b1-c07dd3c71619" providerId="ADAL" clId="{D110C412-446F-4E19-813F-1CC9BE52F02B}" dt="2025-05-12T08:01:00.353" v="692" actId="1036"/>
          <ac:picMkLst>
            <pc:docMk/>
            <pc:sldMk cId="988646595" sldId="264"/>
            <ac:picMk id="199" creationId="{CFCD9AC1-B1C1-2A15-1629-063D71FD01CF}"/>
          </ac:picMkLst>
        </pc:picChg>
        <pc:picChg chg="mod">
          <ac:chgData name="백 수완" userId="f289e55a-4c5f-4a04-87b1-c07dd3c71619" providerId="ADAL" clId="{D110C412-446F-4E19-813F-1CC9BE52F02B}" dt="2025-05-12T08:00:55.059" v="687" actId="1036"/>
          <ac:picMkLst>
            <pc:docMk/>
            <pc:sldMk cId="988646595" sldId="264"/>
            <ac:picMk id="201" creationId="{D9D7519C-93A8-21ED-7026-3189E3571F5F}"/>
          </ac:picMkLst>
        </pc:picChg>
        <pc:picChg chg="mod">
          <ac:chgData name="백 수완" userId="f289e55a-4c5f-4a04-87b1-c07dd3c71619" providerId="ADAL" clId="{D110C412-446F-4E19-813F-1CC9BE52F02B}" dt="2025-05-12T08:01:36.819" v="737" actId="12789"/>
          <ac:picMkLst>
            <pc:docMk/>
            <pc:sldMk cId="988646595" sldId="264"/>
            <ac:picMk id="203" creationId="{D0E213BA-03CC-5083-91E2-CD9F44B5967A}"/>
          </ac:picMkLst>
        </pc:picChg>
        <pc:picChg chg="mod">
          <ac:chgData name="백 수완" userId="f289e55a-4c5f-4a04-87b1-c07dd3c71619" providerId="ADAL" clId="{D110C412-446F-4E19-813F-1CC9BE52F02B}" dt="2025-05-12T08:00:47.111" v="677" actId="1035"/>
          <ac:picMkLst>
            <pc:docMk/>
            <pc:sldMk cId="988646595" sldId="264"/>
            <ac:picMk id="205" creationId="{E3E734B9-7825-F4BD-42DE-2A40F4046D2E}"/>
          </ac:picMkLst>
        </pc:picChg>
      </pc:sldChg>
      <pc:sldChg chg="addSp delSp modSp mod">
        <pc:chgData name="백 수완" userId="f289e55a-4c5f-4a04-87b1-c07dd3c71619" providerId="ADAL" clId="{D110C412-446F-4E19-813F-1CC9BE52F02B}" dt="2025-05-13T00:55:49.748" v="2329" actId="478"/>
        <pc:sldMkLst>
          <pc:docMk/>
          <pc:sldMk cId="3756106969" sldId="265"/>
        </pc:sldMkLst>
      </pc:sldChg>
      <pc:sldChg chg="addSp modSp mod">
        <pc:chgData name="백 수완" userId="f289e55a-4c5f-4a04-87b1-c07dd3c71619" providerId="ADAL" clId="{D110C412-446F-4E19-813F-1CC9BE52F02B}" dt="2025-05-13T00:43:10.620" v="2287" actId="20577"/>
        <pc:sldMkLst>
          <pc:docMk/>
          <pc:sldMk cId="3343990983" sldId="267"/>
        </pc:sldMkLst>
        <pc:spChg chg="mod">
          <ac:chgData name="백 수완" userId="f289e55a-4c5f-4a04-87b1-c07dd3c71619" providerId="ADAL" clId="{D110C412-446F-4E19-813F-1CC9BE52F02B}" dt="2025-05-13T00:30:34.687" v="1555" actId="20577"/>
          <ac:spMkLst>
            <pc:docMk/>
            <pc:sldMk cId="3343990983" sldId="267"/>
            <ac:spMk id="22" creationId="{8B43FCE2-B887-89D9-5E85-7C15069EBCFC}"/>
          </ac:spMkLst>
        </pc:spChg>
        <pc:spChg chg="mod">
          <ac:chgData name="백 수완" userId="f289e55a-4c5f-4a04-87b1-c07dd3c71619" providerId="ADAL" clId="{D110C412-446F-4E19-813F-1CC9BE52F02B}" dt="2025-05-13T00:43:10.620" v="2287" actId="20577"/>
          <ac:spMkLst>
            <pc:docMk/>
            <pc:sldMk cId="3343990983" sldId="267"/>
            <ac:spMk id="28" creationId="{D4364CC5-8DEB-2292-34A1-130926549DAD}"/>
          </ac:spMkLst>
        </pc:spChg>
        <pc:spChg chg="mod">
          <ac:chgData name="백 수완" userId="f289e55a-4c5f-4a04-87b1-c07dd3c71619" providerId="ADAL" clId="{D110C412-446F-4E19-813F-1CC9BE52F02B}" dt="2025-05-13T00:28:29.698" v="1467" actId="20577"/>
          <ac:spMkLst>
            <pc:docMk/>
            <pc:sldMk cId="3343990983" sldId="267"/>
            <ac:spMk id="58" creationId="{67ECD473-48BE-0C53-0DD0-9DDDFB136344}"/>
          </ac:spMkLst>
        </pc:spChg>
        <pc:spChg chg="mod">
          <ac:chgData name="백 수완" userId="f289e55a-4c5f-4a04-87b1-c07dd3c71619" providerId="ADAL" clId="{D110C412-446F-4E19-813F-1CC9BE52F02B}" dt="2025-05-13T00:38:10.486" v="1832" actId="20577"/>
          <ac:spMkLst>
            <pc:docMk/>
            <pc:sldMk cId="3343990983" sldId="267"/>
            <ac:spMk id="67" creationId="{9F393074-20BB-F04F-BD3B-55506B227F8F}"/>
          </ac:spMkLst>
        </pc:spChg>
      </pc:sldChg>
      <pc:sldChg chg="modSp mod">
        <pc:chgData name="백 수완" userId="f289e55a-4c5f-4a04-87b1-c07dd3c71619" providerId="ADAL" clId="{D110C412-446F-4E19-813F-1CC9BE52F02B}" dt="2025-05-13T00:45:56.719" v="2308" actId="20577"/>
        <pc:sldMkLst>
          <pc:docMk/>
          <pc:sldMk cId="3558711669" sldId="273"/>
        </pc:sldMkLst>
        <pc:spChg chg="mod">
          <ac:chgData name="백 수완" userId="f289e55a-4c5f-4a04-87b1-c07dd3c71619" providerId="ADAL" clId="{D110C412-446F-4E19-813F-1CC9BE52F02B}" dt="2025-05-13T00:45:56.719" v="2308" actId="20577"/>
          <ac:spMkLst>
            <pc:docMk/>
            <pc:sldMk cId="3558711669" sldId="273"/>
            <ac:spMk id="7" creationId="{01D2E743-02A0-09E3-B672-59DECD1316F2}"/>
          </ac:spMkLst>
        </pc:spChg>
      </pc:sldChg>
      <pc:sldChg chg="addSp delSp modSp mod">
        <pc:chgData name="백 수완" userId="f289e55a-4c5f-4a04-87b1-c07dd3c71619" providerId="ADAL" clId="{D110C412-446F-4E19-813F-1CC9BE52F02B}" dt="2025-05-13T00:45:49.215" v="2307" actId="478"/>
        <pc:sldMkLst>
          <pc:docMk/>
          <pc:sldMk cId="4205278040" sldId="284"/>
        </pc:sldMkLst>
        <pc:spChg chg="add mod">
          <ac:chgData name="백 수완" userId="f289e55a-4c5f-4a04-87b1-c07dd3c71619" providerId="ADAL" clId="{D110C412-446F-4E19-813F-1CC9BE52F02B}" dt="2025-05-13T00:45:26.702" v="2303" actId="20577"/>
          <ac:spMkLst>
            <pc:docMk/>
            <pc:sldMk cId="4205278040" sldId="284"/>
            <ac:spMk id="2" creationId="{9CDA5715-5CD8-E49E-FAC9-06978237047D}"/>
          </ac:spMkLst>
        </pc:spChg>
        <pc:spChg chg="add mod">
          <ac:chgData name="백 수완" userId="f289e55a-4c5f-4a04-87b1-c07dd3c71619" providerId="ADAL" clId="{D110C412-446F-4E19-813F-1CC9BE52F02B}" dt="2025-05-13T00:45:21.146" v="2293" actId="20577"/>
          <ac:spMkLst>
            <pc:docMk/>
            <pc:sldMk cId="4205278040" sldId="284"/>
            <ac:spMk id="3" creationId="{1BED68D9-E62E-C361-A0D9-1FB40ECC09F1}"/>
          </ac:spMkLst>
        </pc:spChg>
        <pc:spChg chg="add mod">
          <ac:chgData name="백 수완" userId="f289e55a-4c5f-4a04-87b1-c07dd3c71619" providerId="ADAL" clId="{D110C412-446F-4E19-813F-1CC9BE52F02B}" dt="2025-05-13T00:45:32.184" v="2305" actId="20577"/>
          <ac:spMkLst>
            <pc:docMk/>
            <pc:sldMk cId="4205278040" sldId="284"/>
            <ac:spMk id="5" creationId="{BAEA79C0-F920-4C8C-0975-3640F9E7C34B}"/>
          </ac:spMkLst>
        </pc:spChg>
      </pc:sldChg>
      <pc:sldChg chg="mod ord modShow">
        <pc:chgData name="백 수완" userId="f289e55a-4c5f-4a04-87b1-c07dd3c71619" providerId="ADAL" clId="{D110C412-446F-4E19-813F-1CC9BE52F02B}" dt="2025-05-13T00:45:05.715" v="2290" actId="729"/>
        <pc:sldMkLst>
          <pc:docMk/>
          <pc:sldMk cId="3523615422" sldId="288"/>
        </pc:sldMkLst>
      </pc:sldChg>
      <pc:sldChg chg="delSp mod">
        <pc:chgData name="백 수완" userId="f289e55a-4c5f-4a04-87b1-c07dd3c71619" providerId="ADAL" clId="{D110C412-446F-4E19-813F-1CC9BE52F02B}" dt="2025-05-13T00:46:35.579" v="2325" actId="478"/>
        <pc:sldMkLst>
          <pc:docMk/>
          <pc:sldMk cId="292246260" sldId="292"/>
        </pc:sldMkLst>
      </pc:sldChg>
      <pc:sldChg chg="delSp modSp mod">
        <pc:chgData name="백 수완" userId="f289e55a-4c5f-4a04-87b1-c07dd3c71619" providerId="ADAL" clId="{D110C412-446F-4E19-813F-1CC9BE52F02B}" dt="2025-05-13T00:46:17.521" v="2324" actId="1035"/>
        <pc:sldMkLst>
          <pc:docMk/>
          <pc:sldMk cId="2684221587" sldId="293"/>
        </pc:sldMkLst>
        <pc:spChg chg="mod">
          <ac:chgData name="백 수완" userId="f289e55a-4c5f-4a04-87b1-c07dd3c71619" providerId="ADAL" clId="{D110C412-446F-4E19-813F-1CC9BE52F02B}" dt="2025-05-13T00:46:17.521" v="2324" actId="1035"/>
          <ac:spMkLst>
            <pc:docMk/>
            <pc:sldMk cId="2684221587" sldId="293"/>
            <ac:spMk id="22" creationId="{484152EA-402F-C293-7D7F-BE721B5FBE53}"/>
          </ac:spMkLst>
        </pc:spChg>
        <pc:spChg chg="mod">
          <ac:chgData name="백 수완" userId="f289e55a-4c5f-4a04-87b1-c07dd3c71619" providerId="ADAL" clId="{D110C412-446F-4E19-813F-1CC9BE52F02B}" dt="2025-05-13T00:46:17.521" v="2324" actId="1035"/>
          <ac:spMkLst>
            <pc:docMk/>
            <pc:sldMk cId="2684221587" sldId="293"/>
            <ac:spMk id="24" creationId="{35D1D509-BBBE-ABF9-037F-822F9F88CB2C}"/>
          </ac:spMkLst>
        </pc:spChg>
        <pc:spChg chg="mod">
          <ac:chgData name="백 수완" userId="f289e55a-4c5f-4a04-87b1-c07dd3c71619" providerId="ADAL" clId="{D110C412-446F-4E19-813F-1CC9BE52F02B}" dt="2025-05-13T00:46:17.521" v="2324" actId="1035"/>
          <ac:spMkLst>
            <pc:docMk/>
            <pc:sldMk cId="2684221587" sldId="293"/>
            <ac:spMk id="38" creationId="{3AFED797-BD58-7D15-CA3B-F656C4040F66}"/>
          </ac:spMkLst>
        </pc:spChg>
        <pc:spChg chg="mod">
          <ac:chgData name="백 수완" userId="f289e55a-4c5f-4a04-87b1-c07dd3c71619" providerId="ADAL" clId="{D110C412-446F-4E19-813F-1CC9BE52F02B}" dt="2025-05-13T00:46:17.521" v="2324" actId="1035"/>
          <ac:spMkLst>
            <pc:docMk/>
            <pc:sldMk cId="2684221587" sldId="293"/>
            <ac:spMk id="44" creationId="{1D867A50-A750-977C-F771-528F118CA35D}"/>
          </ac:spMkLst>
        </pc:spChg>
        <pc:spChg chg="mod">
          <ac:chgData name="백 수완" userId="f289e55a-4c5f-4a04-87b1-c07dd3c71619" providerId="ADAL" clId="{D110C412-446F-4E19-813F-1CC9BE52F02B}" dt="2025-05-13T00:46:17.521" v="2324" actId="1035"/>
          <ac:spMkLst>
            <pc:docMk/>
            <pc:sldMk cId="2684221587" sldId="293"/>
            <ac:spMk id="57" creationId="{5A961252-7C70-44BF-C1D8-AF8F66D4FB98}"/>
          </ac:spMkLst>
        </pc:spChg>
        <pc:spChg chg="mod">
          <ac:chgData name="백 수완" userId="f289e55a-4c5f-4a04-87b1-c07dd3c71619" providerId="ADAL" clId="{D110C412-446F-4E19-813F-1CC9BE52F02B}" dt="2025-05-13T00:46:17.521" v="2324" actId="1035"/>
          <ac:spMkLst>
            <pc:docMk/>
            <pc:sldMk cId="2684221587" sldId="293"/>
            <ac:spMk id="58" creationId="{A82A4C21-FCA7-D921-FCFF-8C8E9AF08CBB}"/>
          </ac:spMkLst>
        </pc:spChg>
        <pc:spChg chg="mod">
          <ac:chgData name="백 수완" userId="f289e55a-4c5f-4a04-87b1-c07dd3c71619" providerId="ADAL" clId="{D110C412-446F-4E19-813F-1CC9BE52F02B}" dt="2025-05-13T00:46:17.521" v="2324" actId="1035"/>
          <ac:spMkLst>
            <pc:docMk/>
            <pc:sldMk cId="2684221587" sldId="293"/>
            <ac:spMk id="62" creationId="{5B42E8A1-808E-3160-AED3-37ACBE5F0B1B}"/>
          </ac:spMkLst>
        </pc:spChg>
        <pc:spChg chg="mod">
          <ac:chgData name="백 수완" userId="f289e55a-4c5f-4a04-87b1-c07dd3c71619" providerId="ADAL" clId="{D110C412-446F-4E19-813F-1CC9BE52F02B}" dt="2025-05-13T00:46:17.521" v="2324" actId="1035"/>
          <ac:spMkLst>
            <pc:docMk/>
            <pc:sldMk cId="2684221587" sldId="293"/>
            <ac:spMk id="67" creationId="{01AA7D47-5119-4172-2260-D1C7683B38D7}"/>
          </ac:spMkLst>
        </pc:spChg>
        <pc:spChg chg="mod">
          <ac:chgData name="백 수완" userId="f289e55a-4c5f-4a04-87b1-c07dd3c71619" providerId="ADAL" clId="{D110C412-446F-4E19-813F-1CC9BE52F02B}" dt="2025-05-13T00:46:17.521" v="2324" actId="1035"/>
          <ac:spMkLst>
            <pc:docMk/>
            <pc:sldMk cId="2684221587" sldId="293"/>
            <ac:spMk id="69" creationId="{998FC98E-C3A2-D8B0-BB76-65A142C1B799}"/>
          </ac:spMkLst>
        </pc:spChg>
        <pc:spChg chg="mod">
          <ac:chgData name="백 수완" userId="f289e55a-4c5f-4a04-87b1-c07dd3c71619" providerId="ADAL" clId="{D110C412-446F-4E19-813F-1CC9BE52F02B}" dt="2025-05-13T00:46:17.521" v="2324" actId="1035"/>
          <ac:spMkLst>
            <pc:docMk/>
            <pc:sldMk cId="2684221587" sldId="293"/>
            <ac:spMk id="72" creationId="{6C1A5A94-18F3-1C55-5ACD-C036F3C707C0}"/>
          </ac:spMkLst>
        </pc:spChg>
      </pc:sldChg>
      <pc:sldChg chg="addSp delSp modSp mod">
        <pc:chgData name="백 수완" userId="f289e55a-4c5f-4a04-87b1-c07dd3c71619" providerId="ADAL" clId="{D110C412-446F-4E19-813F-1CC9BE52F02B}" dt="2025-05-13T00:47:54.884" v="2328"/>
        <pc:sldMkLst>
          <pc:docMk/>
          <pc:sldMk cId="4286597886" sldId="294"/>
        </pc:sldMkLst>
      </pc:sldChg>
      <pc:sldChg chg="addSp delSp modSp mod addAnim delAnim modAnim">
        <pc:chgData name="백 수완" userId="f289e55a-4c5f-4a04-87b1-c07dd3c71619" providerId="ADAL" clId="{D110C412-446F-4E19-813F-1CC9BE52F02B}" dt="2025-05-13T05:03:51.260" v="4010" actId="1076"/>
        <pc:sldMkLst>
          <pc:docMk/>
          <pc:sldMk cId="3445510507" sldId="296"/>
        </pc:sldMkLst>
        <pc:spChg chg="add del">
          <ac:chgData name="백 수완" userId="f289e55a-4c5f-4a04-87b1-c07dd3c71619" providerId="ADAL" clId="{D110C412-446F-4E19-813F-1CC9BE52F02B}" dt="2025-05-13T01:31:03.914" v="2407" actId="478"/>
          <ac:spMkLst>
            <pc:docMk/>
            <pc:sldMk cId="3445510507" sldId="296"/>
            <ac:spMk id="2" creationId="{6026B109-D178-181F-754C-279980E5E47B}"/>
          </ac:spMkLst>
        </pc:spChg>
        <pc:spChg chg="add del">
          <ac:chgData name="백 수완" userId="f289e55a-4c5f-4a04-87b1-c07dd3c71619" providerId="ADAL" clId="{D110C412-446F-4E19-813F-1CC9BE52F02B}" dt="2025-05-13T01:31:03.914" v="2407" actId="478"/>
          <ac:spMkLst>
            <pc:docMk/>
            <pc:sldMk cId="3445510507" sldId="296"/>
            <ac:spMk id="6" creationId="{D8B06519-DA29-4A8F-1510-26348FC57CA3}"/>
          </ac:spMkLst>
        </pc:spChg>
        <pc:spChg chg="add del mod">
          <ac:chgData name="백 수완" userId="f289e55a-4c5f-4a04-87b1-c07dd3c71619" providerId="ADAL" clId="{D110C412-446F-4E19-813F-1CC9BE52F02B}" dt="2025-05-13T04:48:44.395" v="3509" actId="20577"/>
          <ac:spMkLst>
            <pc:docMk/>
            <pc:sldMk cId="3445510507" sldId="296"/>
            <ac:spMk id="7" creationId="{4E266433-91AE-62F6-BA84-E408F6FF120C}"/>
          </ac:spMkLst>
        </pc:spChg>
        <pc:spChg chg="mod ord">
          <ac:chgData name="백 수완" userId="f289e55a-4c5f-4a04-87b1-c07dd3c71619" providerId="ADAL" clId="{D110C412-446F-4E19-813F-1CC9BE52F02B}" dt="2025-05-13T02:16:06.752" v="3155" actId="1035"/>
          <ac:spMkLst>
            <pc:docMk/>
            <pc:sldMk cId="3445510507" sldId="296"/>
            <ac:spMk id="10" creationId="{6A3B6183-5A65-6DE2-2DCA-585032258465}"/>
          </ac:spMkLst>
        </pc:spChg>
        <pc:spChg chg="mod topLvl">
          <ac:chgData name="백 수완" userId="f289e55a-4c5f-4a04-87b1-c07dd3c71619" providerId="ADAL" clId="{D110C412-446F-4E19-813F-1CC9BE52F02B}" dt="2025-05-13T03:56:44.249" v="3387" actId="408"/>
          <ac:spMkLst>
            <pc:docMk/>
            <pc:sldMk cId="3445510507" sldId="296"/>
            <ac:spMk id="12" creationId="{D39A6FE7-00A9-DC98-1BF5-ACD22D074517}"/>
          </ac:spMkLst>
        </pc:spChg>
        <pc:spChg chg="mod topLvl">
          <ac:chgData name="백 수완" userId="f289e55a-4c5f-4a04-87b1-c07dd3c71619" providerId="ADAL" clId="{D110C412-446F-4E19-813F-1CC9BE52F02B}" dt="2025-05-13T03:56:52.682" v="3423" actId="1038"/>
          <ac:spMkLst>
            <pc:docMk/>
            <pc:sldMk cId="3445510507" sldId="296"/>
            <ac:spMk id="13" creationId="{FC604F65-3594-8A52-3E6F-A17E9555A4D6}"/>
          </ac:spMkLst>
        </pc:spChg>
        <pc:spChg chg="mod">
          <ac:chgData name="백 수완" userId="f289e55a-4c5f-4a04-87b1-c07dd3c71619" providerId="ADAL" clId="{D110C412-446F-4E19-813F-1CC9BE52F02B}" dt="2025-05-13T02:15:19.232" v="3100" actId="255"/>
          <ac:spMkLst>
            <pc:docMk/>
            <pc:sldMk cId="3445510507" sldId="296"/>
            <ac:spMk id="15" creationId="{727CAA1C-FA52-9107-20CD-9FA496323BB1}"/>
          </ac:spMkLst>
        </pc:spChg>
        <pc:spChg chg="mod">
          <ac:chgData name="백 수완" userId="f289e55a-4c5f-4a04-87b1-c07dd3c71619" providerId="ADAL" clId="{D110C412-446F-4E19-813F-1CC9BE52F02B}" dt="2025-05-13T03:56:17.279" v="3383" actId="207"/>
          <ac:spMkLst>
            <pc:docMk/>
            <pc:sldMk cId="3445510507" sldId="296"/>
            <ac:spMk id="16" creationId="{26DF1C4C-B77B-4BF0-A2D5-3ADA0EEC0F6F}"/>
          </ac:spMkLst>
        </pc:spChg>
        <pc:spChg chg="add mod">
          <ac:chgData name="백 수완" userId="f289e55a-4c5f-4a04-87b1-c07dd3c71619" providerId="ADAL" clId="{D110C412-446F-4E19-813F-1CC9BE52F02B}" dt="2025-05-13T02:20:07.087" v="3208" actId="553"/>
          <ac:spMkLst>
            <pc:docMk/>
            <pc:sldMk cId="3445510507" sldId="296"/>
            <ac:spMk id="20" creationId="{831234D2-74F2-F10A-A06C-1FFF95B5225E}"/>
          </ac:spMkLst>
        </pc:spChg>
        <pc:spChg chg="mod">
          <ac:chgData name="백 수완" userId="f289e55a-4c5f-4a04-87b1-c07dd3c71619" providerId="ADAL" clId="{D110C412-446F-4E19-813F-1CC9BE52F02B}" dt="2025-05-13T01:28:08.282" v="2331"/>
          <ac:spMkLst>
            <pc:docMk/>
            <pc:sldMk cId="3445510507" sldId="296"/>
            <ac:spMk id="26" creationId="{2BE0B9BB-E2BC-5F71-9746-1B36ACCEDEF3}"/>
          </ac:spMkLst>
        </pc:spChg>
        <pc:spChg chg="mod topLvl">
          <ac:chgData name="백 수완" userId="f289e55a-4c5f-4a04-87b1-c07dd3c71619" providerId="ADAL" clId="{D110C412-446F-4E19-813F-1CC9BE52F02B}" dt="2025-05-13T03:55:53.004" v="3379" actId="164"/>
          <ac:spMkLst>
            <pc:docMk/>
            <pc:sldMk cId="3445510507" sldId="296"/>
            <ac:spMk id="28" creationId="{9B1131C8-6E1C-DB0C-F69D-55FB4B7A96A6}"/>
          </ac:spMkLst>
        </pc:spChg>
        <pc:spChg chg="mod topLvl">
          <ac:chgData name="백 수완" userId="f289e55a-4c5f-4a04-87b1-c07dd3c71619" providerId="ADAL" clId="{D110C412-446F-4E19-813F-1CC9BE52F02B}" dt="2025-05-13T03:55:53.004" v="3379" actId="164"/>
          <ac:spMkLst>
            <pc:docMk/>
            <pc:sldMk cId="3445510507" sldId="296"/>
            <ac:spMk id="29" creationId="{C819DCDC-69A7-6A47-FAB2-1EED2812DA30}"/>
          </ac:spMkLst>
        </pc:spChg>
        <pc:spChg chg="mod topLvl">
          <ac:chgData name="백 수완" userId="f289e55a-4c5f-4a04-87b1-c07dd3c71619" providerId="ADAL" clId="{D110C412-446F-4E19-813F-1CC9BE52F02B}" dt="2025-05-13T03:55:53.004" v="3379" actId="164"/>
          <ac:spMkLst>
            <pc:docMk/>
            <pc:sldMk cId="3445510507" sldId="296"/>
            <ac:spMk id="30" creationId="{095C4D79-54E7-A184-9C26-1F522BEE0687}"/>
          </ac:spMkLst>
        </pc:spChg>
        <pc:spChg chg="mod topLvl">
          <ac:chgData name="백 수완" userId="f289e55a-4c5f-4a04-87b1-c07dd3c71619" providerId="ADAL" clId="{D110C412-446F-4E19-813F-1CC9BE52F02B}" dt="2025-05-13T03:55:53.004" v="3379" actId="164"/>
          <ac:spMkLst>
            <pc:docMk/>
            <pc:sldMk cId="3445510507" sldId="296"/>
            <ac:spMk id="33" creationId="{285497DC-9316-B4AD-28D2-B1BCF688D9E3}"/>
          </ac:spMkLst>
        </pc:spChg>
        <pc:spChg chg="add mod ord">
          <ac:chgData name="백 수완" userId="f289e55a-4c5f-4a04-87b1-c07dd3c71619" providerId="ADAL" clId="{D110C412-446F-4E19-813F-1CC9BE52F02B}" dt="2025-05-13T03:49:47.397" v="3240" actId="14100"/>
          <ac:spMkLst>
            <pc:docMk/>
            <pc:sldMk cId="3445510507" sldId="296"/>
            <ac:spMk id="41" creationId="{195EF4C8-2CB6-8D2A-E5CB-7FD73CC9CE89}"/>
          </ac:spMkLst>
        </pc:spChg>
        <pc:spChg chg="add mod ord">
          <ac:chgData name="백 수완" userId="f289e55a-4c5f-4a04-87b1-c07dd3c71619" providerId="ADAL" clId="{D110C412-446F-4E19-813F-1CC9BE52F02B}" dt="2025-05-13T03:50:46.084" v="3247" actId="14100"/>
          <ac:spMkLst>
            <pc:docMk/>
            <pc:sldMk cId="3445510507" sldId="296"/>
            <ac:spMk id="46" creationId="{14D43A83-215E-B9A5-E9B3-74603B53FA88}"/>
          </ac:spMkLst>
        </pc:spChg>
        <pc:spChg chg="mod topLvl">
          <ac:chgData name="백 수완" userId="f289e55a-4c5f-4a04-87b1-c07dd3c71619" providerId="ADAL" clId="{D110C412-446F-4E19-813F-1CC9BE52F02B}" dt="2025-05-13T02:20:02.464" v="3207" actId="554"/>
          <ac:spMkLst>
            <pc:docMk/>
            <pc:sldMk cId="3445510507" sldId="296"/>
            <ac:spMk id="50" creationId="{D9EBE60C-0A0D-0706-7B90-D06E239267A5}"/>
          </ac:spMkLst>
        </pc:spChg>
        <pc:spChg chg="mod topLvl">
          <ac:chgData name="백 수완" userId="f289e55a-4c5f-4a04-87b1-c07dd3c71619" providerId="ADAL" clId="{D110C412-446F-4E19-813F-1CC9BE52F02B}" dt="2025-05-13T02:19:48.538" v="3205" actId="207"/>
          <ac:spMkLst>
            <pc:docMk/>
            <pc:sldMk cId="3445510507" sldId="296"/>
            <ac:spMk id="51" creationId="{E95265C9-3BC8-0068-5E54-B9BBAA62BA15}"/>
          </ac:spMkLst>
        </pc:spChg>
        <pc:spChg chg="add mod">
          <ac:chgData name="백 수완" userId="f289e55a-4c5f-4a04-87b1-c07dd3c71619" providerId="ADAL" clId="{D110C412-446F-4E19-813F-1CC9BE52F02B}" dt="2025-05-13T03:50:51.381" v="3248" actId="14100"/>
          <ac:spMkLst>
            <pc:docMk/>
            <pc:sldMk cId="3445510507" sldId="296"/>
            <ac:spMk id="52" creationId="{48DD1719-31EB-3760-248D-8A88C9BB0415}"/>
          </ac:spMkLst>
        </pc:spChg>
        <pc:spChg chg="add mod">
          <ac:chgData name="백 수완" userId="f289e55a-4c5f-4a04-87b1-c07dd3c71619" providerId="ADAL" clId="{D110C412-446F-4E19-813F-1CC9BE52F02B}" dt="2025-05-13T05:03:51.260" v="4010" actId="1076"/>
          <ac:spMkLst>
            <pc:docMk/>
            <pc:sldMk cId="3445510507" sldId="296"/>
            <ac:spMk id="55" creationId="{4CC44D6E-69D3-179E-F0EF-B1820963F336}"/>
          </ac:spMkLst>
        </pc:spChg>
        <pc:spChg chg="add mod">
          <ac:chgData name="백 수완" userId="f289e55a-4c5f-4a04-87b1-c07dd3c71619" providerId="ADAL" clId="{D110C412-446F-4E19-813F-1CC9BE52F02B}" dt="2025-05-13T05:03:51.260" v="4010" actId="1076"/>
          <ac:spMkLst>
            <pc:docMk/>
            <pc:sldMk cId="3445510507" sldId="296"/>
            <ac:spMk id="56" creationId="{6D70382F-F0CC-8DF1-B148-D5F5A1700452}"/>
          </ac:spMkLst>
        </pc:spChg>
        <pc:grpChg chg="mod topLvl">
          <ac:chgData name="백 수완" userId="f289e55a-4c5f-4a04-87b1-c07dd3c71619" providerId="ADAL" clId="{D110C412-446F-4E19-813F-1CC9BE52F02B}" dt="2025-05-13T02:16:06.752" v="3155" actId="1035"/>
          <ac:grpSpMkLst>
            <pc:docMk/>
            <pc:sldMk cId="3445510507" sldId="296"/>
            <ac:grpSpMk id="14" creationId="{49284243-5592-0132-FF2F-DA7FFFB10EFF}"/>
          </ac:grpSpMkLst>
        </pc:grpChg>
        <pc:grpChg chg="mod">
          <ac:chgData name="백 수완" userId="f289e55a-4c5f-4a04-87b1-c07dd3c71619" providerId="ADAL" clId="{D110C412-446F-4E19-813F-1CC9BE52F02B}" dt="2025-05-13T03:56:00.912" v="3382" actId="408"/>
          <ac:grpSpMkLst>
            <pc:docMk/>
            <pc:sldMk cId="3445510507" sldId="296"/>
            <ac:grpSpMk id="21" creationId="{CFCA7BD6-1D12-0201-30D0-3E4739CDE6B5}"/>
          </ac:grpSpMkLst>
        </pc:grpChg>
        <pc:grpChg chg="add mod">
          <ac:chgData name="백 수완" userId="f289e55a-4c5f-4a04-87b1-c07dd3c71619" providerId="ADAL" clId="{D110C412-446F-4E19-813F-1CC9BE52F02B}" dt="2025-05-13T03:55:55.560" v="3380" actId="12788"/>
          <ac:grpSpMkLst>
            <pc:docMk/>
            <pc:sldMk cId="3445510507" sldId="296"/>
            <ac:grpSpMk id="57" creationId="{58AE3479-5A6C-5685-7938-3B92E3D88735}"/>
          </ac:grpSpMkLst>
        </pc:grpChg>
        <pc:graphicFrameChg chg="mod modGraphic">
          <ac:chgData name="백 수완" userId="f289e55a-4c5f-4a04-87b1-c07dd3c71619" providerId="ADAL" clId="{D110C412-446F-4E19-813F-1CC9BE52F02B}" dt="2025-05-13T03:55:12.928" v="3336"/>
          <ac:graphicFrameMkLst>
            <pc:docMk/>
            <pc:sldMk cId="3445510507" sldId="296"/>
            <ac:graphicFrameMk id="19" creationId="{6EABBF1E-299F-D250-FB52-8BF55FA19079}"/>
          </ac:graphicFrameMkLst>
        </pc:graphicFrameChg>
        <pc:graphicFrameChg chg="mod">
          <ac:chgData name="백 수완" userId="f289e55a-4c5f-4a04-87b1-c07dd3c71619" providerId="ADAL" clId="{D110C412-446F-4E19-813F-1CC9BE52F02B}" dt="2025-05-13T02:21:22.077" v="3225"/>
          <ac:graphicFrameMkLst>
            <pc:docMk/>
            <pc:sldMk cId="3445510507" sldId="296"/>
            <ac:graphicFrameMk id="22" creationId="{E41C4E09-4B7A-7EFD-33EF-DFB672F249A0}"/>
          </ac:graphicFrameMkLst>
        </pc:graphicFrameChg>
        <pc:picChg chg="add mod ord">
          <ac:chgData name="백 수완" userId="f289e55a-4c5f-4a04-87b1-c07dd3c71619" providerId="ADAL" clId="{D110C412-446F-4E19-813F-1CC9BE52F02B}" dt="2025-05-13T02:08:28.934" v="2802"/>
          <ac:picMkLst>
            <pc:docMk/>
            <pc:sldMk cId="3445510507" sldId="296"/>
            <ac:picMk id="44" creationId="{AC0D005D-3724-073E-1FAC-C5366742D4A4}"/>
          </ac:picMkLst>
        </pc:picChg>
        <pc:picChg chg="add mod ord modCrop">
          <ac:chgData name="백 수완" userId="f289e55a-4c5f-4a04-87b1-c07dd3c71619" providerId="ADAL" clId="{D110C412-446F-4E19-813F-1CC9BE52F02B}" dt="2025-05-13T03:51:29.611" v="3291" actId="1036"/>
          <ac:picMkLst>
            <pc:docMk/>
            <pc:sldMk cId="3445510507" sldId="296"/>
            <ac:picMk id="48" creationId="{BF9CA424-517D-929D-7F6A-EBB20C0A9362}"/>
          </ac:picMkLst>
        </pc:picChg>
      </pc:sldChg>
      <pc:sldChg chg="addSp delSp modSp new del mod">
        <pc:chgData name="백 수완" userId="f289e55a-4c5f-4a04-87b1-c07dd3c71619" providerId="ADAL" clId="{D110C412-446F-4E19-813F-1CC9BE52F02B}" dt="2025-05-13T03:56:59.457" v="3424" actId="47"/>
        <pc:sldMkLst>
          <pc:docMk/>
          <pc:sldMk cId="1494054543" sldId="297"/>
        </pc:sldMkLst>
      </pc:sldChg>
      <pc:sldChg chg="addSp delSp modSp new mod">
        <pc:chgData name="백 수완" userId="f289e55a-4c5f-4a04-87b1-c07dd3c71619" providerId="ADAL" clId="{D110C412-446F-4E19-813F-1CC9BE52F02B}" dt="2025-05-13T05:35:46.147" v="6245" actId="208"/>
        <pc:sldMkLst>
          <pc:docMk/>
          <pc:sldMk cId="4079216037" sldId="297"/>
        </pc:sldMkLst>
        <pc:spChg chg="add mod">
          <ac:chgData name="백 수완" userId="f289e55a-4c5f-4a04-87b1-c07dd3c71619" providerId="ADAL" clId="{D110C412-446F-4E19-813F-1CC9BE52F02B}" dt="2025-05-13T05:11:12.339" v="4980" actId="692"/>
          <ac:spMkLst>
            <pc:docMk/>
            <pc:sldMk cId="4079216037" sldId="297"/>
            <ac:spMk id="3" creationId="{FEC902E5-38EF-4A43-7929-3A30F41E0A98}"/>
          </ac:spMkLst>
        </pc:spChg>
        <pc:spChg chg="add mod">
          <ac:chgData name="백 수완" userId="f289e55a-4c5f-4a04-87b1-c07dd3c71619" providerId="ADAL" clId="{D110C412-446F-4E19-813F-1CC9BE52F02B}" dt="2025-05-13T04:49:01.530" v="3559" actId="20577"/>
          <ac:spMkLst>
            <pc:docMk/>
            <pc:sldMk cId="4079216037" sldId="297"/>
            <ac:spMk id="4" creationId="{5876670C-B755-3322-A668-9BCC87517917}"/>
          </ac:spMkLst>
        </pc:spChg>
        <pc:spChg chg="add mod">
          <ac:chgData name="백 수완" userId="f289e55a-4c5f-4a04-87b1-c07dd3c71619" providerId="ADAL" clId="{D110C412-446F-4E19-813F-1CC9BE52F02B}" dt="2025-05-13T05:11:12.339" v="4980" actId="692"/>
          <ac:spMkLst>
            <pc:docMk/>
            <pc:sldMk cId="4079216037" sldId="297"/>
            <ac:spMk id="5" creationId="{B847FFFD-FAB7-0E51-30CE-063670EE34B1}"/>
          </ac:spMkLst>
        </pc:spChg>
        <pc:spChg chg="add mod">
          <ac:chgData name="백 수완" userId="f289e55a-4c5f-4a04-87b1-c07dd3c71619" providerId="ADAL" clId="{D110C412-446F-4E19-813F-1CC9BE52F02B}" dt="2025-05-13T04:49:39.895" v="3733" actId="207"/>
          <ac:spMkLst>
            <pc:docMk/>
            <pc:sldMk cId="4079216037" sldId="297"/>
            <ac:spMk id="6" creationId="{39FE47A6-C22F-7CE8-3765-9164F8A477C8}"/>
          </ac:spMkLst>
        </pc:spChg>
        <pc:spChg chg="add mod ord">
          <ac:chgData name="백 수완" userId="f289e55a-4c5f-4a04-87b1-c07dd3c71619" providerId="ADAL" clId="{D110C412-446F-4E19-813F-1CC9BE52F02B}" dt="2025-05-13T05:11:12.339" v="4980" actId="692"/>
          <ac:spMkLst>
            <pc:docMk/>
            <pc:sldMk cId="4079216037" sldId="297"/>
            <ac:spMk id="8" creationId="{D63B1FFA-0BAB-375F-D8AD-010FE22E7D9E}"/>
          </ac:spMkLst>
        </pc:spChg>
        <pc:spChg chg="add mod">
          <ac:chgData name="백 수완" userId="f289e55a-4c5f-4a04-87b1-c07dd3c71619" providerId="ADAL" clId="{D110C412-446F-4E19-813F-1CC9BE52F02B}" dt="2025-05-13T04:53:26.671" v="3854" actId="465"/>
          <ac:spMkLst>
            <pc:docMk/>
            <pc:sldMk cId="4079216037" sldId="297"/>
            <ac:spMk id="9" creationId="{AE020360-100C-236B-671B-D44C592F0010}"/>
          </ac:spMkLst>
        </pc:spChg>
        <pc:spChg chg="add mod ord">
          <ac:chgData name="백 수완" userId="f289e55a-4c5f-4a04-87b1-c07dd3c71619" providerId="ADAL" clId="{D110C412-446F-4E19-813F-1CC9BE52F02B}" dt="2025-05-13T05:11:36.044" v="4984" actId="12788"/>
          <ac:spMkLst>
            <pc:docMk/>
            <pc:sldMk cId="4079216037" sldId="297"/>
            <ac:spMk id="20" creationId="{30C86B78-5658-0C93-4826-6E6123F8F099}"/>
          </ac:spMkLst>
        </pc:spChg>
        <pc:spChg chg="add mod ord">
          <ac:chgData name="백 수완" userId="f289e55a-4c5f-4a04-87b1-c07dd3c71619" providerId="ADAL" clId="{D110C412-446F-4E19-813F-1CC9BE52F02B}" dt="2025-05-13T05:11:32.860" v="4983" actId="12788"/>
          <ac:spMkLst>
            <pc:docMk/>
            <pc:sldMk cId="4079216037" sldId="297"/>
            <ac:spMk id="21" creationId="{9AAB259A-585D-ABCD-BB08-A3785B31C2D5}"/>
          </ac:spMkLst>
        </pc:spChg>
        <pc:spChg chg="add mod ord">
          <ac:chgData name="백 수완" userId="f289e55a-4c5f-4a04-87b1-c07dd3c71619" providerId="ADAL" clId="{D110C412-446F-4E19-813F-1CC9BE52F02B}" dt="2025-05-13T05:11:28.974" v="4982" actId="12788"/>
          <ac:spMkLst>
            <pc:docMk/>
            <pc:sldMk cId="4079216037" sldId="297"/>
            <ac:spMk id="22" creationId="{8C93E46C-AF0F-9112-54A1-F029B51FE78E}"/>
          </ac:spMkLst>
        </pc:spChg>
        <pc:spChg chg="add mod ord">
          <ac:chgData name="백 수완" userId="f289e55a-4c5f-4a04-87b1-c07dd3c71619" providerId="ADAL" clId="{D110C412-446F-4E19-813F-1CC9BE52F02B}" dt="2025-05-13T05:11:25.461" v="4981" actId="12788"/>
          <ac:spMkLst>
            <pc:docMk/>
            <pc:sldMk cId="4079216037" sldId="297"/>
            <ac:spMk id="23" creationId="{41A85A36-B0E0-5E96-943F-C6E8B8476781}"/>
          </ac:spMkLst>
        </pc:spChg>
        <pc:spChg chg="add mod ord">
          <ac:chgData name="백 수완" userId="f289e55a-4c5f-4a04-87b1-c07dd3c71619" providerId="ADAL" clId="{D110C412-446F-4E19-813F-1CC9BE52F02B}" dt="2025-05-13T05:08:31.381" v="4266" actId="166"/>
          <ac:spMkLst>
            <pc:docMk/>
            <pc:sldMk cId="4079216037" sldId="297"/>
            <ac:spMk id="24" creationId="{834AF412-EEEB-8BF6-8DB0-A8F61F49DAEB}"/>
          </ac:spMkLst>
        </pc:spChg>
        <pc:spChg chg="add mod ord">
          <ac:chgData name="백 수완" userId="f289e55a-4c5f-4a04-87b1-c07dd3c71619" providerId="ADAL" clId="{D110C412-446F-4E19-813F-1CC9BE52F02B}" dt="2025-05-13T05:11:12.339" v="4980" actId="692"/>
          <ac:spMkLst>
            <pc:docMk/>
            <pc:sldMk cId="4079216037" sldId="297"/>
            <ac:spMk id="25" creationId="{3AE820C3-FD1D-FE7D-3E88-A6D7F177F357}"/>
          </ac:spMkLst>
        </pc:spChg>
        <pc:spChg chg="add mod ord">
          <ac:chgData name="백 수완" userId="f289e55a-4c5f-4a04-87b1-c07dd3c71619" providerId="ADAL" clId="{D110C412-446F-4E19-813F-1CC9BE52F02B}" dt="2025-05-13T05:08:31.381" v="4266" actId="166"/>
          <ac:spMkLst>
            <pc:docMk/>
            <pc:sldMk cId="4079216037" sldId="297"/>
            <ac:spMk id="26" creationId="{D542EDB2-5F05-812A-9DBD-F844F41DF4CB}"/>
          </ac:spMkLst>
        </pc:spChg>
        <pc:spChg chg="add mod ord">
          <ac:chgData name="백 수완" userId="f289e55a-4c5f-4a04-87b1-c07dd3c71619" providerId="ADAL" clId="{D110C412-446F-4E19-813F-1CC9BE52F02B}" dt="2025-05-13T05:11:12.339" v="4980" actId="692"/>
          <ac:spMkLst>
            <pc:docMk/>
            <pc:sldMk cId="4079216037" sldId="297"/>
            <ac:spMk id="27" creationId="{F8EB1A52-69FE-3B42-3992-4E255B640616}"/>
          </ac:spMkLst>
        </pc:spChg>
        <pc:spChg chg="add mod">
          <ac:chgData name="백 수완" userId="f289e55a-4c5f-4a04-87b1-c07dd3c71619" providerId="ADAL" clId="{D110C412-446F-4E19-813F-1CC9BE52F02B}" dt="2025-05-13T05:12:50.583" v="4996" actId="12788"/>
          <ac:spMkLst>
            <pc:docMk/>
            <pc:sldMk cId="4079216037" sldId="297"/>
            <ac:spMk id="29" creationId="{E9757A36-93A7-A8A4-6347-2870EAA6ADC4}"/>
          </ac:spMkLst>
        </pc:spChg>
        <pc:spChg chg="add mod">
          <ac:chgData name="백 수완" userId="f289e55a-4c5f-4a04-87b1-c07dd3c71619" providerId="ADAL" clId="{D110C412-446F-4E19-813F-1CC9BE52F02B}" dt="2025-05-13T05:11:32.860" v="4983" actId="12788"/>
          <ac:spMkLst>
            <pc:docMk/>
            <pc:sldMk cId="4079216037" sldId="297"/>
            <ac:spMk id="30" creationId="{25343835-ED33-359E-7A1A-EFB5E6829B06}"/>
          </ac:spMkLst>
        </pc:spChg>
        <pc:spChg chg="add mod">
          <ac:chgData name="백 수완" userId="f289e55a-4c5f-4a04-87b1-c07dd3c71619" providerId="ADAL" clId="{D110C412-446F-4E19-813F-1CC9BE52F02B}" dt="2025-05-13T05:11:28.974" v="4982" actId="12788"/>
          <ac:spMkLst>
            <pc:docMk/>
            <pc:sldMk cId="4079216037" sldId="297"/>
            <ac:spMk id="31" creationId="{9959489A-39BD-01C8-37EB-9C998839CC99}"/>
          </ac:spMkLst>
        </pc:spChg>
        <pc:spChg chg="add mod">
          <ac:chgData name="백 수완" userId="f289e55a-4c5f-4a04-87b1-c07dd3c71619" providerId="ADAL" clId="{D110C412-446F-4E19-813F-1CC9BE52F02B}" dt="2025-05-13T05:12:57.655" v="5000" actId="12788"/>
          <ac:spMkLst>
            <pc:docMk/>
            <pc:sldMk cId="4079216037" sldId="297"/>
            <ac:spMk id="32" creationId="{581AA294-0E76-4EEA-3C31-B4581BC3EB14}"/>
          </ac:spMkLst>
        </pc:spChg>
        <pc:spChg chg="add mod">
          <ac:chgData name="백 수완" userId="f289e55a-4c5f-4a04-87b1-c07dd3c71619" providerId="ADAL" clId="{D110C412-446F-4E19-813F-1CC9BE52F02B}" dt="2025-05-13T05:11:47.306" v="4985" actId="207"/>
          <ac:spMkLst>
            <pc:docMk/>
            <pc:sldMk cId="4079216037" sldId="297"/>
            <ac:spMk id="33" creationId="{F2D8A7A6-A38E-0C86-5B8B-766CC2C0C358}"/>
          </ac:spMkLst>
        </pc:spChg>
        <pc:spChg chg="add mod">
          <ac:chgData name="백 수완" userId="f289e55a-4c5f-4a04-87b1-c07dd3c71619" providerId="ADAL" clId="{D110C412-446F-4E19-813F-1CC9BE52F02B}" dt="2025-05-13T05:11:58.986" v="4986" actId="207"/>
          <ac:spMkLst>
            <pc:docMk/>
            <pc:sldMk cId="4079216037" sldId="297"/>
            <ac:spMk id="34" creationId="{B0DC7715-213D-729A-28FF-64C161ED06C6}"/>
          </ac:spMkLst>
        </pc:spChg>
        <pc:spChg chg="add mod">
          <ac:chgData name="백 수완" userId="f289e55a-4c5f-4a04-87b1-c07dd3c71619" providerId="ADAL" clId="{D110C412-446F-4E19-813F-1CC9BE52F02B}" dt="2025-05-13T05:12:06.578" v="4987" actId="207"/>
          <ac:spMkLst>
            <pc:docMk/>
            <pc:sldMk cId="4079216037" sldId="297"/>
            <ac:spMk id="35" creationId="{3F4F5B18-7A4A-1FA4-58D6-38A14128CEEF}"/>
          </ac:spMkLst>
        </pc:spChg>
        <pc:spChg chg="add mod">
          <ac:chgData name="백 수완" userId="f289e55a-4c5f-4a04-87b1-c07dd3c71619" providerId="ADAL" clId="{D110C412-446F-4E19-813F-1CC9BE52F02B}" dt="2025-05-13T05:12:27.185" v="4989" actId="207"/>
          <ac:spMkLst>
            <pc:docMk/>
            <pc:sldMk cId="4079216037" sldId="297"/>
            <ac:spMk id="36" creationId="{F98DD9B3-8C2C-985C-2E05-9335F981EB04}"/>
          </ac:spMkLst>
        </pc:spChg>
        <pc:spChg chg="add mod">
          <ac:chgData name="백 수완" userId="f289e55a-4c5f-4a04-87b1-c07dd3c71619" providerId="ADAL" clId="{D110C412-446F-4E19-813F-1CC9BE52F02B}" dt="2025-05-13T05:19:01.815" v="5888" actId="1035"/>
          <ac:spMkLst>
            <pc:docMk/>
            <pc:sldMk cId="4079216037" sldId="297"/>
            <ac:spMk id="43" creationId="{320CFD35-DC59-DEC0-8CAE-B8817A32744B}"/>
          </ac:spMkLst>
        </pc:spChg>
        <pc:spChg chg="add mod">
          <ac:chgData name="백 수완" userId="f289e55a-4c5f-4a04-87b1-c07dd3c71619" providerId="ADAL" clId="{D110C412-446F-4E19-813F-1CC9BE52F02B}" dt="2025-05-13T05:19:01.815" v="5888" actId="1035"/>
          <ac:spMkLst>
            <pc:docMk/>
            <pc:sldMk cId="4079216037" sldId="297"/>
            <ac:spMk id="44" creationId="{D602223C-05B8-B4CB-6FE3-5A3335F5836D}"/>
          </ac:spMkLst>
        </pc:spChg>
        <pc:spChg chg="add mod">
          <ac:chgData name="백 수완" userId="f289e55a-4c5f-4a04-87b1-c07dd3c71619" providerId="ADAL" clId="{D110C412-446F-4E19-813F-1CC9BE52F02B}" dt="2025-05-13T05:19:01.815" v="5888" actId="1035"/>
          <ac:spMkLst>
            <pc:docMk/>
            <pc:sldMk cId="4079216037" sldId="297"/>
            <ac:spMk id="45" creationId="{589436C0-5C6A-8608-B694-C5071397D264}"/>
          </ac:spMkLst>
        </pc:spChg>
        <pc:spChg chg="add mod">
          <ac:chgData name="백 수완" userId="f289e55a-4c5f-4a04-87b1-c07dd3c71619" providerId="ADAL" clId="{D110C412-446F-4E19-813F-1CC9BE52F02B}" dt="2025-05-13T05:19:01.815" v="5888" actId="1035"/>
          <ac:spMkLst>
            <pc:docMk/>
            <pc:sldMk cId="4079216037" sldId="297"/>
            <ac:spMk id="46" creationId="{12A76F9D-5AAE-E5BC-CEAA-A27BEC17C4F5}"/>
          </ac:spMkLst>
        </pc:spChg>
        <pc:spChg chg="add mod">
          <ac:chgData name="백 수완" userId="f289e55a-4c5f-4a04-87b1-c07dd3c71619" providerId="ADAL" clId="{D110C412-446F-4E19-813F-1CC9BE52F02B}" dt="2025-05-13T05:19:42.092" v="5900" actId="1036"/>
          <ac:spMkLst>
            <pc:docMk/>
            <pc:sldMk cId="4079216037" sldId="297"/>
            <ac:spMk id="52" creationId="{B2CB4AE1-A10C-093A-0816-13A3E40F07D8}"/>
          </ac:spMkLst>
        </pc:spChg>
        <pc:spChg chg="add mod">
          <ac:chgData name="백 수완" userId="f289e55a-4c5f-4a04-87b1-c07dd3c71619" providerId="ADAL" clId="{D110C412-446F-4E19-813F-1CC9BE52F02B}" dt="2025-05-13T05:19:42.092" v="5900" actId="1036"/>
          <ac:spMkLst>
            <pc:docMk/>
            <pc:sldMk cId="4079216037" sldId="297"/>
            <ac:spMk id="53" creationId="{C1D6ACC7-7D4B-59EB-2438-91BB4E0826EC}"/>
          </ac:spMkLst>
        </pc:spChg>
        <pc:spChg chg="add mod">
          <ac:chgData name="백 수완" userId="f289e55a-4c5f-4a04-87b1-c07dd3c71619" providerId="ADAL" clId="{D110C412-446F-4E19-813F-1CC9BE52F02B}" dt="2025-05-13T05:19:42.092" v="5900" actId="1036"/>
          <ac:spMkLst>
            <pc:docMk/>
            <pc:sldMk cId="4079216037" sldId="297"/>
            <ac:spMk id="54" creationId="{5C4CFBFB-08D9-1A4E-AB8B-2364A2C2B8DA}"/>
          </ac:spMkLst>
        </pc:spChg>
        <pc:spChg chg="add mod">
          <ac:chgData name="백 수완" userId="f289e55a-4c5f-4a04-87b1-c07dd3c71619" providerId="ADAL" clId="{D110C412-446F-4E19-813F-1CC9BE52F02B}" dt="2025-05-13T05:19:53.321" v="5919" actId="1036"/>
          <ac:spMkLst>
            <pc:docMk/>
            <pc:sldMk cId="4079216037" sldId="297"/>
            <ac:spMk id="55" creationId="{7E561759-5995-BC31-27D3-D8A3E8C6368B}"/>
          </ac:spMkLst>
        </pc:spChg>
        <pc:picChg chg="add mod">
          <ac:chgData name="백 수완" userId="f289e55a-4c5f-4a04-87b1-c07dd3c71619" providerId="ADAL" clId="{D110C412-446F-4E19-813F-1CC9BE52F02B}" dt="2025-05-13T05:20:01.175" v="5920" actId="465"/>
          <ac:picMkLst>
            <pc:docMk/>
            <pc:sldMk cId="4079216037" sldId="297"/>
            <ac:picMk id="7" creationId="{564541F5-5357-1F16-38A8-BE66FA0D9712}"/>
          </ac:picMkLst>
        </pc:picChg>
        <pc:picChg chg="add mod ord">
          <ac:chgData name="백 수완" userId="f289e55a-4c5f-4a04-87b1-c07dd3c71619" providerId="ADAL" clId="{D110C412-446F-4E19-813F-1CC9BE52F02B}" dt="2025-05-13T04:57:59.956" v="3947" actId="1036"/>
          <ac:picMkLst>
            <pc:docMk/>
            <pc:sldMk cId="4079216037" sldId="297"/>
            <ac:picMk id="13" creationId="{03985025-DE6F-9075-0A68-9598C2C62786}"/>
          </ac:picMkLst>
        </pc:picChg>
        <pc:picChg chg="add mod ord">
          <ac:chgData name="백 수완" userId="f289e55a-4c5f-4a04-87b1-c07dd3c71619" providerId="ADAL" clId="{D110C412-446F-4E19-813F-1CC9BE52F02B}" dt="2025-05-13T05:08:31.381" v="4266" actId="166"/>
          <ac:picMkLst>
            <pc:docMk/>
            <pc:sldMk cId="4079216037" sldId="297"/>
            <ac:picMk id="15" creationId="{73A464E4-B698-2AD1-50D2-EA4F636789FE}"/>
          </ac:picMkLst>
        </pc:picChg>
        <pc:picChg chg="add mod ord">
          <ac:chgData name="백 수완" userId="f289e55a-4c5f-4a04-87b1-c07dd3c71619" providerId="ADAL" clId="{D110C412-446F-4E19-813F-1CC9BE52F02B}" dt="2025-05-13T05:04:56.274" v="4119" actId="12789"/>
          <ac:picMkLst>
            <pc:docMk/>
            <pc:sldMk cId="4079216037" sldId="297"/>
            <ac:picMk id="17" creationId="{49AFCB19-1288-0CEA-84BD-07BDEC645E99}"/>
          </ac:picMkLst>
        </pc:picChg>
        <pc:picChg chg="add mod ord">
          <ac:chgData name="백 수완" userId="f289e55a-4c5f-4a04-87b1-c07dd3c71619" providerId="ADAL" clId="{D110C412-446F-4E19-813F-1CC9BE52F02B}" dt="2025-05-13T04:57:59.956" v="3947" actId="1036"/>
          <ac:picMkLst>
            <pc:docMk/>
            <pc:sldMk cId="4079216037" sldId="297"/>
            <ac:picMk id="19" creationId="{0A39EC1A-5A8B-DA2C-BC77-61C90F61B326}"/>
          </ac:picMkLst>
        </pc:picChg>
        <pc:picChg chg="add mod">
          <ac:chgData name="백 수완" userId="f289e55a-4c5f-4a04-87b1-c07dd3c71619" providerId="ADAL" clId="{D110C412-446F-4E19-813F-1CC9BE52F02B}" dt="2025-05-13T05:17:11.238" v="5419" actId="1036"/>
          <ac:picMkLst>
            <pc:docMk/>
            <pc:sldMk cId="4079216037" sldId="297"/>
            <ac:picMk id="48" creationId="{20556C59-A251-1A03-F84F-137854731B76}"/>
          </ac:picMkLst>
        </pc:picChg>
        <pc:picChg chg="add mod">
          <ac:chgData name="백 수완" userId="f289e55a-4c5f-4a04-87b1-c07dd3c71619" providerId="ADAL" clId="{D110C412-446F-4E19-813F-1CC9BE52F02B}" dt="2025-05-13T05:19:01.815" v="5888" actId="1035"/>
          <ac:picMkLst>
            <pc:docMk/>
            <pc:sldMk cId="4079216037" sldId="297"/>
            <ac:picMk id="49" creationId="{47ACA917-512F-1579-739E-42EC465CDD9E}"/>
          </ac:picMkLst>
        </pc:picChg>
        <pc:picChg chg="add mod">
          <ac:chgData name="백 수완" userId="f289e55a-4c5f-4a04-87b1-c07dd3c71619" providerId="ADAL" clId="{D110C412-446F-4E19-813F-1CC9BE52F02B}" dt="2025-05-13T05:17:11.238" v="5419" actId="1036"/>
          <ac:picMkLst>
            <pc:docMk/>
            <pc:sldMk cId="4079216037" sldId="297"/>
            <ac:picMk id="50" creationId="{4FBA129C-5777-0149-73E3-707FFF03454A}"/>
          </ac:picMkLst>
        </pc:picChg>
        <pc:picChg chg="add mod">
          <ac:chgData name="백 수완" userId="f289e55a-4c5f-4a04-87b1-c07dd3c71619" providerId="ADAL" clId="{D110C412-446F-4E19-813F-1CC9BE52F02B}" dt="2025-05-13T05:19:01.815" v="5888" actId="1035"/>
          <ac:picMkLst>
            <pc:docMk/>
            <pc:sldMk cId="4079216037" sldId="297"/>
            <ac:picMk id="51" creationId="{5F00BC1A-F54C-C470-43F7-93E4022E8AC8}"/>
          </ac:picMkLst>
        </pc:picChg>
        <pc:picChg chg="add mod">
          <ac:chgData name="백 수완" userId="f289e55a-4c5f-4a04-87b1-c07dd3c71619" providerId="ADAL" clId="{D110C412-446F-4E19-813F-1CC9BE52F02B}" dt="2025-05-13T05:35:30.674" v="6234" actId="1036"/>
          <ac:picMkLst>
            <pc:docMk/>
            <pc:sldMk cId="4079216037" sldId="297"/>
            <ac:picMk id="57" creationId="{633DE828-F87B-8533-F1B9-C07270A2EB26}"/>
          </ac:picMkLst>
        </pc:picChg>
        <pc:picChg chg="add mod">
          <ac:chgData name="백 수완" userId="f289e55a-4c5f-4a04-87b1-c07dd3c71619" providerId="ADAL" clId="{D110C412-446F-4E19-813F-1CC9BE52F02B}" dt="2025-05-13T05:31:49.427" v="6105" actId="12789"/>
          <ac:picMkLst>
            <pc:docMk/>
            <pc:sldMk cId="4079216037" sldId="297"/>
            <ac:picMk id="1026" creationId="{1FE53CF5-F4E4-A8E3-AEEA-A1B8B5C399EB}"/>
          </ac:picMkLst>
        </pc:picChg>
        <pc:picChg chg="add mod">
          <ac:chgData name="백 수완" userId="f289e55a-4c5f-4a04-87b1-c07dd3c71619" providerId="ADAL" clId="{D110C412-446F-4E19-813F-1CC9BE52F02B}" dt="2025-05-13T05:35:30.674" v="6234" actId="1036"/>
          <ac:picMkLst>
            <pc:docMk/>
            <pc:sldMk cId="4079216037" sldId="297"/>
            <ac:picMk id="1030" creationId="{69AB464D-5873-ABFF-D066-551975FBF564}"/>
          </ac:picMkLst>
        </pc:picChg>
        <pc:picChg chg="add mod">
          <ac:chgData name="백 수완" userId="f289e55a-4c5f-4a04-87b1-c07dd3c71619" providerId="ADAL" clId="{D110C412-446F-4E19-813F-1CC9BE52F02B}" dt="2025-05-13T05:31:49.427" v="6105" actId="12789"/>
          <ac:picMkLst>
            <pc:docMk/>
            <pc:sldMk cId="4079216037" sldId="297"/>
            <ac:picMk id="1032" creationId="{52FA5818-1601-16F1-A4C1-DB06D56A7825}"/>
          </ac:picMkLst>
        </pc:picChg>
        <pc:picChg chg="add mod">
          <ac:chgData name="백 수완" userId="f289e55a-4c5f-4a04-87b1-c07dd3c71619" providerId="ADAL" clId="{D110C412-446F-4E19-813F-1CC9BE52F02B}" dt="2025-05-13T05:35:07.877" v="6229" actId="12789"/>
          <ac:picMkLst>
            <pc:docMk/>
            <pc:sldMk cId="4079216037" sldId="297"/>
            <ac:picMk id="1034" creationId="{85AA39DB-08D8-D2DA-1851-CB8C56FDA5F2}"/>
          </ac:picMkLst>
        </pc:picChg>
        <pc:picChg chg="add mod">
          <ac:chgData name="백 수완" userId="f289e55a-4c5f-4a04-87b1-c07dd3c71619" providerId="ADAL" clId="{D110C412-446F-4E19-813F-1CC9BE52F02B}" dt="2025-05-13T05:35:30.674" v="6234" actId="1036"/>
          <ac:picMkLst>
            <pc:docMk/>
            <pc:sldMk cId="4079216037" sldId="297"/>
            <ac:picMk id="1036" creationId="{A6E65D7A-E8F8-BF2F-9A67-CBFEE5B31787}"/>
          </ac:picMkLst>
        </pc:picChg>
        <pc:picChg chg="add mod">
          <ac:chgData name="백 수완" userId="f289e55a-4c5f-4a04-87b1-c07dd3c71619" providerId="ADAL" clId="{D110C412-446F-4E19-813F-1CC9BE52F02B}" dt="2025-05-13T05:35:30.674" v="6234" actId="1036"/>
          <ac:picMkLst>
            <pc:docMk/>
            <pc:sldMk cId="4079216037" sldId="297"/>
            <ac:picMk id="1038" creationId="{310741CD-10A7-E5B3-2C69-984D34C48394}"/>
          </ac:picMkLst>
        </pc:picChg>
        <pc:picChg chg="add mod">
          <ac:chgData name="백 수완" userId="f289e55a-4c5f-4a04-87b1-c07dd3c71619" providerId="ADAL" clId="{D110C412-446F-4E19-813F-1CC9BE52F02B}" dt="2025-05-13T05:35:30.674" v="6234" actId="1036"/>
          <ac:picMkLst>
            <pc:docMk/>
            <pc:sldMk cId="4079216037" sldId="297"/>
            <ac:picMk id="1040" creationId="{98CD5F76-5FA4-1500-3D33-39262BC44A02}"/>
          </ac:picMkLst>
        </pc:picChg>
        <pc:picChg chg="add mod">
          <ac:chgData name="백 수완" userId="f289e55a-4c5f-4a04-87b1-c07dd3c71619" providerId="ADAL" clId="{D110C412-446F-4E19-813F-1CC9BE52F02B}" dt="2025-05-13T05:31:49.427" v="6105" actId="12789"/>
          <ac:picMkLst>
            <pc:docMk/>
            <pc:sldMk cId="4079216037" sldId="297"/>
            <ac:picMk id="1042" creationId="{1C2E7207-1686-2755-BDF9-43FD08811135}"/>
          </ac:picMkLst>
        </pc:picChg>
        <pc:picChg chg="add mod">
          <ac:chgData name="백 수완" userId="f289e55a-4c5f-4a04-87b1-c07dd3c71619" providerId="ADAL" clId="{D110C412-446F-4E19-813F-1CC9BE52F02B}" dt="2025-05-13T05:35:30.674" v="6234" actId="1036"/>
          <ac:picMkLst>
            <pc:docMk/>
            <pc:sldMk cId="4079216037" sldId="297"/>
            <ac:picMk id="1044" creationId="{23F87483-B757-C248-BEC2-BFF9AE8AFD4A}"/>
          </ac:picMkLst>
        </pc:picChg>
        <pc:picChg chg="add mod">
          <ac:chgData name="백 수완" userId="f289e55a-4c5f-4a04-87b1-c07dd3c71619" providerId="ADAL" clId="{D110C412-446F-4E19-813F-1CC9BE52F02B}" dt="2025-05-13T05:34:47.155" v="6223" actId="553"/>
          <ac:picMkLst>
            <pc:docMk/>
            <pc:sldMk cId="4079216037" sldId="297"/>
            <ac:picMk id="1046" creationId="{F61889B4-7865-5688-C49C-9FCA9AA95335}"/>
          </ac:picMkLst>
        </pc:picChg>
        <pc:picChg chg="add mod">
          <ac:chgData name="백 수완" userId="f289e55a-4c5f-4a04-87b1-c07dd3c71619" providerId="ADAL" clId="{D110C412-446F-4E19-813F-1CC9BE52F02B}" dt="2025-05-13T05:35:30.674" v="6234" actId="1036"/>
          <ac:picMkLst>
            <pc:docMk/>
            <pc:sldMk cId="4079216037" sldId="297"/>
            <ac:picMk id="1048" creationId="{1D2D06E6-849A-200E-DBAA-8110458383D5}"/>
          </ac:picMkLst>
        </pc:picChg>
        <pc:picChg chg="add mod">
          <ac:chgData name="백 수완" userId="f289e55a-4c5f-4a04-87b1-c07dd3c71619" providerId="ADAL" clId="{D110C412-446F-4E19-813F-1CC9BE52F02B}" dt="2025-05-13T05:35:30.674" v="6234" actId="1036"/>
          <ac:picMkLst>
            <pc:docMk/>
            <pc:sldMk cId="4079216037" sldId="297"/>
            <ac:picMk id="1050" creationId="{3F9ECF72-343C-FBD2-DDBE-B0B545A3BE8E}"/>
          </ac:picMkLst>
        </pc:picChg>
        <pc:picChg chg="add mod">
          <ac:chgData name="백 수완" userId="f289e55a-4c5f-4a04-87b1-c07dd3c71619" providerId="ADAL" clId="{D110C412-446F-4E19-813F-1CC9BE52F02B}" dt="2025-05-13T05:35:30.674" v="6234" actId="1036"/>
          <ac:picMkLst>
            <pc:docMk/>
            <pc:sldMk cId="4079216037" sldId="297"/>
            <ac:picMk id="1052" creationId="{07FBC452-D469-5C37-AD29-9B14631D44F7}"/>
          </ac:picMkLst>
        </pc:picChg>
        <pc:picChg chg="add mod">
          <ac:chgData name="백 수완" userId="f289e55a-4c5f-4a04-87b1-c07dd3c71619" providerId="ADAL" clId="{D110C412-446F-4E19-813F-1CC9BE52F02B}" dt="2025-05-13T05:35:07.877" v="6229" actId="12789"/>
          <ac:picMkLst>
            <pc:docMk/>
            <pc:sldMk cId="4079216037" sldId="297"/>
            <ac:picMk id="1054" creationId="{BBF7D740-243E-FF09-2C88-B9F2D43B5F25}"/>
          </ac:picMkLst>
        </pc:picChg>
        <pc:picChg chg="add mod">
          <ac:chgData name="백 수완" userId="f289e55a-4c5f-4a04-87b1-c07dd3c71619" providerId="ADAL" clId="{D110C412-446F-4E19-813F-1CC9BE52F02B}" dt="2025-05-13T05:35:30.674" v="6234" actId="1036"/>
          <ac:picMkLst>
            <pc:docMk/>
            <pc:sldMk cId="4079216037" sldId="297"/>
            <ac:picMk id="1058" creationId="{BC2FDAAD-3742-33D7-2FF1-B985CBA121B9}"/>
          </ac:picMkLst>
        </pc:picChg>
        <pc:picChg chg="add mod">
          <ac:chgData name="백 수완" userId="f289e55a-4c5f-4a04-87b1-c07dd3c71619" providerId="ADAL" clId="{D110C412-446F-4E19-813F-1CC9BE52F02B}" dt="2025-05-13T05:31:49.427" v="6105" actId="12789"/>
          <ac:picMkLst>
            <pc:docMk/>
            <pc:sldMk cId="4079216037" sldId="297"/>
            <ac:picMk id="1060" creationId="{2BFA800F-4A37-D4C9-F232-F5DC160FC83A}"/>
          </ac:picMkLst>
        </pc:picChg>
        <pc:cxnChg chg="add mod">
          <ac:chgData name="백 수완" userId="f289e55a-4c5f-4a04-87b1-c07dd3c71619" providerId="ADAL" clId="{D110C412-446F-4E19-813F-1CC9BE52F02B}" dt="2025-05-13T05:30:55.634" v="6092" actId="552"/>
          <ac:cxnSpMkLst>
            <pc:docMk/>
            <pc:sldMk cId="4079216037" sldId="297"/>
            <ac:cxnSpMk id="11" creationId="{AE5C4EAD-9062-D0D1-7FC6-66614042E39C}"/>
          </ac:cxnSpMkLst>
        </pc:cxnChg>
        <pc:cxnChg chg="add mod">
          <ac:chgData name="백 수완" userId="f289e55a-4c5f-4a04-87b1-c07dd3c71619" providerId="ADAL" clId="{D110C412-446F-4E19-813F-1CC9BE52F02B}" dt="2025-05-13T05:19:22.382" v="5890" actId="555"/>
          <ac:cxnSpMkLst>
            <pc:docMk/>
            <pc:sldMk cId="4079216037" sldId="297"/>
            <ac:cxnSpMk id="38" creationId="{1B64FF92-E2AB-E014-714D-8217AD34795A}"/>
          </ac:cxnSpMkLst>
        </pc:cxnChg>
        <pc:cxnChg chg="add mod">
          <ac:chgData name="백 수완" userId="f289e55a-4c5f-4a04-87b1-c07dd3c71619" providerId="ADAL" clId="{D110C412-446F-4E19-813F-1CC9BE52F02B}" dt="2025-05-13T05:19:22.382" v="5890" actId="555"/>
          <ac:cxnSpMkLst>
            <pc:docMk/>
            <pc:sldMk cId="4079216037" sldId="297"/>
            <ac:cxnSpMk id="39" creationId="{1372AF4C-5F83-95E6-AE40-B40612C90F7E}"/>
          </ac:cxnSpMkLst>
        </pc:cxnChg>
        <pc:cxnChg chg="add mod">
          <ac:chgData name="백 수완" userId="f289e55a-4c5f-4a04-87b1-c07dd3c71619" providerId="ADAL" clId="{D110C412-446F-4E19-813F-1CC9BE52F02B}" dt="2025-05-13T05:19:22.382" v="5890" actId="555"/>
          <ac:cxnSpMkLst>
            <pc:docMk/>
            <pc:sldMk cId="4079216037" sldId="297"/>
            <ac:cxnSpMk id="40" creationId="{986C7BAA-2FD4-8867-127C-1264DC61551D}"/>
          </ac:cxnSpMkLst>
        </pc:cxnChg>
        <pc:cxnChg chg="add mod">
          <ac:chgData name="백 수완" userId="f289e55a-4c5f-4a04-87b1-c07dd3c71619" providerId="ADAL" clId="{D110C412-446F-4E19-813F-1CC9BE52F02B}" dt="2025-05-13T05:19:22.382" v="5890" actId="555"/>
          <ac:cxnSpMkLst>
            <pc:docMk/>
            <pc:sldMk cId="4079216037" sldId="297"/>
            <ac:cxnSpMk id="41" creationId="{AED675A6-50E7-1F68-D35D-136AA0EF7BB9}"/>
          </ac:cxnSpMkLst>
        </pc:cxnChg>
        <pc:cxnChg chg="add mod">
          <ac:chgData name="백 수완" userId="f289e55a-4c5f-4a04-87b1-c07dd3c71619" providerId="ADAL" clId="{D110C412-446F-4E19-813F-1CC9BE52F02B}" dt="2025-05-13T05:35:46.147" v="6245" actId="208"/>
          <ac:cxnSpMkLst>
            <pc:docMk/>
            <pc:sldMk cId="4079216037" sldId="297"/>
            <ac:cxnSpMk id="58" creationId="{CCF571F5-211B-E3F8-F992-AE3A504024F8}"/>
          </ac:cxnSpMkLst>
        </pc:cxnChg>
      </pc:sldChg>
      <pc:sldMasterChg chg="modSldLayout">
        <pc:chgData name="백 수완" userId="f289e55a-4c5f-4a04-87b1-c07dd3c71619" providerId="ADAL" clId="{D110C412-446F-4E19-813F-1CC9BE52F02B}" dt="2025-05-12T08:06:44.722" v="885" actId="735"/>
        <pc:sldMasterMkLst>
          <pc:docMk/>
          <pc:sldMasterMk cId="2477805531" sldId="2147483660"/>
        </pc:sldMasterMkLst>
        <pc:sldLayoutChg chg="delSp modSp mod">
          <pc:chgData name="백 수완" userId="f289e55a-4c5f-4a04-87b1-c07dd3c71619" providerId="ADAL" clId="{D110C412-446F-4E19-813F-1CC9BE52F02B}" dt="2025-05-12T08:06:44.722" v="885" actId="735"/>
          <pc:sldLayoutMkLst>
            <pc:docMk/>
            <pc:sldMasterMk cId="2477805531" sldId="2147483660"/>
            <pc:sldLayoutMk cId="4104166687" sldId="2147483664"/>
          </pc:sldLayoutMkLst>
        </pc:sldLayoutChg>
      </pc:sldMasterChg>
    </pc:docChg>
  </pc:docChgLst>
  <pc:docChgLst>
    <pc:chgData name="백수완" userId="f289e55a-4c5f-4a04-87b1-c07dd3c71619" providerId="ADAL" clId="{C2532DFA-BC17-4850-AE5A-E80C0998D0CD}"/>
    <pc:docChg chg="custSel modSld">
      <pc:chgData name="백수완" userId="f289e55a-4c5f-4a04-87b1-c07dd3c71619" providerId="ADAL" clId="{C2532DFA-BC17-4850-AE5A-E80C0998D0CD}" dt="2025-05-20T07:07:43.347" v="0" actId="478"/>
      <pc:docMkLst>
        <pc:docMk/>
      </pc:docMkLst>
      <pc:sldChg chg="delSp mod">
        <pc:chgData name="백수완" userId="f289e55a-4c5f-4a04-87b1-c07dd3c71619" providerId="ADAL" clId="{C2532DFA-BC17-4850-AE5A-E80C0998D0CD}" dt="2025-05-20T07:07:43.347" v="0" actId="478"/>
        <pc:sldMkLst>
          <pc:docMk/>
          <pc:sldMk cId="4079216037" sldId="297"/>
        </pc:sldMkLst>
        <pc:spChg chg="del">
          <ac:chgData name="백수완" userId="f289e55a-4c5f-4a04-87b1-c07dd3c71619" providerId="ADAL" clId="{C2532DFA-BC17-4850-AE5A-E80C0998D0CD}" dt="2025-05-20T07:07:43.347" v="0" actId="478"/>
          <ac:spMkLst>
            <pc:docMk/>
            <pc:sldMk cId="4079216037" sldId="297"/>
            <ac:spMk id="2" creationId="{BFBAE49B-B030-AC43-4E8C-58076DA772F8}"/>
          </ac:spMkLst>
        </pc:spChg>
      </pc:sldChg>
    </pc:docChg>
  </pc:docChgLst>
  <pc:docChgLst>
    <pc:chgData name="백 수완" userId="f289e55a-4c5f-4a04-87b1-c07dd3c71619" providerId="ADAL" clId="{AFDBFBC0-FDEE-4266-BC06-FFF05C84E8BE}"/>
    <pc:docChg chg="custSel delSld modSld">
      <pc:chgData name="백 수완" userId="f289e55a-4c5f-4a04-87b1-c07dd3c71619" providerId="ADAL" clId="{AFDBFBC0-FDEE-4266-BC06-FFF05C84E8BE}" dt="2025-05-08T10:06:44.714" v="10" actId="47"/>
      <pc:docMkLst>
        <pc:docMk/>
      </pc:docMkLst>
      <pc:sldChg chg="del">
        <pc:chgData name="백 수완" userId="f289e55a-4c5f-4a04-87b1-c07dd3c71619" providerId="ADAL" clId="{AFDBFBC0-FDEE-4266-BC06-FFF05C84E8BE}" dt="2025-05-08T10:06:44.714" v="10" actId="47"/>
        <pc:sldMkLst>
          <pc:docMk/>
          <pc:sldMk cId="2035246214" sldId="256"/>
        </pc:sldMkLst>
      </pc:sldChg>
      <pc:sldChg chg="modSp mod">
        <pc:chgData name="백 수완" userId="f289e55a-4c5f-4a04-87b1-c07dd3c71619" providerId="ADAL" clId="{AFDBFBC0-FDEE-4266-BC06-FFF05C84E8BE}" dt="2025-05-08T10:06:06.979" v="1" actId="11"/>
        <pc:sldMkLst>
          <pc:docMk/>
          <pc:sldMk cId="2327651860" sldId="260"/>
        </pc:sldMkLst>
        <pc:spChg chg="mod">
          <ac:chgData name="백 수완" userId="f289e55a-4c5f-4a04-87b1-c07dd3c71619" providerId="ADAL" clId="{AFDBFBC0-FDEE-4266-BC06-FFF05C84E8BE}" dt="2025-05-08T10:06:06.979" v="1" actId="11"/>
          <ac:spMkLst>
            <pc:docMk/>
            <pc:sldMk cId="2327651860" sldId="260"/>
            <ac:spMk id="3" creationId="{653481CD-D74B-2835-DDAC-3A4427353570}"/>
          </ac:spMkLst>
        </pc:spChg>
      </pc:sldChg>
      <pc:sldChg chg="addSp delSp modSp mod">
        <pc:chgData name="백 수완" userId="f289e55a-4c5f-4a04-87b1-c07dd3c71619" providerId="ADAL" clId="{AFDBFBC0-FDEE-4266-BC06-FFF05C84E8BE}" dt="2025-05-08T10:06:17.837" v="5" actId="21"/>
        <pc:sldMkLst>
          <pc:docMk/>
          <pc:sldMk cId="4151578895" sldId="266"/>
        </pc:sldMkLst>
        <pc:spChg chg="mod">
          <ac:chgData name="백 수완" userId="f289e55a-4c5f-4a04-87b1-c07dd3c71619" providerId="ADAL" clId="{AFDBFBC0-FDEE-4266-BC06-FFF05C84E8BE}" dt="2025-05-08T10:06:14.572" v="4" actId="108"/>
          <ac:spMkLst>
            <pc:docMk/>
            <pc:sldMk cId="4151578895" sldId="266"/>
            <ac:spMk id="4" creationId="{C1D8DB33-CCDE-5908-8257-6DC196E06AEE}"/>
          </ac:spMkLst>
        </pc:spChg>
      </pc:sldChg>
      <pc:sldChg chg="addSp delSp modSp mod">
        <pc:chgData name="백 수완" userId="f289e55a-4c5f-4a04-87b1-c07dd3c71619" providerId="ADAL" clId="{AFDBFBC0-FDEE-4266-BC06-FFF05C84E8BE}" dt="2025-05-08T10:06:27.280" v="8" actId="478"/>
        <pc:sldMkLst>
          <pc:docMk/>
          <pc:sldMk cId="3558711669" sldId="273"/>
        </pc:sldMkLst>
        <pc:spChg chg="mod">
          <ac:chgData name="백 수완" userId="f289e55a-4c5f-4a04-87b1-c07dd3c71619" providerId="ADAL" clId="{AFDBFBC0-FDEE-4266-BC06-FFF05C84E8BE}" dt="2025-05-08T10:06:24.944" v="7" actId="108"/>
          <ac:spMkLst>
            <pc:docMk/>
            <pc:sldMk cId="3558711669" sldId="273"/>
            <ac:spMk id="7" creationId="{01D2E743-02A0-09E3-B672-59DECD1316F2}"/>
          </ac:spMkLst>
        </pc:spChg>
      </pc:sldChg>
      <pc:sldChg chg="mod modShow">
        <pc:chgData name="백 수완" userId="f289e55a-4c5f-4a04-87b1-c07dd3c71619" providerId="ADAL" clId="{AFDBFBC0-FDEE-4266-BC06-FFF05C84E8BE}" dt="2025-05-08T10:06:38.028" v="9" actId="729"/>
        <pc:sldMkLst>
          <pc:docMk/>
          <pc:sldMk cId="4205278040" sldId="284"/>
        </pc:sldMkLst>
      </pc:sldChg>
      <pc:sldChg chg="mod modShow">
        <pc:chgData name="백 수완" userId="f289e55a-4c5f-4a04-87b1-c07dd3c71619" providerId="ADAL" clId="{AFDBFBC0-FDEE-4266-BC06-FFF05C84E8BE}" dt="2025-05-08T10:06:38.028" v="9" actId="729"/>
        <pc:sldMkLst>
          <pc:docMk/>
          <pc:sldMk cId="2870329173" sldId="285"/>
        </pc:sldMkLst>
      </pc:sldChg>
      <pc:sldChg chg="mod modShow">
        <pc:chgData name="백 수완" userId="f289e55a-4c5f-4a04-87b1-c07dd3c71619" providerId="ADAL" clId="{AFDBFBC0-FDEE-4266-BC06-FFF05C84E8BE}" dt="2025-05-08T10:06:38.028" v="9" actId="729"/>
        <pc:sldMkLst>
          <pc:docMk/>
          <pc:sldMk cId="1563283501" sldId="295"/>
        </pc:sldMkLst>
      </pc:sldChg>
    </pc:docChg>
  </pc:docChgLst>
  <pc:docChgLst>
    <pc:chgData name="백수완" userId="f289e55a-4c5f-4a04-87b1-c07dd3c71619" providerId="ADAL" clId="{59010831-7131-4A60-BF3A-B3355A74280F}"/>
    <pc:docChg chg="undo redo custSel modSld">
      <pc:chgData name="백수완" userId="f289e55a-4c5f-4a04-87b1-c07dd3c71619" providerId="ADAL" clId="{59010831-7131-4A60-BF3A-B3355A74280F}" dt="2025-05-20T07:00:39.533" v="337" actId="14100"/>
      <pc:docMkLst>
        <pc:docMk/>
      </pc:docMkLst>
      <pc:sldChg chg="addSp modSp mod">
        <pc:chgData name="백수완" userId="f289e55a-4c5f-4a04-87b1-c07dd3c71619" providerId="ADAL" clId="{59010831-7131-4A60-BF3A-B3355A74280F}" dt="2025-05-20T07:00:39.533" v="337" actId="14100"/>
        <pc:sldMkLst>
          <pc:docMk/>
          <pc:sldMk cId="4079216037" sldId="297"/>
        </pc:sldMkLst>
        <pc:spChg chg="add mod">
          <ac:chgData name="백수완" userId="f289e55a-4c5f-4a04-87b1-c07dd3c71619" providerId="ADAL" clId="{59010831-7131-4A60-BF3A-B3355A74280F}" dt="2025-05-20T07:00:39.533" v="337" actId="14100"/>
          <ac:spMkLst>
            <pc:docMk/>
            <pc:sldMk cId="4079216037" sldId="297"/>
            <ac:spMk id="2" creationId="{BFBAE49B-B030-AC43-4E8C-58076DA772F8}"/>
          </ac:spMkLst>
        </pc:spChg>
        <pc:spChg chg="mod">
          <ac:chgData name="백수완" userId="f289e55a-4c5f-4a04-87b1-c07dd3c71619" providerId="ADAL" clId="{59010831-7131-4A60-BF3A-B3355A74280F}" dt="2025-05-20T07:00:33.141" v="335" actId="14100"/>
          <ac:spMkLst>
            <pc:docMk/>
            <pc:sldMk cId="4079216037" sldId="297"/>
            <ac:spMk id="29" creationId="{E9757A36-93A7-A8A4-6347-2870EAA6ADC4}"/>
          </ac:spMkLst>
        </pc:spChg>
        <pc:spChg chg="mod">
          <ac:chgData name="백수완" userId="f289e55a-4c5f-4a04-87b1-c07dd3c71619" providerId="ADAL" clId="{59010831-7131-4A60-BF3A-B3355A74280F}" dt="2025-05-20T07:00:33.141" v="335" actId="14100"/>
          <ac:spMkLst>
            <pc:docMk/>
            <pc:sldMk cId="4079216037" sldId="297"/>
            <ac:spMk id="30" creationId="{25343835-ED33-359E-7A1A-EFB5E6829B06}"/>
          </ac:spMkLst>
        </pc:spChg>
        <pc:spChg chg="mod">
          <ac:chgData name="백수완" userId="f289e55a-4c5f-4a04-87b1-c07dd3c71619" providerId="ADAL" clId="{59010831-7131-4A60-BF3A-B3355A74280F}" dt="2025-05-20T07:00:33.141" v="335" actId="14100"/>
          <ac:spMkLst>
            <pc:docMk/>
            <pc:sldMk cId="4079216037" sldId="297"/>
            <ac:spMk id="31" creationId="{9959489A-39BD-01C8-37EB-9C998839CC99}"/>
          </ac:spMkLst>
        </pc:spChg>
        <pc:spChg chg="mod">
          <ac:chgData name="백수완" userId="f289e55a-4c5f-4a04-87b1-c07dd3c71619" providerId="ADAL" clId="{59010831-7131-4A60-BF3A-B3355A74280F}" dt="2025-05-20T07:00:33.141" v="335" actId="14100"/>
          <ac:spMkLst>
            <pc:docMk/>
            <pc:sldMk cId="4079216037" sldId="297"/>
            <ac:spMk id="32" creationId="{581AA294-0E76-4EEA-3C31-B4581BC3EB14}"/>
          </ac:spMkLst>
        </pc:spChg>
        <pc:spChg chg="mod">
          <ac:chgData name="백수완" userId="f289e55a-4c5f-4a04-87b1-c07dd3c71619" providerId="ADAL" clId="{59010831-7131-4A60-BF3A-B3355A74280F}" dt="2025-05-20T06:59:50.111" v="307" actId="20577"/>
          <ac:spMkLst>
            <pc:docMk/>
            <pc:sldMk cId="4079216037" sldId="297"/>
            <ac:spMk id="34" creationId="{B0DC7715-213D-729A-28FF-64C161ED06C6}"/>
          </ac:spMkLst>
        </pc:spChg>
        <pc:spChg chg="mod">
          <ac:chgData name="백수완" userId="f289e55a-4c5f-4a04-87b1-c07dd3c71619" providerId="ADAL" clId="{59010831-7131-4A60-BF3A-B3355A74280F}" dt="2025-05-20T07:00:08.074" v="331" actId="20577"/>
          <ac:spMkLst>
            <pc:docMk/>
            <pc:sldMk cId="4079216037" sldId="297"/>
            <ac:spMk id="44" creationId="{D602223C-05B8-B4CB-6FE3-5A3335F5836D}"/>
          </ac:spMkLst>
        </pc:spChg>
        <pc:spChg chg="mod">
          <ac:chgData name="백수완" userId="f289e55a-4c5f-4a04-87b1-c07dd3c71619" providerId="ADAL" clId="{59010831-7131-4A60-BF3A-B3355A74280F}" dt="2025-05-20T07:00:19.035" v="332" actId="554"/>
          <ac:spMkLst>
            <pc:docMk/>
            <pc:sldMk cId="4079216037" sldId="297"/>
            <ac:spMk id="52" creationId="{B2CB4AE1-A10C-093A-0816-13A3E40F07D8}"/>
          </ac:spMkLst>
        </pc:spChg>
        <pc:spChg chg="mod">
          <ac:chgData name="백수완" userId="f289e55a-4c5f-4a04-87b1-c07dd3c71619" providerId="ADAL" clId="{59010831-7131-4A60-BF3A-B3355A74280F}" dt="2025-05-20T07:00:19.035" v="332" actId="554"/>
          <ac:spMkLst>
            <pc:docMk/>
            <pc:sldMk cId="4079216037" sldId="297"/>
            <ac:spMk id="53" creationId="{C1D6ACC7-7D4B-59EB-2438-91BB4E0826EC}"/>
          </ac:spMkLst>
        </pc:spChg>
        <pc:spChg chg="mod">
          <ac:chgData name="백수완" userId="f289e55a-4c5f-4a04-87b1-c07dd3c71619" providerId="ADAL" clId="{59010831-7131-4A60-BF3A-B3355A74280F}" dt="2025-05-20T07:00:19.035" v="332" actId="554"/>
          <ac:spMkLst>
            <pc:docMk/>
            <pc:sldMk cId="4079216037" sldId="297"/>
            <ac:spMk id="54" creationId="{5C4CFBFB-08D9-1A4E-AB8B-2364A2C2B8DA}"/>
          </ac:spMkLst>
        </pc:spChg>
        <pc:spChg chg="mod">
          <ac:chgData name="백수완" userId="f289e55a-4c5f-4a04-87b1-c07dd3c71619" providerId="ADAL" clId="{59010831-7131-4A60-BF3A-B3355A74280F}" dt="2025-05-20T07:00:19.035" v="332" actId="554"/>
          <ac:spMkLst>
            <pc:docMk/>
            <pc:sldMk cId="4079216037" sldId="297"/>
            <ac:spMk id="55" creationId="{7E561759-5995-BC31-27D3-D8A3E8C6368B}"/>
          </ac:spMkLst>
        </pc:spChg>
      </pc:sldChg>
    </pc:docChg>
  </pc:docChgLst>
  <pc:docChgLst>
    <pc:chgData name="백수완" userId="f289e55a-4c5f-4a04-87b1-c07dd3c71619" providerId="ADAL" clId="{B55B197D-751B-46E5-92DF-339983E0A946}"/>
    <pc:docChg chg="custSel modSld">
      <pc:chgData name="백수완" userId="f289e55a-4c5f-4a04-87b1-c07dd3c71619" providerId="ADAL" clId="{B55B197D-751B-46E5-92DF-339983E0A946}" dt="2025-05-16T08:16:09.958" v="9" actId="478"/>
      <pc:docMkLst>
        <pc:docMk/>
      </pc:docMkLst>
      <pc:sldChg chg="delSp mod">
        <pc:chgData name="백수완" userId="f289e55a-4c5f-4a04-87b1-c07dd3c71619" providerId="ADAL" clId="{B55B197D-751B-46E5-92DF-339983E0A946}" dt="2025-05-16T08:15:38.647" v="0" actId="478"/>
        <pc:sldMkLst>
          <pc:docMk/>
          <pc:sldMk cId="2327651860" sldId="260"/>
        </pc:sldMkLst>
      </pc:sldChg>
      <pc:sldChg chg="delSp mod">
        <pc:chgData name="백수완" userId="f289e55a-4c5f-4a04-87b1-c07dd3c71619" providerId="ADAL" clId="{B55B197D-751B-46E5-92DF-339983E0A946}" dt="2025-05-16T08:15:40.897" v="1" actId="478"/>
        <pc:sldMkLst>
          <pc:docMk/>
          <pc:sldMk cId="2319151928" sldId="261"/>
        </pc:sldMkLst>
      </pc:sldChg>
      <pc:sldChg chg="delSp mod">
        <pc:chgData name="백수완" userId="f289e55a-4c5f-4a04-87b1-c07dd3c71619" providerId="ADAL" clId="{B55B197D-751B-46E5-92DF-339983E0A946}" dt="2025-05-16T08:15:44.391" v="3" actId="478"/>
        <pc:sldMkLst>
          <pc:docMk/>
          <pc:sldMk cId="988646595" sldId="264"/>
        </pc:sldMkLst>
      </pc:sldChg>
      <pc:sldChg chg="delSp modSp mod">
        <pc:chgData name="백수완" userId="f289e55a-4c5f-4a04-87b1-c07dd3c71619" providerId="ADAL" clId="{B55B197D-751B-46E5-92DF-339983E0A946}" dt="2025-05-16T08:16:01.832" v="8" actId="6549"/>
        <pc:sldMkLst>
          <pc:docMk/>
          <pc:sldMk cId="4151578895" sldId="266"/>
        </pc:sldMkLst>
        <pc:spChg chg="mod">
          <ac:chgData name="백수완" userId="f289e55a-4c5f-4a04-87b1-c07dd3c71619" providerId="ADAL" clId="{B55B197D-751B-46E5-92DF-339983E0A946}" dt="2025-05-16T08:16:01.832" v="8" actId="6549"/>
          <ac:spMkLst>
            <pc:docMk/>
            <pc:sldMk cId="4151578895" sldId="266"/>
            <ac:spMk id="4" creationId="{C1D8DB33-CCDE-5908-8257-6DC196E06AEE}"/>
          </ac:spMkLst>
        </pc:spChg>
      </pc:sldChg>
      <pc:sldChg chg="delSp mod">
        <pc:chgData name="백수완" userId="f289e55a-4c5f-4a04-87b1-c07dd3c71619" providerId="ADAL" clId="{B55B197D-751B-46E5-92DF-339983E0A946}" dt="2025-05-16T08:16:09.958" v="9" actId="478"/>
        <pc:sldMkLst>
          <pc:docMk/>
          <pc:sldMk cId="658925816" sldId="283"/>
        </pc:sldMkLst>
      </pc:sldChg>
      <pc:sldChg chg="delSp mod">
        <pc:chgData name="백수완" userId="f289e55a-4c5f-4a04-87b1-c07dd3c71619" providerId="ADAL" clId="{B55B197D-751B-46E5-92DF-339983E0A946}" dt="2025-05-16T08:15:48.662" v="5" actId="478"/>
        <pc:sldMkLst>
          <pc:docMk/>
          <pc:sldMk cId="3445510507" sldId="296"/>
        </pc:sldMkLst>
      </pc:sldChg>
      <pc:sldChg chg="delSp mod">
        <pc:chgData name="백수완" userId="f289e55a-4c5f-4a04-87b1-c07dd3c71619" providerId="ADAL" clId="{B55B197D-751B-46E5-92DF-339983E0A946}" dt="2025-05-16T08:15:46.779" v="4" actId="478"/>
        <pc:sldMkLst>
          <pc:docMk/>
          <pc:sldMk cId="4079216037" sldId="297"/>
        </pc:sldMkLst>
      </pc:sldChg>
      <pc:sldChg chg="delSp mod">
        <pc:chgData name="백수완" userId="f289e55a-4c5f-4a04-87b1-c07dd3c71619" providerId="ADAL" clId="{B55B197D-751B-46E5-92DF-339983E0A946}" dt="2025-05-16T08:15:53.680" v="7" actId="478"/>
        <pc:sldMkLst>
          <pc:docMk/>
          <pc:sldMk cId="2071080350" sldId="298"/>
        </pc:sldMkLst>
      </pc:sldChg>
    </pc:docChg>
  </pc:docChgLst>
  <pc:docChgLst>
    <pc:chgData name="백수완" userId="f289e55a-4c5f-4a04-87b1-c07dd3c71619" providerId="ADAL" clId="{A268469F-34AC-48F6-BB2A-DBE5CA5B13AA}"/>
    <pc:docChg chg="custSel delSld modSld">
      <pc:chgData name="백수완" userId="f289e55a-4c5f-4a04-87b1-c07dd3c71619" providerId="ADAL" clId="{A268469F-34AC-48F6-BB2A-DBE5CA5B13AA}" dt="2025-05-20T01:15:54.659" v="1110" actId="20577"/>
      <pc:docMkLst>
        <pc:docMk/>
      </pc:docMkLst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312849519" sldId="257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2515502864" sldId="258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157828251" sldId="259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2327651860" sldId="260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2319151928" sldId="261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988646595" sldId="264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3756106969" sldId="265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4151578895" sldId="266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3343990983" sldId="267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3055951960" sldId="268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314214132" sldId="270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419050486" sldId="271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3558711669" sldId="273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658925816" sldId="283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4205278040" sldId="284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2870329173" sldId="285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3523615422" sldId="288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3830345923" sldId="291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292246260" sldId="292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2684221587" sldId="293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4286597886" sldId="294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1563283501" sldId="295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3445510507" sldId="296"/>
        </pc:sldMkLst>
      </pc:sldChg>
      <pc:sldChg chg="modTransition">
        <pc:chgData name="백수완" userId="f289e55a-4c5f-4a04-87b1-c07dd3c71619" providerId="ADAL" clId="{A268469F-34AC-48F6-BB2A-DBE5CA5B13AA}" dt="2025-05-20T01:07:07.076" v="1"/>
        <pc:sldMkLst>
          <pc:docMk/>
          <pc:sldMk cId="4079216037" sldId="297"/>
        </pc:sldMkLst>
      </pc:sldChg>
      <pc:sldChg chg="addSp delSp modSp mod modTransition">
        <pc:chgData name="백수완" userId="f289e55a-4c5f-4a04-87b1-c07dd3c71619" providerId="ADAL" clId="{A268469F-34AC-48F6-BB2A-DBE5CA5B13AA}" dt="2025-05-20T01:15:54.659" v="1110" actId="20577"/>
        <pc:sldMkLst>
          <pc:docMk/>
          <pc:sldMk cId="2071080350" sldId="298"/>
        </pc:sldMkLst>
        <pc:spChg chg="mod">
          <ac:chgData name="백수완" userId="f289e55a-4c5f-4a04-87b1-c07dd3c71619" providerId="ADAL" clId="{A268469F-34AC-48F6-BB2A-DBE5CA5B13AA}" dt="2025-05-20T01:14:54.335" v="995" actId="14100"/>
          <ac:spMkLst>
            <pc:docMk/>
            <pc:sldMk cId="2071080350" sldId="298"/>
            <ac:spMk id="8199" creationId="{11192D6B-AE6D-59C3-6883-42FBEA96E807}"/>
          </ac:spMkLst>
        </pc:spChg>
        <pc:spChg chg="mod">
          <ac:chgData name="백수완" userId="f289e55a-4c5f-4a04-87b1-c07dd3c71619" providerId="ADAL" clId="{A268469F-34AC-48F6-BB2A-DBE5CA5B13AA}" dt="2025-05-20T01:14:54.335" v="995" actId="14100"/>
          <ac:spMkLst>
            <pc:docMk/>
            <pc:sldMk cId="2071080350" sldId="298"/>
            <ac:spMk id="8200" creationId="{6D8EF6E8-5121-CC8D-7BF0-D932DBCE9961}"/>
          </ac:spMkLst>
        </pc:spChg>
        <pc:spChg chg="mod">
          <ac:chgData name="백수완" userId="f289e55a-4c5f-4a04-87b1-c07dd3c71619" providerId="ADAL" clId="{A268469F-34AC-48F6-BB2A-DBE5CA5B13AA}" dt="2025-05-20T01:15:28.005" v="1038" actId="553"/>
          <ac:spMkLst>
            <pc:docMk/>
            <pc:sldMk cId="2071080350" sldId="298"/>
            <ac:spMk id="8201" creationId="{9EA8C556-F186-80B2-A0BA-2B903F4F9FBA}"/>
          </ac:spMkLst>
        </pc:spChg>
        <pc:spChg chg="mod">
          <ac:chgData name="백수완" userId="f289e55a-4c5f-4a04-87b1-c07dd3c71619" providerId="ADAL" clId="{A268469F-34AC-48F6-BB2A-DBE5CA5B13AA}" dt="2025-05-20T01:14:48.331" v="994" actId="553"/>
          <ac:spMkLst>
            <pc:docMk/>
            <pc:sldMk cId="2071080350" sldId="298"/>
            <ac:spMk id="8202" creationId="{ECC40AED-70A0-AF44-CE41-CFD14E6C6A2F}"/>
          </ac:spMkLst>
        </pc:spChg>
        <pc:spChg chg="mod">
          <ac:chgData name="백수완" userId="f289e55a-4c5f-4a04-87b1-c07dd3c71619" providerId="ADAL" clId="{A268469F-34AC-48F6-BB2A-DBE5CA5B13AA}" dt="2025-05-20T01:15:28.005" v="1038" actId="553"/>
          <ac:spMkLst>
            <pc:docMk/>
            <pc:sldMk cId="2071080350" sldId="298"/>
            <ac:spMk id="8232" creationId="{B0A8F854-8381-C790-5756-41E5195C75DE}"/>
          </ac:spMkLst>
        </pc:spChg>
        <pc:spChg chg="mod">
          <ac:chgData name="백수완" userId="f289e55a-4c5f-4a04-87b1-c07dd3c71619" providerId="ADAL" clId="{A268469F-34AC-48F6-BB2A-DBE5CA5B13AA}" dt="2025-05-20T01:15:54.659" v="1110" actId="20577"/>
          <ac:spMkLst>
            <pc:docMk/>
            <pc:sldMk cId="2071080350" sldId="298"/>
            <ac:spMk id="8234" creationId="{C96B4868-2F04-CC34-59C6-488C152A9E80}"/>
          </ac:spMkLst>
        </pc:spChg>
        <pc:picChg chg="add del mod modCrop">
          <ac:chgData name="백수완" userId="f289e55a-4c5f-4a04-87b1-c07dd3c71619" providerId="ADAL" clId="{A268469F-34AC-48F6-BB2A-DBE5CA5B13AA}" dt="2025-05-20T01:07:56.786" v="12" actId="21"/>
          <ac:picMkLst>
            <pc:docMk/>
            <pc:sldMk cId="2071080350" sldId="298"/>
            <ac:picMk id="4" creationId="{77A7217A-1793-3F9B-E367-FDBF2BC7CED1}"/>
          </ac:picMkLst>
        </pc:picChg>
        <pc:picChg chg="add mod">
          <ac:chgData name="백수완" userId="f289e55a-4c5f-4a04-87b1-c07dd3c71619" providerId="ADAL" clId="{A268469F-34AC-48F6-BB2A-DBE5CA5B13AA}" dt="2025-05-20T01:07:57.912" v="14"/>
          <ac:picMkLst>
            <pc:docMk/>
            <pc:sldMk cId="2071080350" sldId="298"/>
            <ac:picMk id="9" creationId="{77A7217A-1793-3F9B-E367-FDBF2BC7CED1}"/>
          </ac:picMkLst>
        </pc:picChg>
        <pc:picChg chg="del mod">
          <ac:chgData name="백수완" userId="f289e55a-4c5f-4a04-87b1-c07dd3c71619" providerId="ADAL" clId="{A268469F-34AC-48F6-BB2A-DBE5CA5B13AA}" dt="2025-05-20T01:07:57.741" v="13" actId="478"/>
          <ac:picMkLst>
            <pc:docMk/>
            <pc:sldMk cId="2071080350" sldId="298"/>
            <ac:picMk id="8198" creationId="{3EC79E37-A14A-0348-81FF-F454FC7663B9}"/>
          </ac:picMkLst>
        </pc:picChg>
      </pc:sldChg>
      <pc:sldChg chg="del">
        <pc:chgData name="백수완" userId="f289e55a-4c5f-4a04-87b1-c07dd3c71619" providerId="ADAL" clId="{A268469F-34AC-48F6-BB2A-DBE5CA5B13AA}" dt="2025-05-20T01:07:01.991" v="0" actId="47"/>
        <pc:sldMkLst>
          <pc:docMk/>
          <pc:sldMk cId="1560905429" sldId="299"/>
        </pc:sldMkLst>
      </pc:sldChg>
    </pc:docChg>
  </pc:docChgLst>
  <pc:docChgLst>
    <pc:chgData name="백수완" userId="f289e55a-4c5f-4a04-87b1-c07dd3c71619" providerId="ADAL" clId="{1B9F90C7-0AEC-4F59-BFCC-5270FDAAA84B}"/>
    <pc:docChg chg="undo custSel addSld modSld sldOrd">
      <pc:chgData name="백수완" userId="f289e55a-4c5f-4a04-87b1-c07dd3c71619" providerId="ADAL" clId="{1B9F90C7-0AEC-4F59-BFCC-5270FDAAA84B}" dt="2025-05-16T06:08:09.015" v="5356" actId="20577"/>
      <pc:docMkLst>
        <pc:docMk/>
      </pc:docMkLst>
      <pc:sldChg chg="addSp delSp modSp mod">
        <pc:chgData name="백수완" userId="f289e55a-4c5f-4a04-87b1-c07dd3c71619" providerId="ADAL" clId="{1B9F90C7-0AEC-4F59-BFCC-5270FDAAA84B}" dt="2025-05-16T06:07:44.619" v="5277" actId="478"/>
        <pc:sldMkLst>
          <pc:docMk/>
          <pc:sldMk cId="2327651860" sldId="260"/>
        </pc:sldMkLst>
      </pc:sldChg>
      <pc:sldChg chg="addSp modSp mod modShow">
        <pc:chgData name="백수완" userId="f289e55a-4c5f-4a04-87b1-c07dd3c71619" providerId="ADAL" clId="{1B9F90C7-0AEC-4F59-BFCC-5270FDAAA84B}" dt="2025-05-16T06:08:09.015" v="5356" actId="20577"/>
        <pc:sldMkLst>
          <pc:docMk/>
          <pc:sldMk cId="3756106969" sldId="265"/>
        </pc:sldMkLst>
      </pc:sldChg>
      <pc:sldChg chg="addSp modSp mod">
        <pc:chgData name="백수완" userId="f289e55a-4c5f-4a04-87b1-c07dd3c71619" providerId="ADAL" clId="{1B9F90C7-0AEC-4F59-BFCC-5270FDAAA84B}" dt="2025-05-16T06:08:00.282" v="5330" actId="1036"/>
        <pc:sldMkLst>
          <pc:docMk/>
          <pc:sldMk cId="4151578895" sldId="266"/>
        </pc:sldMkLst>
      </pc:sldChg>
      <pc:sldChg chg="addSp delSp modSp mod">
        <pc:chgData name="백수완" userId="f289e55a-4c5f-4a04-87b1-c07dd3c71619" providerId="ADAL" clId="{1B9F90C7-0AEC-4F59-BFCC-5270FDAAA84B}" dt="2025-05-16T05:59:49.517" v="4515" actId="478"/>
        <pc:sldMkLst>
          <pc:docMk/>
          <pc:sldMk cId="3343990983" sldId="267"/>
        </pc:sldMkLst>
        <pc:spChg chg="add mod">
          <ac:chgData name="백수완" userId="f289e55a-4c5f-4a04-87b1-c07dd3c71619" providerId="ADAL" clId="{1B9F90C7-0AEC-4F59-BFCC-5270FDAAA84B}" dt="2025-05-16T05:58:54.274" v="4418" actId="1038"/>
          <ac:spMkLst>
            <pc:docMk/>
            <pc:sldMk cId="3343990983" sldId="267"/>
            <ac:spMk id="3" creationId="{5BF4EDBC-D0C4-3084-094C-8FDD8105F42A}"/>
          </ac:spMkLst>
        </pc:spChg>
        <pc:spChg chg="mod">
          <ac:chgData name="백수완" userId="f289e55a-4c5f-4a04-87b1-c07dd3c71619" providerId="ADAL" clId="{1B9F90C7-0AEC-4F59-BFCC-5270FDAAA84B}" dt="2025-05-16T05:58:06.707" v="4359" actId="552"/>
          <ac:spMkLst>
            <pc:docMk/>
            <pc:sldMk cId="3343990983" sldId="267"/>
            <ac:spMk id="9" creationId="{ADAB3733-77B3-FFDE-8A69-3B0E2A16B415}"/>
          </ac:spMkLst>
        </pc:spChg>
        <pc:spChg chg="mod">
          <ac:chgData name="백수완" userId="f289e55a-4c5f-4a04-87b1-c07dd3c71619" providerId="ADAL" clId="{1B9F90C7-0AEC-4F59-BFCC-5270FDAAA84B}" dt="2025-05-16T05:58:49.392" v="4415" actId="1037"/>
          <ac:spMkLst>
            <pc:docMk/>
            <pc:sldMk cId="3343990983" sldId="267"/>
            <ac:spMk id="11" creationId="{2A3F816B-C94A-1BB9-A611-D2F2CEDAF2E6}"/>
          </ac:spMkLst>
        </pc:spChg>
        <pc:spChg chg="mod ord">
          <ac:chgData name="백수완" userId="f289e55a-4c5f-4a04-87b1-c07dd3c71619" providerId="ADAL" clId="{1B9F90C7-0AEC-4F59-BFCC-5270FDAAA84B}" dt="2025-05-16T05:57:47.504" v="4356" actId="167"/>
          <ac:spMkLst>
            <pc:docMk/>
            <pc:sldMk cId="3343990983" sldId="267"/>
            <ac:spMk id="41" creationId="{C7DFC516-AA39-C100-20D9-460894D8D1FE}"/>
          </ac:spMkLst>
        </pc:spChg>
        <pc:spChg chg="mod">
          <ac:chgData name="백수완" userId="f289e55a-4c5f-4a04-87b1-c07dd3c71619" providerId="ADAL" clId="{1B9F90C7-0AEC-4F59-BFCC-5270FDAAA84B}" dt="2025-05-16T05:59:43.861" v="4514" actId="20577"/>
          <ac:spMkLst>
            <pc:docMk/>
            <pc:sldMk cId="3343990983" sldId="267"/>
            <ac:spMk id="58" creationId="{67ECD473-48BE-0C53-0DD0-9DDDFB136344}"/>
          </ac:spMkLst>
        </pc:spChg>
        <pc:spChg chg="mod">
          <ac:chgData name="백수완" userId="f289e55a-4c5f-4a04-87b1-c07dd3c71619" providerId="ADAL" clId="{1B9F90C7-0AEC-4F59-BFCC-5270FDAAA84B}" dt="2025-05-16T05:58:24.749" v="4386" actId="1037"/>
          <ac:spMkLst>
            <pc:docMk/>
            <pc:sldMk cId="3343990983" sldId="267"/>
            <ac:spMk id="59" creationId="{84E2CAE9-0D03-7EB0-7BAB-B53932BAE4FE}"/>
          </ac:spMkLst>
        </pc:spChg>
        <pc:spChg chg="mod">
          <ac:chgData name="백수완" userId="f289e55a-4c5f-4a04-87b1-c07dd3c71619" providerId="ADAL" clId="{1B9F90C7-0AEC-4F59-BFCC-5270FDAAA84B}" dt="2025-05-16T05:58:39.806" v="4408" actId="408"/>
          <ac:spMkLst>
            <pc:docMk/>
            <pc:sldMk cId="3343990983" sldId="267"/>
            <ac:spMk id="60" creationId="{189811B1-C14A-8445-B12F-0F6BEDFB70D6}"/>
          </ac:spMkLst>
        </pc:spChg>
        <pc:spChg chg="mod">
          <ac:chgData name="백수완" userId="f289e55a-4c5f-4a04-87b1-c07dd3c71619" providerId="ADAL" clId="{1B9F90C7-0AEC-4F59-BFCC-5270FDAAA84B}" dt="2025-05-16T05:58:49.392" v="4415" actId="1037"/>
          <ac:spMkLst>
            <pc:docMk/>
            <pc:sldMk cId="3343990983" sldId="267"/>
            <ac:spMk id="61" creationId="{26DD2E54-62F6-0E96-3D5C-2A75C7D18A1C}"/>
          </ac:spMkLst>
        </pc:spChg>
        <pc:picChg chg="mod">
          <ac:chgData name="백수완" userId="f289e55a-4c5f-4a04-87b1-c07dd3c71619" providerId="ADAL" clId="{1B9F90C7-0AEC-4F59-BFCC-5270FDAAA84B}" dt="2025-05-16T05:57:51.631" v="4357" actId="1076"/>
          <ac:picMkLst>
            <pc:docMk/>
            <pc:sldMk cId="3343990983" sldId="267"/>
            <ac:picMk id="53" creationId="{6077634E-FB4E-AB80-E4A8-582559B424C7}"/>
          </ac:picMkLst>
        </pc:picChg>
        <pc:picChg chg="mod">
          <ac:chgData name="백수완" userId="f289e55a-4c5f-4a04-87b1-c07dd3c71619" providerId="ADAL" clId="{1B9F90C7-0AEC-4F59-BFCC-5270FDAAA84B}" dt="2025-05-16T05:58:31.851" v="4406" actId="1038"/>
          <ac:picMkLst>
            <pc:docMk/>
            <pc:sldMk cId="3343990983" sldId="267"/>
            <ac:picMk id="55" creationId="{68DFBF61-20DB-6F80-DC7B-36901241469F}"/>
          </ac:picMkLst>
        </pc:picChg>
        <pc:picChg chg="mod">
          <ac:chgData name="백수완" userId="f289e55a-4c5f-4a04-87b1-c07dd3c71619" providerId="ADAL" clId="{1B9F90C7-0AEC-4F59-BFCC-5270FDAAA84B}" dt="2025-05-16T05:58:49.392" v="4415" actId="1037"/>
          <ac:picMkLst>
            <pc:docMk/>
            <pc:sldMk cId="3343990983" sldId="267"/>
            <ac:picMk id="71" creationId="{19E3D2A6-1C1F-191D-EE34-2068CE449110}"/>
          </ac:picMkLst>
        </pc:picChg>
        <pc:picChg chg="add mod">
          <ac:chgData name="백수완" userId="f289e55a-4c5f-4a04-87b1-c07dd3c71619" providerId="ADAL" clId="{1B9F90C7-0AEC-4F59-BFCC-5270FDAAA84B}" dt="2025-05-16T05:58:54.274" v="4418" actId="1038"/>
          <ac:picMkLst>
            <pc:docMk/>
            <pc:sldMk cId="3343990983" sldId="267"/>
            <ac:picMk id="3074" creationId="{D72AA0CE-349A-6C3E-4133-C4E438C9B4A1}"/>
          </ac:picMkLst>
        </pc:picChg>
        <pc:picChg chg="add mod">
          <ac:chgData name="백수완" userId="f289e55a-4c5f-4a04-87b1-c07dd3c71619" providerId="ADAL" clId="{1B9F90C7-0AEC-4F59-BFCC-5270FDAAA84B}" dt="2025-05-16T05:58:54.274" v="4418" actId="1038"/>
          <ac:picMkLst>
            <pc:docMk/>
            <pc:sldMk cId="3343990983" sldId="267"/>
            <ac:picMk id="3076" creationId="{B1A8DC2C-E863-8A47-ADF9-4950A40EBB93}"/>
          </ac:picMkLst>
        </pc:picChg>
      </pc:sldChg>
      <pc:sldChg chg="modSp mod">
        <pc:chgData name="백수완" userId="f289e55a-4c5f-4a04-87b1-c07dd3c71619" providerId="ADAL" clId="{1B9F90C7-0AEC-4F59-BFCC-5270FDAAA84B}" dt="2025-05-16T04:40:25.181" v="1406" actId="12789"/>
        <pc:sldMkLst>
          <pc:docMk/>
          <pc:sldMk cId="3055951960" sldId="268"/>
        </pc:sldMkLst>
        <pc:spChg chg="mod">
          <ac:chgData name="백수완" userId="f289e55a-4c5f-4a04-87b1-c07dd3c71619" providerId="ADAL" clId="{1B9F90C7-0AEC-4F59-BFCC-5270FDAAA84B}" dt="2025-05-16T04:40:25.181" v="1406" actId="12789"/>
          <ac:spMkLst>
            <pc:docMk/>
            <pc:sldMk cId="3055951960" sldId="268"/>
            <ac:spMk id="8" creationId="{E5234956-B7F5-A3AA-0C1C-B8AA309A1058}"/>
          </ac:spMkLst>
        </pc:spChg>
        <pc:spChg chg="mod">
          <ac:chgData name="백수완" userId="f289e55a-4c5f-4a04-87b1-c07dd3c71619" providerId="ADAL" clId="{1B9F90C7-0AEC-4F59-BFCC-5270FDAAA84B}" dt="2025-05-16T04:40:25.181" v="1406" actId="12789"/>
          <ac:spMkLst>
            <pc:docMk/>
            <pc:sldMk cId="3055951960" sldId="268"/>
            <ac:spMk id="13" creationId="{7DC01069-E787-744C-592F-00FAE097C2F3}"/>
          </ac:spMkLst>
        </pc:spChg>
        <pc:spChg chg="mod">
          <ac:chgData name="백수완" userId="f289e55a-4c5f-4a04-87b1-c07dd3c71619" providerId="ADAL" clId="{1B9F90C7-0AEC-4F59-BFCC-5270FDAAA84B}" dt="2025-05-16T04:40:25.181" v="1406" actId="12789"/>
          <ac:spMkLst>
            <pc:docMk/>
            <pc:sldMk cId="3055951960" sldId="268"/>
            <ac:spMk id="14" creationId="{F24878B7-A394-FCC9-C348-A1EB1D7C2DA9}"/>
          </ac:spMkLst>
        </pc:spChg>
        <pc:spChg chg="mod">
          <ac:chgData name="백수완" userId="f289e55a-4c5f-4a04-87b1-c07dd3c71619" providerId="ADAL" clId="{1B9F90C7-0AEC-4F59-BFCC-5270FDAAA84B}" dt="2025-05-16T04:40:25.181" v="1406" actId="12789"/>
          <ac:spMkLst>
            <pc:docMk/>
            <pc:sldMk cId="3055951960" sldId="268"/>
            <ac:spMk id="15" creationId="{3417DCEB-7969-438E-4F82-6E7CF4B7D132}"/>
          </ac:spMkLst>
        </pc:spChg>
        <pc:spChg chg="mod">
          <ac:chgData name="백수완" userId="f289e55a-4c5f-4a04-87b1-c07dd3c71619" providerId="ADAL" clId="{1B9F90C7-0AEC-4F59-BFCC-5270FDAAA84B}" dt="2025-05-16T04:40:25.181" v="1406" actId="12789"/>
          <ac:spMkLst>
            <pc:docMk/>
            <pc:sldMk cId="3055951960" sldId="268"/>
            <ac:spMk id="42" creationId="{07DBC929-FE2D-A592-2C53-D7989FB14843}"/>
          </ac:spMkLst>
        </pc:spChg>
        <pc:spChg chg="mod">
          <ac:chgData name="백수완" userId="f289e55a-4c5f-4a04-87b1-c07dd3c71619" providerId="ADAL" clId="{1B9F90C7-0AEC-4F59-BFCC-5270FDAAA84B}" dt="2025-05-16T04:40:25.181" v="1406" actId="12789"/>
          <ac:spMkLst>
            <pc:docMk/>
            <pc:sldMk cId="3055951960" sldId="268"/>
            <ac:spMk id="43" creationId="{A4B585C9-87F2-BCF1-E04A-DB8F2C9F4C0F}"/>
          </ac:spMkLst>
        </pc:spChg>
        <pc:spChg chg="mod">
          <ac:chgData name="백수완" userId="f289e55a-4c5f-4a04-87b1-c07dd3c71619" providerId="ADAL" clId="{1B9F90C7-0AEC-4F59-BFCC-5270FDAAA84B}" dt="2025-05-16T04:40:25.181" v="1406" actId="12789"/>
          <ac:spMkLst>
            <pc:docMk/>
            <pc:sldMk cId="3055951960" sldId="268"/>
            <ac:spMk id="44" creationId="{D0284C4D-0B2E-30C5-333D-9C65D4FBC0E6}"/>
          </ac:spMkLst>
        </pc:spChg>
        <pc:spChg chg="mod">
          <ac:chgData name="백수완" userId="f289e55a-4c5f-4a04-87b1-c07dd3c71619" providerId="ADAL" clId="{1B9F90C7-0AEC-4F59-BFCC-5270FDAAA84B}" dt="2025-05-16T04:40:25.181" v="1406" actId="12789"/>
          <ac:spMkLst>
            <pc:docMk/>
            <pc:sldMk cId="3055951960" sldId="268"/>
            <ac:spMk id="45" creationId="{B37182E9-A133-EF1C-2BC3-AB21E283A97E}"/>
          </ac:spMkLst>
        </pc:spChg>
        <pc:spChg chg="mod">
          <ac:chgData name="백수완" userId="f289e55a-4c5f-4a04-87b1-c07dd3c71619" providerId="ADAL" clId="{1B9F90C7-0AEC-4F59-BFCC-5270FDAAA84B}" dt="2025-05-16T04:39:53.836" v="1403" actId="1076"/>
          <ac:spMkLst>
            <pc:docMk/>
            <pc:sldMk cId="3055951960" sldId="268"/>
            <ac:spMk id="66" creationId="{59619432-8B8B-2C87-FF79-2A3BCB3CD291}"/>
          </ac:spMkLst>
        </pc:spChg>
        <pc:spChg chg="mod">
          <ac:chgData name="백수완" userId="f289e55a-4c5f-4a04-87b1-c07dd3c71619" providerId="ADAL" clId="{1B9F90C7-0AEC-4F59-BFCC-5270FDAAA84B}" dt="2025-05-16T04:39:53.836" v="1403" actId="1076"/>
          <ac:spMkLst>
            <pc:docMk/>
            <pc:sldMk cId="3055951960" sldId="268"/>
            <ac:spMk id="67" creationId="{0501E094-3B39-F27D-0AB9-0ED3E2CFC45C}"/>
          </ac:spMkLst>
        </pc:spChg>
        <pc:spChg chg="mod">
          <ac:chgData name="백수완" userId="f289e55a-4c5f-4a04-87b1-c07dd3c71619" providerId="ADAL" clId="{1B9F90C7-0AEC-4F59-BFCC-5270FDAAA84B}" dt="2025-05-16T04:39:53.836" v="1403" actId="1076"/>
          <ac:spMkLst>
            <pc:docMk/>
            <pc:sldMk cId="3055951960" sldId="268"/>
            <ac:spMk id="71" creationId="{E6423DD7-1C6D-D1DE-4E46-63898A6C62DB}"/>
          </ac:spMkLst>
        </pc:spChg>
        <pc:spChg chg="mod">
          <ac:chgData name="백수완" userId="f289e55a-4c5f-4a04-87b1-c07dd3c71619" providerId="ADAL" clId="{1B9F90C7-0AEC-4F59-BFCC-5270FDAAA84B}" dt="2025-05-16T04:39:53.836" v="1403" actId="1076"/>
          <ac:spMkLst>
            <pc:docMk/>
            <pc:sldMk cId="3055951960" sldId="268"/>
            <ac:spMk id="79" creationId="{4733D4B2-B8C1-FCB4-2536-DCB31102F1A1}"/>
          </ac:spMkLst>
        </pc:spChg>
        <pc:spChg chg="mod">
          <ac:chgData name="백수완" userId="f289e55a-4c5f-4a04-87b1-c07dd3c71619" providerId="ADAL" clId="{1B9F90C7-0AEC-4F59-BFCC-5270FDAAA84B}" dt="2025-05-16T04:39:53.836" v="1403" actId="1076"/>
          <ac:spMkLst>
            <pc:docMk/>
            <pc:sldMk cId="3055951960" sldId="268"/>
            <ac:spMk id="87" creationId="{64A0DA79-E552-1A36-E5AF-5A56956A9C65}"/>
          </ac:spMkLst>
        </pc:spChg>
        <pc:spChg chg="mod">
          <ac:chgData name="백수완" userId="f289e55a-4c5f-4a04-87b1-c07dd3c71619" providerId="ADAL" clId="{1B9F90C7-0AEC-4F59-BFCC-5270FDAAA84B}" dt="2025-05-16T04:39:53.836" v="1403" actId="1076"/>
          <ac:spMkLst>
            <pc:docMk/>
            <pc:sldMk cId="3055951960" sldId="268"/>
            <ac:spMk id="97" creationId="{8A160388-5E7F-74E2-A778-659CC474ABBD}"/>
          </ac:spMkLst>
        </pc:spChg>
        <pc:spChg chg="mod">
          <ac:chgData name="백수완" userId="f289e55a-4c5f-4a04-87b1-c07dd3c71619" providerId="ADAL" clId="{1B9F90C7-0AEC-4F59-BFCC-5270FDAAA84B}" dt="2025-05-16T04:39:53.836" v="1403" actId="1076"/>
          <ac:spMkLst>
            <pc:docMk/>
            <pc:sldMk cId="3055951960" sldId="268"/>
            <ac:spMk id="98" creationId="{52B80607-3A1D-B50E-5637-22E65AFF96DB}"/>
          </ac:spMkLst>
        </pc:spChg>
      </pc:sldChg>
      <pc:sldChg chg="addSp delSp modSp mod modShow">
        <pc:chgData name="백수완" userId="f289e55a-4c5f-4a04-87b1-c07dd3c71619" providerId="ADAL" clId="{1B9F90C7-0AEC-4F59-BFCC-5270FDAAA84B}" dt="2025-05-16T06:01:35.315" v="4593" actId="166"/>
        <pc:sldMkLst>
          <pc:docMk/>
          <pc:sldMk cId="419050486" sldId="271"/>
        </pc:sldMkLst>
      </pc:sldChg>
      <pc:sldChg chg="modSp mod">
        <pc:chgData name="백수완" userId="f289e55a-4c5f-4a04-87b1-c07dd3c71619" providerId="ADAL" clId="{1B9F90C7-0AEC-4F59-BFCC-5270FDAAA84B}" dt="2025-05-16T00:13:21.124" v="9" actId="20577"/>
        <pc:sldMkLst>
          <pc:docMk/>
          <pc:sldMk cId="3445510507" sldId="296"/>
        </pc:sldMkLst>
        <pc:spChg chg="mod">
          <ac:chgData name="백수완" userId="f289e55a-4c5f-4a04-87b1-c07dd3c71619" providerId="ADAL" clId="{1B9F90C7-0AEC-4F59-BFCC-5270FDAAA84B}" dt="2025-05-16T00:13:21.124" v="9" actId="20577"/>
          <ac:spMkLst>
            <pc:docMk/>
            <pc:sldMk cId="3445510507" sldId="296"/>
            <ac:spMk id="12" creationId="{D39A6FE7-00A9-DC98-1BF5-ACD22D074517}"/>
          </ac:spMkLst>
        </pc:spChg>
        <pc:picChg chg="mod">
          <ac:chgData name="백수완" userId="f289e55a-4c5f-4a04-87b1-c07dd3c71619" providerId="ADAL" clId="{1B9F90C7-0AEC-4F59-BFCC-5270FDAAA84B}" dt="2025-05-16T00:11:32.465" v="3" actId="29295"/>
          <ac:picMkLst>
            <pc:docMk/>
            <pc:sldMk cId="3445510507" sldId="296"/>
            <ac:picMk id="44" creationId="{AC0D005D-3724-073E-1FAC-C5366742D4A4}"/>
          </ac:picMkLst>
        </pc:picChg>
      </pc:sldChg>
      <pc:sldChg chg="addSp delSp modSp add mod ord delAnim modAnim modShow">
        <pc:chgData name="백수완" userId="f289e55a-4c5f-4a04-87b1-c07dd3c71619" providerId="ADAL" clId="{1B9F90C7-0AEC-4F59-BFCC-5270FDAAA84B}" dt="2025-05-16T06:06:41.434" v="5137" actId="20577"/>
        <pc:sldMkLst>
          <pc:docMk/>
          <pc:sldMk cId="2071080350" sldId="298"/>
        </pc:sldMkLst>
        <pc:spChg chg="mod">
          <ac:chgData name="백수완" userId="f289e55a-4c5f-4a04-87b1-c07dd3c71619" providerId="ADAL" clId="{1B9F90C7-0AEC-4F59-BFCC-5270FDAAA84B}" dt="2025-05-16T04:38:53.254" v="1371" actId="20577"/>
          <ac:spMkLst>
            <pc:docMk/>
            <pc:sldMk cId="2071080350" sldId="298"/>
            <ac:spMk id="8" creationId="{736EE340-82BE-DABC-D052-CCB7724D6482}"/>
          </ac:spMkLst>
        </pc:spChg>
        <pc:spChg chg="mod">
          <ac:chgData name="백수완" userId="f289e55a-4c5f-4a04-87b1-c07dd3c71619" providerId="ADAL" clId="{1B9F90C7-0AEC-4F59-BFCC-5270FDAAA84B}" dt="2025-05-16T05:17:20.686" v="2673" actId="554"/>
          <ac:spMkLst>
            <pc:docMk/>
            <pc:sldMk cId="2071080350" sldId="298"/>
            <ac:spMk id="25" creationId="{B91E7B67-8316-669D-3338-AFF148DA0F94}"/>
          </ac:spMkLst>
        </pc:spChg>
        <pc:spChg chg="mod">
          <ac:chgData name="백수완" userId="f289e55a-4c5f-4a04-87b1-c07dd3c71619" providerId="ADAL" clId="{1B9F90C7-0AEC-4F59-BFCC-5270FDAAA84B}" dt="2025-05-16T06:01:50.399" v="4594" actId="552"/>
          <ac:spMkLst>
            <pc:docMk/>
            <pc:sldMk cId="2071080350" sldId="298"/>
            <ac:spMk id="26" creationId="{E2EF46AA-9432-C93C-9AC9-3E16698A18AF}"/>
          </ac:spMkLst>
        </pc:spChg>
        <pc:spChg chg="mod">
          <ac:chgData name="백수완" userId="f289e55a-4c5f-4a04-87b1-c07dd3c71619" providerId="ADAL" clId="{1B9F90C7-0AEC-4F59-BFCC-5270FDAAA84B}" dt="2025-05-16T06:03:43.003" v="4768" actId="20577"/>
          <ac:spMkLst>
            <pc:docMk/>
            <pc:sldMk cId="2071080350" sldId="298"/>
            <ac:spMk id="28" creationId="{FA1F7780-9D2B-85FD-7F2F-70755EAEA5A8}"/>
          </ac:spMkLst>
        </pc:spChg>
        <pc:spChg chg="mod topLvl">
          <ac:chgData name="백수완" userId="f289e55a-4c5f-4a04-87b1-c07dd3c71619" providerId="ADAL" clId="{1B9F90C7-0AEC-4F59-BFCC-5270FDAAA84B}" dt="2025-05-16T06:05:34.993" v="5066" actId="1035"/>
          <ac:spMkLst>
            <pc:docMk/>
            <pc:sldMk cId="2071080350" sldId="298"/>
            <ac:spMk id="30" creationId="{FF394C58-886D-2276-B1E0-AB7EF8777507}"/>
          </ac:spMkLst>
        </pc:spChg>
        <pc:spChg chg="mod topLvl">
          <ac:chgData name="백수완" userId="f289e55a-4c5f-4a04-87b1-c07dd3c71619" providerId="ADAL" clId="{1B9F90C7-0AEC-4F59-BFCC-5270FDAAA84B}" dt="2025-05-16T06:05:34.993" v="5066" actId="1035"/>
          <ac:spMkLst>
            <pc:docMk/>
            <pc:sldMk cId="2071080350" sldId="298"/>
            <ac:spMk id="33" creationId="{11A4B6D8-3906-3CA3-58E0-6D663B43E4C2}"/>
          </ac:spMkLst>
        </pc:spChg>
        <pc:spChg chg="mod">
          <ac:chgData name="백수완" userId="f289e55a-4c5f-4a04-87b1-c07dd3c71619" providerId="ADAL" clId="{1B9F90C7-0AEC-4F59-BFCC-5270FDAAA84B}" dt="2025-05-16T06:05:26.827" v="5059" actId="404"/>
          <ac:spMkLst>
            <pc:docMk/>
            <pc:sldMk cId="2071080350" sldId="298"/>
            <ac:spMk id="34" creationId="{81BF50A7-3A04-C56A-898D-0AF09EAE0E30}"/>
          </ac:spMkLst>
        </pc:spChg>
        <pc:spChg chg="mod">
          <ac:chgData name="백수완" userId="f289e55a-4c5f-4a04-87b1-c07dd3c71619" providerId="ADAL" clId="{1B9F90C7-0AEC-4F59-BFCC-5270FDAAA84B}" dt="2025-05-16T06:05:50.478" v="5096" actId="1035"/>
          <ac:spMkLst>
            <pc:docMk/>
            <pc:sldMk cId="2071080350" sldId="298"/>
            <ac:spMk id="35" creationId="{416EF74F-A789-B456-B92D-2CBE8225196A}"/>
          </ac:spMkLst>
        </pc:spChg>
        <pc:spChg chg="add mod">
          <ac:chgData name="백수완" userId="f289e55a-4c5f-4a04-87b1-c07dd3c71619" providerId="ADAL" clId="{1B9F90C7-0AEC-4F59-BFCC-5270FDAAA84B}" dt="2025-05-16T04:40:34.327" v="1408"/>
          <ac:spMkLst>
            <pc:docMk/>
            <pc:sldMk cId="2071080350" sldId="298"/>
            <ac:spMk id="36" creationId="{8996316C-B9EC-3FCE-9D3F-81E28799BF30}"/>
          </ac:spMkLst>
        </pc:spChg>
        <pc:spChg chg="mod">
          <ac:chgData name="백수완" userId="f289e55a-4c5f-4a04-87b1-c07dd3c71619" providerId="ADAL" clId="{1B9F90C7-0AEC-4F59-BFCC-5270FDAAA84B}" dt="2025-05-16T06:05:26.827" v="5059" actId="404"/>
          <ac:spMkLst>
            <pc:docMk/>
            <pc:sldMk cId="2071080350" sldId="298"/>
            <ac:spMk id="38" creationId="{7440C9B7-0D16-4E6F-E576-F8FB09E14B2E}"/>
          </ac:spMkLst>
        </pc:spChg>
        <pc:spChg chg="mod">
          <ac:chgData name="백수완" userId="f289e55a-4c5f-4a04-87b1-c07dd3c71619" providerId="ADAL" clId="{1B9F90C7-0AEC-4F59-BFCC-5270FDAAA84B}" dt="2025-05-16T06:05:50.478" v="5096" actId="1035"/>
          <ac:spMkLst>
            <pc:docMk/>
            <pc:sldMk cId="2071080350" sldId="298"/>
            <ac:spMk id="39" creationId="{8689790D-D985-270D-A5AD-39AEB9DF350B}"/>
          </ac:spMkLst>
        </pc:spChg>
        <pc:spChg chg="add mod">
          <ac:chgData name="백수완" userId="f289e55a-4c5f-4a04-87b1-c07dd3c71619" providerId="ADAL" clId="{1B9F90C7-0AEC-4F59-BFCC-5270FDAAA84B}" dt="2025-05-16T04:40:40.761" v="1412" actId="14100"/>
          <ac:spMkLst>
            <pc:docMk/>
            <pc:sldMk cId="2071080350" sldId="298"/>
            <ac:spMk id="40" creationId="{5F8CC2BD-CEB4-D78D-6D7E-04730651831B}"/>
          </ac:spMkLst>
        </pc:spChg>
        <pc:spChg chg="add mod">
          <ac:chgData name="백수완" userId="f289e55a-4c5f-4a04-87b1-c07dd3c71619" providerId="ADAL" clId="{1B9F90C7-0AEC-4F59-BFCC-5270FDAAA84B}" dt="2025-05-16T04:40:34.327" v="1408"/>
          <ac:spMkLst>
            <pc:docMk/>
            <pc:sldMk cId="2071080350" sldId="298"/>
            <ac:spMk id="44" creationId="{0E48C728-B53D-E61B-6709-4B4935DAC8B6}"/>
          </ac:spMkLst>
        </pc:spChg>
        <pc:spChg chg="add mod">
          <ac:chgData name="백수완" userId="f289e55a-4c5f-4a04-87b1-c07dd3c71619" providerId="ADAL" clId="{1B9F90C7-0AEC-4F59-BFCC-5270FDAAA84B}" dt="2025-05-16T04:40:45.198" v="1415"/>
          <ac:spMkLst>
            <pc:docMk/>
            <pc:sldMk cId="2071080350" sldId="298"/>
            <ac:spMk id="46" creationId="{DEAA4374-C2FF-BAEA-4E4A-5D46790D9B0C}"/>
          </ac:spMkLst>
        </pc:spChg>
        <pc:spChg chg="add mod">
          <ac:chgData name="백수완" userId="f289e55a-4c5f-4a04-87b1-c07dd3c71619" providerId="ADAL" clId="{1B9F90C7-0AEC-4F59-BFCC-5270FDAAA84B}" dt="2025-05-16T04:40:34.327" v="1408"/>
          <ac:spMkLst>
            <pc:docMk/>
            <pc:sldMk cId="2071080350" sldId="298"/>
            <ac:spMk id="47" creationId="{FA81BAED-7245-C2A1-9594-750CE4FFEFE2}"/>
          </ac:spMkLst>
        </pc:spChg>
        <pc:spChg chg="add mod">
          <ac:chgData name="백수완" userId="f289e55a-4c5f-4a04-87b1-c07dd3c71619" providerId="ADAL" clId="{1B9F90C7-0AEC-4F59-BFCC-5270FDAAA84B}" dt="2025-05-16T05:17:03.217" v="2670" actId="20577"/>
          <ac:spMkLst>
            <pc:docMk/>
            <pc:sldMk cId="2071080350" sldId="298"/>
            <ac:spMk id="48" creationId="{8BFE7780-26CB-43DF-32F4-9604DE050189}"/>
          </ac:spMkLst>
        </pc:spChg>
        <pc:spChg chg="add mod">
          <ac:chgData name="백수완" userId="f289e55a-4c5f-4a04-87b1-c07dd3c71619" providerId="ADAL" clId="{1B9F90C7-0AEC-4F59-BFCC-5270FDAAA84B}" dt="2025-05-16T04:40:34.327" v="1408"/>
          <ac:spMkLst>
            <pc:docMk/>
            <pc:sldMk cId="2071080350" sldId="298"/>
            <ac:spMk id="57" creationId="{2C0C4DDD-7FD7-5F1A-1085-B4C3A1E24B93}"/>
          </ac:spMkLst>
        </pc:spChg>
        <pc:spChg chg="add mod">
          <ac:chgData name="백수완" userId="f289e55a-4c5f-4a04-87b1-c07dd3c71619" providerId="ADAL" clId="{1B9F90C7-0AEC-4F59-BFCC-5270FDAAA84B}" dt="2025-05-16T04:40:52.038" v="1421"/>
          <ac:spMkLst>
            <pc:docMk/>
            <pc:sldMk cId="2071080350" sldId="298"/>
            <ac:spMk id="58" creationId="{8204773A-7136-E880-CD2F-63167E9A71DA}"/>
          </ac:spMkLst>
        </pc:spChg>
        <pc:spChg chg="add mod">
          <ac:chgData name="백수완" userId="f289e55a-4c5f-4a04-87b1-c07dd3c71619" providerId="ADAL" clId="{1B9F90C7-0AEC-4F59-BFCC-5270FDAAA84B}" dt="2025-05-16T06:06:20.123" v="5128" actId="1035"/>
          <ac:spMkLst>
            <pc:docMk/>
            <pc:sldMk cId="2071080350" sldId="298"/>
            <ac:spMk id="60" creationId="{88679EE5-4197-0635-AA65-549912DC4595}"/>
          </ac:spMkLst>
        </pc:spChg>
        <pc:spChg chg="add mod">
          <ac:chgData name="백수완" userId="f289e55a-4c5f-4a04-87b1-c07dd3c71619" providerId="ADAL" clId="{1B9F90C7-0AEC-4F59-BFCC-5270FDAAA84B}" dt="2025-05-16T06:06:20.123" v="5128" actId="1035"/>
          <ac:spMkLst>
            <pc:docMk/>
            <pc:sldMk cId="2071080350" sldId="298"/>
            <ac:spMk id="61" creationId="{BCF34E64-EF4E-E969-4FFF-F768ADE5BDDE}"/>
          </ac:spMkLst>
        </pc:spChg>
        <pc:spChg chg="add mod">
          <ac:chgData name="백수완" userId="f289e55a-4c5f-4a04-87b1-c07dd3c71619" providerId="ADAL" clId="{1B9F90C7-0AEC-4F59-BFCC-5270FDAAA84B}" dt="2025-05-16T06:06:20.123" v="5128" actId="1035"/>
          <ac:spMkLst>
            <pc:docMk/>
            <pc:sldMk cId="2071080350" sldId="298"/>
            <ac:spMk id="62" creationId="{AAC9D9E4-2B20-336A-B938-8CDC98F6DD48}"/>
          </ac:spMkLst>
        </pc:spChg>
        <pc:spChg chg="add mod">
          <ac:chgData name="백수완" userId="f289e55a-4c5f-4a04-87b1-c07dd3c71619" providerId="ADAL" clId="{1B9F90C7-0AEC-4F59-BFCC-5270FDAAA84B}" dt="2025-05-16T06:06:20.123" v="5128" actId="1035"/>
          <ac:spMkLst>
            <pc:docMk/>
            <pc:sldMk cId="2071080350" sldId="298"/>
            <ac:spMk id="63" creationId="{F082B91F-C3AF-A32F-C8C5-39C362F4F483}"/>
          </ac:spMkLst>
        </pc:spChg>
        <pc:spChg chg="add mod">
          <ac:chgData name="백수완" userId="f289e55a-4c5f-4a04-87b1-c07dd3c71619" providerId="ADAL" clId="{1B9F90C7-0AEC-4F59-BFCC-5270FDAAA84B}" dt="2025-05-16T06:06:16.282" v="5121" actId="1036"/>
          <ac:spMkLst>
            <pc:docMk/>
            <pc:sldMk cId="2071080350" sldId="298"/>
            <ac:spMk id="1024" creationId="{6673D4F4-333C-0BE8-23C0-D46FFD36E47C}"/>
          </ac:spMkLst>
        </pc:spChg>
        <pc:spChg chg="add mod">
          <ac:chgData name="백수완" userId="f289e55a-4c5f-4a04-87b1-c07dd3c71619" providerId="ADAL" clId="{1B9F90C7-0AEC-4F59-BFCC-5270FDAAA84B}" dt="2025-05-16T06:06:16.282" v="5121" actId="1036"/>
          <ac:spMkLst>
            <pc:docMk/>
            <pc:sldMk cId="2071080350" sldId="298"/>
            <ac:spMk id="1025" creationId="{8BF6A31E-9C78-1849-D483-82ABECA2224E}"/>
          </ac:spMkLst>
        </pc:spChg>
        <pc:spChg chg="add mod">
          <ac:chgData name="백수완" userId="f289e55a-4c5f-4a04-87b1-c07dd3c71619" providerId="ADAL" clId="{1B9F90C7-0AEC-4F59-BFCC-5270FDAAA84B}" dt="2025-05-16T06:06:16.282" v="5121" actId="1036"/>
          <ac:spMkLst>
            <pc:docMk/>
            <pc:sldMk cId="2071080350" sldId="298"/>
            <ac:spMk id="1035" creationId="{24C6C6EF-0974-1369-BB20-3D76C4B31191}"/>
          </ac:spMkLst>
        </pc:spChg>
        <pc:spChg chg="add mod">
          <ac:chgData name="백수완" userId="f289e55a-4c5f-4a04-87b1-c07dd3c71619" providerId="ADAL" clId="{1B9F90C7-0AEC-4F59-BFCC-5270FDAAA84B}" dt="2025-05-16T06:06:16.282" v="5121" actId="1036"/>
          <ac:spMkLst>
            <pc:docMk/>
            <pc:sldMk cId="2071080350" sldId="298"/>
            <ac:spMk id="1037" creationId="{43814DB3-E6E1-465E-B668-D257A32E3B1B}"/>
          </ac:spMkLst>
        </pc:spChg>
        <pc:spChg chg="add mod">
          <ac:chgData name="백수완" userId="f289e55a-4c5f-4a04-87b1-c07dd3c71619" providerId="ADAL" clId="{1B9F90C7-0AEC-4F59-BFCC-5270FDAAA84B}" dt="2025-05-16T05:43:55.626" v="3813" actId="554"/>
          <ac:spMkLst>
            <pc:docMk/>
            <pc:sldMk cId="2071080350" sldId="298"/>
            <ac:spMk id="8199" creationId="{11192D6B-AE6D-59C3-6883-42FBEA96E807}"/>
          </ac:spMkLst>
        </pc:spChg>
        <pc:spChg chg="add mod">
          <ac:chgData name="백수완" userId="f289e55a-4c5f-4a04-87b1-c07dd3c71619" providerId="ADAL" clId="{1B9F90C7-0AEC-4F59-BFCC-5270FDAAA84B}" dt="2025-05-16T05:19:23.957" v="2877" actId="1076"/>
          <ac:spMkLst>
            <pc:docMk/>
            <pc:sldMk cId="2071080350" sldId="298"/>
            <ac:spMk id="8200" creationId="{6D8EF6E8-5121-CC8D-7BF0-D932DBCE9961}"/>
          </ac:spMkLst>
        </pc:spChg>
        <pc:spChg chg="add mod">
          <ac:chgData name="백수완" userId="f289e55a-4c5f-4a04-87b1-c07dd3c71619" providerId="ADAL" clId="{1B9F90C7-0AEC-4F59-BFCC-5270FDAAA84B}" dt="2025-05-16T06:06:00.799" v="5098" actId="207"/>
          <ac:spMkLst>
            <pc:docMk/>
            <pc:sldMk cId="2071080350" sldId="298"/>
            <ac:spMk id="8201" creationId="{9EA8C556-F186-80B2-A0BA-2B903F4F9FBA}"/>
          </ac:spMkLst>
        </pc:spChg>
        <pc:spChg chg="add mod">
          <ac:chgData name="백수완" userId="f289e55a-4c5f-4a04-87b1-c07dd3c71619" providerId="ADAL" clId="{1B9F90C7-0AEC-4F59-BFCC-5270FDAAA84B}" dt="2025-05-16T06:06:00.799" v="5098" actId="207"/>
          <ac:spMkLst>
            <pc:docMk/>
            <pc:sldMk cId="2071080350" sldId="298"/>
            <ac:spMk id="8202" creationId="{ECC40AED-70A0-AF44-CE41-CFD14E6C6A2F}"/>
          </ac:spMkLst>
        </pc:spChg>
        <pc:spChg chg="mod">
          <ac:chgData name="백수완" userId="f289e55a-4c5f-4a04-87b1-c07dd3c71619" providerId="ADAL" clId="{1B9F90C7-0AEC-4F59-BFCC-5270FDAAA84B}" dt="2025-05-16T05:45:55.735" v="3862" actId="207"/>
          <ac:spMkLst>
            <pc:docMk/>
            <pc:sldMk cId="2071080350" sldId="298"/>
            <ac:spMk id="8205" creationId="{2B6DFED6-C286-4196-F065-79FC4C50D1A6}"/>
          </ac:spMkLst>
        </pc:spChg>
        <pc:spChg chg="mod">
          <ac:chgData name="백수완" userId="f289e55a-4c5f-4a04-87b1-c07dd3c71619" providerId="ADAL" clId="{1B9F90C7-0AEC-4F59-BFCC-5270FDAAA84B}" dt="2025-05-16T05:43:58.577" v="3814" actId="403"/>
          <ac:spMkLst>
            <pc:docMk/>
            <pc:sldMk cId="2071080350" sldId="298"/>
            <ac:spMk id="8206" creationId="{FC37154E-8D00-0F2C-3859-37E5270C3C6C}"/>
          </ac:spMkLst>
        </pc:spChg>
        <pc:spChg chg="add mod">
          <ac:chgData name="백수완" userId="f289e55a-4c5f-4a04-87b1-c07dd3c71619" providerId="ADAL" clId="{1B9F90C7-0AEC-4F59-BFCC-5270FDAAA84B}" dt="2025-05-16T06:06:00.799" v="5098" actId="207"/>
          <ac:spMkLst>
            <pc:docMk/>
            <pc:sldMk cId="2071080350" sldId="298"/>
            <ac:spMk id="8232" creationId="{B0A8F854-8381-C790-5756-41E5195C75DE}"/>
          </ac:spMkLst>
        </pc:spChg>
        <pc:spChg chg="add mod">
          <ac:chgData name="백수완" userId="f289e55a-4c5f-4a04-87b1-c07dd3c71619" providerId="ADAL" clId="{1B9F90C7-0AEC-4F59-BFCC-5270FDAAA84B}" dt="2025-05-16T06:06:00.799" v="5098" actId="207"/>
          <ac:spMkLst>
            <pc:docMk/>
            <pc:sldMk cId="2071080350" sldId="298"/>
            <ac:spMk id="8234" creationId="{C96B4868-2F04-CC34-59C6-488C152A9E80}"/>
          </ac:spMkLst>
        </pc:spChg>
        <pc:spChg chg="add mod">
          <ac:chgData name="백수완" userId="f289e55a-4c5f-4a04-87b1-c07dd3c71619" providerId="ADAL" clId="{1B9F90C7-0AEC-4F59-BFCC-5270FDAAA84B}" dt="2025-05-16T05:18:12.256" v="2875" actId="20577"/>
          <ac:spMkLst>
            <pc:docMk/>
            <pc:sldMk cId="2071080350" sldId="298"/>
            <ac:spMk id="8235" creationId="{6F853687-B597-21DD-1E55-CA2D871AC574}"/>
          </ac:spMkLst>
        </pc:spChg>
        <pc:spChg chg="add mod">
          <ac:chgData name="백수완" userId="f289e55a-4c5f-4a04-87b1-c07dd3c71619" providerId="ADAL" clId="{1B9F90C7-0AEC-4F59-BFCC-5270FDAAA84B}" dt="2025-05-16T06:06:16.282" v="5121" actId="1036"/>
          <ac:spMkLst>
            <pc:docMk/>
            <pc:sldMk cId="2071080350" sldId="298"/>
            <ac:spMk id="8238" creationId="{0FDBF34A-F7B5-8818-EC7C-82F3D3E46DAA}"/>
          </ac:spMkLst>
        </pc:spChg>
        <pc:spChg chg="add mod">
          <ac:chgData name="백수완" userId="f289e55a-4c5f-4a04-87b1-c07dd3c71619" providerId="ADAL" clId="{1B9F90C7-0AEC-4F59-BFCC-5270FDAAA84B}" dt="2025-05-16T06:06:16.282" v="5121" actId="1036"/>
          <ac:spMkLst>
            <pc:docMk/>
            <pc:sldMk cId="2071080350" sldId="298"/>
            <ac:spMk id="8239" creationId="{0CC59FA9-89A2-8D4E-E809-49E310E5AC4B}"/>
          </ac:spMkLst>
        </pc:spChg>
        <pc:spChg chg="add mod">
          <ac:chgData name="백수완" userId="f289e55a-4c5f-4a04-87b1-c07dd3c71619" providerId="ADAL" clId="{1B9F90C7-0AEC-4F59-BFCC-5270FDAAA84B}" dt="2025-05-16T06:06:16.282" v="5121" actId="1036"/>
          <ac:spMkLst>
            <pc:docMk/>
            <pc:sldMk cId="2071080350" sldId="298"/>
            <ac:spMk id="8240" creationId="{CDFC1A5E-5FC4-D94E-C513-3772A79DD551}"/>
          </ac:spMkLst>
        </pc:spChg>
        <pc:spChg chg="add mod">
          <ac:chgData name="백수완" userId="f289e55a-4c5f-4a04-87b1-c07dd3c71619" providerId="ADAL" clId="{1B9F90C7-0AEC-4F59-BFCC-5270FDAAA84B}" dt="2025-05-16T06:06:16.282" v="5121" actId="1036"/>
          <ac:spMkLst>
            <pc:docMk/>
            <pc:sldMk cId="2071080350" sldId="298"/>
            <ac:spMk id="8254" creationId="{67CAEC4F-0E47-31E9-3F90-5B5BDA764C98}"/>
          </ac:spMkLst>
        </pc:spChg>
        <pc:spChg chg="add mod">
          <ac:chgData name="백수완" userId="f289e55a-4c5f-4a04-87b1-c07dd3c71619" providerId="ADAL" clId="{1B9F90C7-0AEC-4F59-BFCC-5270FDAAA84B}" dt="2025-05-16T06:06:16.282" v="5121" actId="1036"/>
          <ac:spMkLst>
            <pc:docMk/>
            <pc:sldMk cId="2071080350" sldId="298"/>
            <ac:spMk id="8255" creationId="{35919E93-FB15-2382-9E16-2F9233F5957A}"/>
          </ac:spMkLst>
        </pc:spChg>
        <pc:grpChg chg="add mod">
          <ac:chgData name="백수완" userId="f289e55a-4c5f-4a04-87b1-c07dd3c71619" providerId="ADAL" clId="{1B9F90C7-0AEC-4F59-BFCC-5270FDAAA84B}" dt="2025-05-16T05:49:32.596" v="4072" actId="553"/>
          <ac:grpSpMkLst>
            <pc:docMk/>
            <pc:sldMk cId="2071080350" sldId="298"/>
            <ac:grpSpMk id="1043" creationId="{66FA281A-06D4-0F08-F6BE-F221CDE33310}"/>
          </ac:grpSpMkLst>
        </pc:grpChg>
        <pc:grpChg chg="add mod">
          <ac:chgData name="백수완" userId="f289e55a-4c5f-4a04-87b1-c07dd3c71619" providerId="ADAL" clId="{1B9F90C7-0AEC-4F59-BFCC-5270FDAAA84B}" dt="2025-05-16T05:49:38.186" v="4073" actId="408"/>
          <ac:grpSpMkLst>
            <pc:docMk/>
            <pc:sldMk cId="2071080350" sldId="298"/>
            <ac:grpSpMk id="1044" creationId="{CB0441FE-0747-6513-9FB2-AF65437B4AED}"/>
          </ac:grpSpMkLst>
        </pc:grpChg>
        <pc:grpChg chg="add mod">
          <ac:chgData name="백수완" userId="f289e55a-4c5f-4a04-87b1-c07dd3c71619" providerId="ADAL" clId="{1B9F90C7-0AEC-4F59-BFCC-5270FDAAA84B}" dt="2025-05-16T05:49:25.191" v="4058" actId="164"/>
          <ac:grpSpMkLst>
            <pc:docMk/>
            <pc:sldMk cId="2071080350" sldId="298"/>
            <ac:grpSpMk id="1045" creationId="{A31FF0C8-CF6C-CC87-15DF-D5AE9BDD9747}"/>
          </ac:grpSpMkLst>
        </pc:grpChg>
        <pc:grpChg chg="add mod">
          <ac:chgData name="백수완" userId="f289e55a-4c5f-4a04-87b1-c07dd3c71619" providerId="ADAL" clId="{1B9F90C7-0AEC-4F59-BFCC-5270FDAAA84B}" dt="2025-05-16T05:44:01.448" v="3820" actId="1035"/>
          <ac:grpSpMkLst>
            <pc:docMk/>
            <pc:sldMk cId="2071080350" sldId="298"/>
            <ac:grpSpMk id="8204" creationId="{E09912E8-DA85-2B4A-FD5E-7AE7297B1B8A}"/>
          </ac:grpSpMkLst>
        </pc:grpChg>
        <pc:picChg chg="mod">
          <ac:chgData name="백수완" userId="f289e55a-4c5f-4a04-87b1-c07dd3c71619" providerId="ADAL" clId="{1B9F90C7-0AEC-4F59-BFCC-5270FDAAA84B}" dt="2025-05-16T06:05:43.630" v="5082" actId="1036"/>
          <ac:picMkLst>
            <pc:docMk/>
            <pc:sldMk cId="2071080350" sldId="298"/>
            <ac:picMk id="24" creationId="{31410078-4CF5-E3CD-4E34-E37A64E9D47F}"/>
          </ac:picMkLst>
        </pc:picChg>
        <pc:picChg chg="mod">
          <ac:chgData name="백수완" userId="f289e55a-4c5f-4a04-87b1-c07dd3c71619" providerId="ADAL" clId="{1B9F90C7-0AEC-4F59-BFCC-5270FDAAA84B}" dt="2025-05-16T06:05:43.630" v="5082" actId="1036"/>
          <ac:picMkLst>
            <pc:docMk/>
            <pc:sldMk cId="2071080350" sldId="298"/>
            <ac:picMk id="37" creationId="{CE75D922-5573-9AF7-6F0F-FE6E76279C60}"/>
          </ac:picMkLst>
        </pc:picChg>
        <pc:picChg chg="mod">
          <ac:chgData name="백수완" userId="f289e55a-4c5f-4a04-87b1-c07dd3c71619" providerId="ADAL" clId="{1B9F90C7-0AEC-4F59-BFCC-5270FDAAA84B}" dt="2025-05-16T06:05:43.630" v="5082" actId="1036"/>
          <ac:picMkLst>
            <pc:docMk/>
            <pc:sldMk cId="2071080350" sldId="298"/>
            <ac:picMk id="1026" creationId="{7BA35ED4-5216-4331-E35B-C7491EB49F00}"/>
          </ac:picMkLst>
        </pc:picChg>
        <pc:picChg chg="add mod">
          <ac:chgData name="백수완" userId="f289e55a-4c5f-4a04-87b1-c07dd3c71619" providerId="ADAL" clId="{1B9F90C7-0AEC-4F59-BFCC-5270FDAAA84B}" dt="2025-05-16T05:50:52.718" v="4126" actId="1037"/>
          <ac:picMkLst>
            <pc:docMk/>
            <pc:sldMk cId="2071080350" sldId="298"/>
            <ac:picMk id="1028" creationId="{352C5F67-F104-019E-9E3D-D7C8A18E5C9E}"/>
          </ac:picMkLst>
        </pc:picChg>
        <pc:picChg chg="add mod">
          <ac:chgData name="백수완" userId="f289e55a-4c5f-4a04-87b1-c07dd3c71619" providerId="ADAL" clId="{1B9F90C7-0AEC-4F59-BFCC-5270FDAAA84B}" dt="2025-05-16T05:50:52.718" v="4126" actId="1037"/>
          <ac:picMkLst>
            <pc:docMk/>
            <pc:sldMk cId="2071080350" sldId="298"/>
            <ac:picMk id="1030" creationId="{43D9764A-F4D3-CCEB-BE8D-DB2F342B02B8}"/>
          </ac:picMkLst>
        </pc:picChg>
        <pc:picChg chg="add mod modCrop">
          <ac:chgData name="백수완" userId="f289e55a-4c5f-4a04-87b1-c07dd3c71619" providerId="ADAL" clId="{1B9F90C7-0AEC-4F59-BFCC-5270FDAAA84B}" dt="2025-05-16T05:50:52.718" v="4126" actId="1037"/>
          <ac:picMkLst>
            <pc:docMk/>
            <pc:sldMk cId="2071080350" sldId="298"/>
            <ac:picMk id="1034" creationId="{3C9B8A15-A94F-597E-0F36-9131AABE92EA}"/>
          </ac:picMkLst>
        </pc:picChg>
        <pc:picChg chg="add mod">
          <ac:chgData name="백수완" userId="f289e55a-4c5f-4a04-87b1-c07dd3c71619" providerId="ADAL" clId="{1B9F90C7-0AEC-4F59-BFCC-5270FDAAA84B}" dt="2025-05-16T05:49:25.191" v="4058" actId="164"/>
          <ac:picMkLst>
            <pc:docMk/>
            <pc:sldMk cId="2071080350" sldId="298"/>
            <ac:picMk id="1039" creationId="{3D5B6B4A-B62B-C436-4EE2-67855772A9B7}"/>
          </ac:picMkLst>
        </pc:picChg>
        <pc:picChg chg="add mod">
          <ac:chgData name="백수완" userId="f289e55a-4c5f-4a04-87b1-c07dd3c71619" providerId="ADAL" clId="{1B9F90C7-0AEC-4F59-BFCC-5270FDAAA84B}" dt="2025-05-16T05:49:23.137" v="4057" actId="164"/>
          <ac:picMkLst>
            <pc:docMk/>
            <pc:sldMk cId="2071080350" sldId="298"/>
            <ac:picMk id="1041" creationId="{0314390C-8A39-01D2-421F-582970BFF7C0}"/>
          </ac:picMkLst>
        </pc:picChg>
        <pc:picChg chg="add mod">
          <ac:chgData name="백수완" userId="f289e55a-4c5f-4a04-87b1-c07dd3c71619" providerId="ADAL" clId="{1B9F90C7-0AEC-4F59-BFCC-5270FDAAA84B}" dt="2025-05-16T05:49:21.112" v="4056" actId="164"/>
          <ac:picMkLst>
            <pc:docMk/>
            <pc:sldMk cId="2071080350" sldId="298"/>
            <ac:picMk id="1042" creationId="{E22A3F31-BDEA-C16F-DE7E-EBB8743F6C57}"/>
          </ac:picMkLst>
        </pc:picChg>
        <pc:picChg chg="add mod">
          <ac:chgData name="백수완" userId="f289e55a-4c5f-4a04-87b1-c07dd3c71619" providerId="ADAL" clId="{1B9F90C7-0AEC-4F59-BFCC-5270FDAAA84B}" dt="2025-05-16T05:46:30.339" v="3875" actId="1035"/>
          <ac:picMkLst>
            <pc:docMk/>
            <pc:sldMk cId="2071080350" sldId="298"/>
            <ac:picMk id="2050" creationId="{AF5E5E95-3951-59BD-83B4-6F704A390FBA}"/>
          </ac:picMkLst>
        </pc:picChg>
        <pc:picChg chg="add mod">
          <ac:chgData name="백수완" userId="f289e55a-4c5f-4a04-87b1-c07dd3c71619" providerId="ADAL" clId="{1B9F90C7-0AEC-4F59-BFCC-5270FDAAA84B}" dt="2025-05-16T05:50:31.751" v="4097" actId="1038"/>
          <ac:picMkLst>
            <pc:docMk/>
            <pc:sldMk cId="2071080350" sldId="298"/>
            <ac:picMk id="2052" creationId="{F4B010FE-3305-FF3C-334B-B3697170CB42}"/>
          </ac:picMkLst>
        </pc:picChg>
        <pc:picChg chg="add mod">
          <ac:chgData name="백수완" userId="f289e55a-4c5f-4a04-87b1-c07dd3c71619" providerId="ADAL" clId="{1B9F90C7-0AEC-4F59-BFCC-5270FDAAA84B}" dt="2025-05-16T05:50:35.424" v="4111" actId="1037"/>
          <ac:picMkLst>
            <pc:docMk/>
            <pc:sldMk cId="2071080350" sldId="298"/>
            <ac:picMk id="2054" creationId="{6330F6C1-DC44-19FA-9066-3308437B8F27}"/>
          </ac:picMkLst>
        </pc:picChg>
        <pc:picChg chg="add mod">
          <ac:chgData name="백수완" userId="f289e55a-4c5f-4a04-87b1-c07dd3c71619" providerId="ADAL" clId="{1B9F90C7-0AEC-4F59-BFCC-5270FDAAA84B}" dt="2025-05-16T05:50:49.873" v="4122" actId="1038"/>
          <ac:picMkLst>
            <pc:docMk/>
            <pc:sldMk cId="2071080350" sldId="298"/>
            <ac:picMk id="2056" creationId="{4444254E-6745-7366-3812-6857C0CB3AE7}"/>
          </ac:picMkLst>
        </pc:picChg>
        <pc:picChg chg="add mod">
          <ac:chgData name="백수완" userId="f289e55a-4c5f-4a04-87b1-c07dd3c71619" providerId="ADAL" clId="{1B9F90C7-0AEC-4F59-BFCC-5270FDAAA84B}" dt="2025-05-16T05:50:49.873" v="4122" actId="1038"/>
          <ac:picMkLst>
            <pc:docMk/>
            <pc:sldMk cId="2071080350" sldId="298"/>
            <ac:picMk id="2058" creationId="{3E33CE50-EEBD-0E39-9716-3F6A3BBA58D3}"/>
          </ac:picMkLst>
        </pc:picChg>
        <pc:picChg chg="add mod">
          <ac:chgData name="백수완" userId="f289e55a-4c5f-4a04-87b1-c07dd3c71619" providerId="ADAL" clId="{1B9F90C7-0AEC-4F59-BFCC-5270FDAAA84B}" dt="2025-05-16T06:06:16.282" v="5121" actId="1036"/>
          <ac:picMkLst>
            <pc:docMk/>
            <pc:sldMk cId="2071080350" sldId="298"/>
            <ac:picMk id="2064" creationId="{A2651C39-73F6-2FEE-D3BC-5402D6E519D4}"/>
          </ac:picMkLst>
        </pc:picChg>
      </pc:sldChg>
    </pc:docChg>
  </pc:docChgLst>
  <pc:docChgLst>
    <pc:chgData name="백 수완" userId="f289e55a-4c5f-4a04-87b1-c07dd3c71619" providerId="ADAL" clId="{54D0157F-39E0-46D2-876C-609AB220ABA9}"/>
    <pc:docChg chg="undo redo custSel addSld modSld modMainMaster">
      <pc:chgData name="백 수완" userId="f289e55a-4c5f-4a04-87b1-c07dd3c71619" providerId="ADAL" clId="{54D0157F-39E0-46D2-876C-609AB220ABA9}" dt="2025-05-09T06:24:07.813" v="10246" actId="20577"/>
      <pc:docMkLst>
        <pc:docMk/>
      </pc:docMkLst>
      <pc:sldChg chg="addSp delSp modSp mod chgLayout">
        <pc:chgData name="백 수완" userId="f289e55a-4c5f-4a04-87b1-c07dd3c71619" providerId="ADAL" clId="{54D0157F-39E0-46D2-876C-609AB220ABA9}" dt="2025-05-09T06:23:16.560" v="10083" actId="20577"/>
        <pc:sldMkLst>
          <pc:docMk/>
          <pc:sldMk cId="2319151928" sldId="261"/>
        </pc:sldMkLst>
        <pc:spChg chg="mod">
          <ac:chgData name="백 수완" userId="f289e55a-4c5f-4a04-87b1-c07dd3c71619" providerId="ADAL" clId="{54D0157F-39E0-46D2-876C-609AB220ABA9}" dt="2025-05-09T05:27:05.227" v="7735" actId="207"/>
          <ac:spMkLst>
            <pc:docMk/>
            <pc:sldMk cId="2319151928" sldId="261"/>
            <ac:spMk id="52" creationId="{CA885963-E23E-A6D5-DBAB-DB9DE2B1958A}"/>
          </ac:spMkLst>
        </pc:spChg>
        <pc:spChg chg="add mod">
          <ac:chgData name="백 수완" userId="f289e55a-4c5f-4a04-87b1-c07dd3c71619" providerId="ADAL" clId="{54D0157F-39E0-46D2-876C-609AB220ABA9}" dt="2025-05-09T00:32:05.017" v="1120" actId="1035"/>
          <ac:spMkLst>
            <pc:docMk/>
            <pc:sldMk cId="2319151928" sldId="261"/>
            <ac:spMk id="53" creationId="{E8C9CDA5-F6E0-B1D5-2CC1-4F433E5A4CE0}"/>
          </ac:spMkLst>
        </pc:spChg>
        <pc:spChg chg="add mod">
          <ac:chgData name="백 수완" userId="f289e55a-4c5f-4a04-87b1-c07dd3c71619" providerId="ADAL" clId="{54D0157F-39E0-46D2-876C-609AB220ABA9}" dt="2025-05-09T00:32:05.017" v="1120" actId="1035"/>
          <ac:spMkLst>
            <pc:docMk/>
            <pc:sldMk cId="2319151928" sldId="261"/>
            <ac:spMk id="57" creationId="{DDABA1F8-77D7-EC04-D86F-7AEEAFD933F0}"/>
          </ac:spMkLst>
        </pc:spChg>
        <pc:spChg chg="add mod">
          <ac:chgData name="백 수완" userId="f289e55a-4c5f-4a04-87b1-c07dd3c71619" providerId="ADAL" clId="{54D0157F-39E0-46D2-876C-609AB220ABA9}" dt="2025-05-09T00:32:05.017" v="1120" actId="1035"/>
          <ac:spMkLst>
            <pc:docMk/>
            <pc:sldMk cId="2319151928" sldId="261"/>
            <ac:spMk id="61" creationId="{5D9CB69B-81BF-A1F5-0CA4-C1C7F94143E0}"/>
          </ac:spMkLst>
        </pc:spChg>
        <pc:spChg chg="add mod">
          <ac:chgData name="백 수완" userId="f289e55a-4c5f-4a04-87b1-c07dd3c71619" providerId="ADAL" clId="{54D0157F-39E0-46D2-876C-609AB220ABA9}" dt="2025-05-09T00:32:05.017" v="1120" actId="1035"/>
          <ac:spMkLst>
            <pc:docMk/>
            <pc:sldMk cId="2319151928" sldId="261"/>
            <ac:spMk id="63" creationId="{E408D51E-8D23-F9EA-EC9E-ADB161D9FA4C}"/>
          </ac:spMkLst>
        </pc:spChg>
        <pc:spChg chg="add mod">
          <ac:chgData name="백 수완" userId="f289e55a-4c5f-4a04-87b1-c07dd3c71619" providerId="ADAL" clId="{54D0157F-39E0-46D2-876C-609AB220ABA9}" dt="2025-05-09T00:32:05.017" v="1120" actId="1035"/>
          <ac:spMkLst>
            <pc:docMk/>
            <pc:sldMk cId="2319151928" sldId="261"/>
            <ac:spMk id="64" creationId="{43E2AD49-D7C7-6170-C92C-AE6A671EA91A}"/>
          </ac:spMkLst>
        </pc:spChg>
        <pc:spChg chg="add mod">
          <ac:chgData name="백 수완" userId="f289e55a-4c5f-4a04-87b1-c07dd3c71619" providerId="ADAL" clId="{54D0157F-39E0-46D2-876C-609AB220ABA9}" dt="2025-05-09T00:32:05.017" v="1120" actId="1035"/>
          <ac:spMkLst>
            <pc:docMk/>
            <pc:sldMk cId="2319151928" sldId="261"/>
            <ac:spMk id="67" creationId="{8F17BB8E-230D-400C-B4F9-D3AABFE672CC}"/>
          </ac:spMkLst>
        </pc:spChg>
        <pc:spChg chg="add mod">
          <ac:chgData name="백 수완" userId="f289e55a-4c5f-4a04-87b1-c07dd3c71619" providerId="ADAL" clId="{54D0157F-39E0-46D2-876C-609AB220ABA9}" dt="2025-05-09T00:32:05.017" v="1120" actId="1035"/>
          <ac:spMkLst>
            <pc:docMk/>
            <pc:sldMk cId="2319151928" sldId="261"/>
            <ac:spMk id="69" creationId="{9D648BA9-9E51-0782-C704-52B861973F47}"/>
          </ac:spMkLst>
        </pc:spChg>
        <pc:spChg chg="add mod">
          <ac:chgData name="백 수완" userId="f289e55a-4c5f-4a04-87b1-c07dd3c71619" providerId="ADAL" clId="{54D0157F-39E0-46D2-876C-609AB220ABA9}" dt="2025-05-09T00:32:05.017" v="1120" actId="1035"/>
          <ac:spMkLst>
            <pc:docMk/>
            <pc:sldMk cId="2319151928" sldId="261"/>
            <ac:spMk id="76" creationId="{A52B31FE-FB0D-F8EF-1C0B-AAFA83C4B1B9}"/>
          </ac:spMkLst>
        </pc:spChg>
        <pc:spChg chg="add mod">
          <ac:chgData name="백 수완" userId="f289e55a-4c5f-4a04-87b1-c07dd3c71619" providerId="ADAL" clId="{54D0157F-39E0-46D2-876C-609AB220ABA9}" dt="2025-05-09T00:32:05.017" v="1120" actId="1035"/>
          <ac:spMkLst>
            <pc:docMk/>
            <pc:sldMk cId="2319151928" sldId="261"/>
            <ac:spMk id="78" creationId="{ABE7CE49-A326-2223-B2C4-E8CA6FBA09EB}"/>
          </ac:spMkLst>
        </pc:spChg>
        <pc:spChg chg="add mod">
          <ac:chgData name="백 수완" userId="f289e55a-4c5f-4a04-87b1-c07dd3c71619" providerId="ADAL" clId="{54D0157F-39E0-46D2-876C-609AB220ABA9}" dt="2025-05-09T00:40:19.631" v="1477"/>
          <ac:spMkLst>
            <pc:docMk/>
            <pc:sldMk cId="2319151928" sldId="261"/>
            <ac:spMk id="80" creationId="{D35974C6-E76F-37F7-8CF3-25908C45461E}"/>
          </ac:spMkLst>
        </pc:spChg>
        <pc:spChg chg="add mod">
          <ac:chgData name="백 수완" userId="f289e55a-4c5f-4a04-87b1-c07dd3c71619" providerId="ADAL" clId="{54D0157F-39E0-46D2-876C-609AB220ABA9}" dt="2025-05-09T00:40:23.478" v="1491" actId="20577"/>
          <ac:spMkLst>
            <pc:docMk/>
            <pc:sldMk cId="2319151928" sldId="261"/>
            <ac:spMk id="81" creationId="{CF59B0C8-006B-0C1D-B4B1-8C76F36505A7}"/>
          </ac:spMkLst>
        </pc:spChg>
        <pc:spChg chg="add mod">
          <ac:chgData name="백 수완" userId="f289e55a-4c5f-4a04-87b1-c07dd3c71619" providerId="ADAL" clId="{54D0157F-39E0-46D2-876C-609AB220ABA9}" dt="2025-05-09T00:40:24.706" v="1493" actId="20577"/>
          <ac:spMkLst>
            <pc:docMk/>
            <pc:sldMk cId="2319151928" sldId="261"/>
            <ac:spMk id="82" creationId="{CC3D93A4-A3CA-72A6-004C-53BC63DDFF54}"/>
          </ac:spMkLst>
        </pc:spChg>
      </pc:sldChg>
      <pc:sldChg chg="addSp delSp modSp mod chgLayout">
        <pc:chgData name="백 수완" userId="f289e55a-4c5f-4a04-87b1-c07dd3c71619" providerId="ADAL" clId="{54D0157F-39E0-46D2-876C-609AB220ABA9}" dt="2025-05-09T06:23:38.449" v="10146" actId="20577"/>
        <pc:sldMkLst>
          <pc:docMk/>
          <pc:sldMk cId="988646595" sldId="264"/>
        </pc:sldMkLst>
        <pc:spChg chg="mod">
          <ac:chgData name="백 수완" userId="f289e55a-4c5f-4a04-87b1-c07dd3c71619" providerId="ADAL" clId="{54D0157F-39E0-46D2-876C-609AB220ABA9}" dt="2025-05-09T05:52:00.639" v="9107" actId="113"/>
          <ac:spMkLst>
            <pc:docMk/>
            <pc:sldMk cId="988646595" sldId="264"/>
            <ac:spMk id="5" creationId="{4D767A04-6168-B500-BBDD-F9F9D2827BF2}"/>
          </ac:spMkLst>
        </pc:spChg>
        <pc:spChg chg="mod">
          <ac:chgData name="백 수완" userId="f289e55a-4c5f-4a04-87b1-c07dd3c71619" providerId="ADAL" clId="{54D0157F-39E0-46D2-876C-609AB220ABA9}" dt="2025-05-09T05:52:15.925" v="9113" actId="12"/>
          <ac:spMkLst>
            <pc:docMk/>
            <pc:sldMk cId="988646595" sldId="264"/>
            <ac:spMk id="8" creationId="{2D4F43D8-4427-7157-E2A9-C7F1E16C7583}"/>
          </ac:spMkLst>
        </pc:spChg>
        <pc:spChg chg="mod">
          <ac:chgData name="백 수완" userId="f289e55a-4c5f-4a04-87b1-c07dd3c71619" providerId="ADAL" clId="{54D0157F-39E0-46D2-876C-609AB220ABA9}" dt="2025-05-09T06:11:52.013" v="10006" actId="113"/>
          <ac:spMkLst>
            <pc:docMk/>
            <pc:sldMk cId="988646595" sldId="264"/>
            <ac:spMk id="9" creationId="{58EEFD6B-CB84-F0F3-97C0-37C8B1902E92}"/>
          </ac:spMkLst>
        </pc:spChg>
        <pc:spChg chg="mod">
          <ac:chgData name="백 수완" userId="f289e55a-4c5f-4a04-87b1-c07dd3c71619" providerId="ADAL" clId="{54D0157F-39E0-46D2-876C-609AB220ABA9}" dt="2025-05-09T05:52:42.236" v="9127" actId="12"/>
          <ac:spMkLst>
            <pc:docMk/>
            <pc:sldMk cId="988646595" sldId="264"/>
            <ac:spMk id="10" creationId="{987BF4F7-F598-E8CF-D177-7275DB599A7A}"/>
          </ac:spMkLst>
        </pc:spChg>
        <pc:spChg chg="mod">
          <ac:chgData name="백 수완" userId="f289e55a-4c5f-4a04-87b1-c07dd3c71619" providerId="ADAL" clId="{54D0157F-39E0-46D2-876C-609AB220ABA9}" dt="2025-05-09T05:52:05.327" v="9109" actId="113"/>
          <ac:spMkLst>
            <pc:docMk/>
            <pc:sldMk cId="988646595" sldId="264"/>
            <ac:spMk id="11" creationId="{1DE3FF08-C12F-C012-5384-A7D35E0FDCD2}"/>
          </ac:spMkLst>
        </pc:spChg>
        <pc:spChg chg="mod">
          <ac:chgData name="백 수완" userId="f289e55a-4c5f-4a04-87b1-c07dd3c71619" providerId="ADAL" clId="{54D0157F-39E0-46D2-876C-609AB220ABA9}" dt="2025-05-09T05:52:18.415" v="9114" actId="12"/>
          <ac:spMkLst>
            <pc:docMk/>
            <pc:sldMk cId="988646595" sldId="264"/>
            <ac:spMk id="12" creationId="{9A746819-254A-E3FA-0C07-E37507F3BD22}"/>
          </ac:spMkLst>
        </pc:spChg>
        <pc:spChg chg="mod">
          <ac:chgData name="백 수완" userId="f289e55a-4c5f-4a04-87b1-c07dd3c71619" providerId="ADAL" clId="{54D0157F-39E0-46D2-876C-609AB220ABA9}" dt="2025-05-09T06:11:58.398" v="10008" actId="113"/>
          <ac:spMkLst>
            <pc:docMk/>
            <pc:sldMk cId="988646595" sldId="264"/>
            <ac:spMk id="14" creationId="{4FE97BFB-29A7-3D8E-D6ED-AF7E04A8BC9A}"/>
          </ac:spMkLst>
        </pc:spChg>
        <pc:spChg chg="mod">
          <ac:chgData name="백 수완" userId="f289e55a-4c5f-4a04-87b1-c07dd3c71619" providerId="ADAL" clId="{54D0157F-39E0-46D2-876C-609AB220ABA9}" dt="2025-05-09T06:05:50.455" v="9741" actId="20577"/>
          <ac:spMkLst>
            <pc:docMk/>
            <pc:sldMk cId="988646595" sldId="264"/>
            <ac:spMk id="15" creationId="{76413E93-D010-02E7-7E04-B2C831E601FC}"/>
          </ac:spMkLst>
        </pc:spChg>
        <pc:spChg chg="mod">
          <ac:chgData name="백 수완" userId="f289e55a-4c5f-4a04-87b1-c07dd3c71619" providerId="ADAL" clId="{54D0157F-39E0-46D2-876C-609AB220ABA9}" dt="2025-05-09T06:12:00.667" v="10009" actId="113"/>
          <ac:spMkLst>
            <pc:docMk/>
            <pc:sldMk cId="988646595" sldId="264"/>
            <ac:spMk id="17" creationId="{D13F3410-52E8-0F7F-395A-C60048CB73D2}"/>
          </ac:spMkLst>
        </pc:spChg>
        <pc:spChg chg="mod">
          <ac:chgData name="백 수완" userId="f289e55a-4c5f-4a04-87b1-c07dd3c71619" providerId="ADAL" clId="{54D0157F-39E0-46D2-876C-609AB220ABA9}" dt="2025-05-09T05:52:46.163" v="9130" actId="12"/>
          <ac:spMkLst>
            <pc:docMk/>
            <pc:sldMk cId="988646595" sldId="264"/>
            <ac:spMk id="18" creationId="{2C213DB6-F510-7AA9-FA78-F1E7B4803B50}"/>
          </ac:spMkLst>
        </pc:spChg>
        <pc:spChg chg="mod">
          <ac:chgData name="백 수완" userId="f289e55a-4c5f-4a04-87b1-c07dd3c71619" providerId="ADAL" clId="{54D0157F-39E0-46D2-876C-609AB220ABA9}" dt="2025-05-09T06:12:03.045" v="10010" actId="113"/>
          <ac:spMkLst>
            <pc:docMk/>
            <pc:sldMk cId="988646595" sldId="264"/>
            <ac:spMk id="19" creationId="{FD13B8E0-525E-1C83-85CE-DE5C75DF7997}"/>
          </ac:spMkLst>
        </pc:spChg>
        <pc:spChg chg="mod">
          <ac:chgData name="백 수완" userId="f289e55a-4c5f-4a04-87b1-c07dd3c71619" providerId="ADAL" clId="{54D0157F-39E0-46D2-876C-609AB220ABA9}" dt="2025-05-09T06:11:30.326" v="10003"/>
          <ac:spMkLst>
            <pc:docMk/>
            <pc:sldMk cId="988646595" sldId="264"/>
            <ac:spMk id="21" creationId="{A9527C1E-9C71-7000-2B03-440A343AD7C8}"/>
          </ac:spMkLst>
        </pc:spChg>
        <pc:spChg chg="add mod">
          <ac:chgData name="백 수완" userId="f289e55a-4c5f-4a04-87b1-c07dd3c71619" providerId="ADAL" clId="{54D0157F-39E0-46D2-876C-609AB220ABA9}" dt="2025-05-09T00:40:07.280" v="1451"/>
          <ac:spMkLst>
            <pc:docMk/>
            <pc:sldMk cId="988646595" sldId="264"/>
            <ac:spMk id="22" creationId="{98558567-9F89-B09E-E5E9-63F2F6405068}"/>
          </ac:spMkLst>
        </pc:spChg>
        <pc:spChg chg="add mod">
          <ac:chgData name="백 수완" userId="f289e55a-4c5f-4a04-87b1-c07dd3c71619" providerId="ADAL" clId="{54D0157F-39E0-46D2-876C-609AB220ABA9}" dt="2025-05-09T00:40:11.317" v="1473" actId="20577"/>
          <ac:spMkLst>
            <pc:docMk/>
            <pc:sldMk cId="988646595" sldId="264"/>
            <ac:spMk id="23" creationId="{1981ACEE-B50D-9009-A337-FC260D21C8FB}"/>
          </ac:spMkLst>
        </pc:spChg>
        <pc:spChg chg="add mod">
          <ac:chgData name="백 수완" userId="f289e55a-4c5f-4a04-87b1-c07dd3c71619" providerId="ADAL" clId="{54D0157F-39E0-46D2-876C-609AB220ABA9}" dt="2025-05-09T00:40:13.634" v="1475" actId="20577"/>
          <ac:spMkLst>
            <pc:docMk/>
            <pc:sldMk cId="988646595" sldId="264"/>
            <ac:spMk id="24" creationId="{CE6CB9F0-43AA-E27A-8516-C6C29F832207}"/>
          </ac:spMkLst>
        </pc:spChg>
        <pc:spChg chg="add mod">
          <ac:chgData name="백 수완" userId="f289e55a-4c5f-4a04-87b1-c07dd3c71619" providerId="ADAL" clId="{54D0157F-39E0-46D2-876C-609AB220ABA9}" dt="2025-05-09T06:03:18.089" v="9626" actId="1035"/>
          <ac:spMkLst>
            <pc:docMk/>
            <pc:sldMk cId="988646595" sldId="264"/>
            <ac:spMk id="30" creationId="{8E0F7A33-4D1B-AE51-0172-33467DA34A0B}"/>
          </ac:spMkLst>
        </pc:spChg>
        <pc:spChg chg="mod">
          <ac:chgData name="백 수완" userId="f289e55a-4c5f-4a04-87b1-c07dd3c71619" providerId="ADAL" clId="{54D0157F-39E0-46D2-876C-609AB220ABA9}" dt="2025-05-09T05:52:08.418" v="9111" actId="113"/>
          <ac:spMkLst>
            <pc:docMk/>
            <pc:sldMk cId="988646595" sldId="264"/>
            <ac:spMk id="32" creationId="{F548AC8C-D502-30E4-D90F-63E4088C4AF6}"/>
          </ac:spMkLst>
        </pc:spChg>
        <pc:spChg chg="add mod">
          <ac:chgData name="백 수완" userId="f289e55a-4c5f-4a04-87b1-c07dd3c71619" providerId="ADAL" clId="{54D0157F-39E0-46D2-876C-609AB220ABA9}" dt="2025-05-09T06:12:18.178" v="10012" actId="207"/>
          <ac:spMkLst>
            <pc:docMk/>
            <pc:sldMk cId="988646595" sldId="264"/>
            <ac:spMk id="33" creationId="{0926406F-EE78-ED21-B825-0DCC19E4EE99}"/>
          </ac:spMkLst>
        </pc:spChg>
        <pc:spChg chg="mod">
          <ac:chgData name="백 수완" userId="f289e55a-4c5f-4a04-87b1-c07dd3c71619" providerId="ADAL" clId="{54D0157F-39E0-46D2-876C-609AB220ABA9}" dt="2025-05-09T05:52:20.269" v="9115" actId="12"/>
          <ac:spMkLst>
            <pc:docMk/>
            <pc:sldMk cId="988646595" sldId="264"/>
            <ac:spMk id="34" creationId="{4602EFA6-4C43-8CC5-CB88-DEC5E23CBBF9}"/>
          </ac:spMkLst>
        </pc:spChg>
        <pc:spChg chg="add mod">
          <ac:chgData name="백 수완" userId="f289e55a-4c5f-4a04-87b1-c07dd3c71619" providerId="ADAL" clId="{54D0157F-39E0-46D2-876C-609AB220ABA9}" dt="2025-05-09T06:22:46.682" v="10016" actId="207"/>
          <ac:spMkLst>
            <pc:docMk/>
            <pc:sldMk cId="988646595" sldId="264"/>
            <ac:spMk id="35" creationId="{932B5FB9-2C3C-471B-5D39-A721BCC5ECA5}"/>
          </ac:spMkLst>
        </pc:spChg>
        <pc:spChg chg="mod">
          <ac:chgData name="백 수완" userId="f289e55a-4c5f-4a04-87b1-c07dd3c71619" providerId="ADAL" clId="{54D0157F-39E0-46D2-876C-609AB220ABA9}" dt="2025-05-09T05:57:16.987" v="9261" actId="113"/>
          <ac:spMkLst>
            <pc:docMk/>
            <pc:sldMk cId="988646595" sldId="264"/>
            <ac:spMk id="36" creationId="{6E74BB7D-05E1-0DA0-1B01-0E254E125E16}"/>
          </ac:spMkLst>
        </pc:spChg>
        <pc:spChg chg="mod">
          <ac:chgData name="백 수완" userId="f289e55a-4c5f-4a04-87b1-c07dd3c71619" providerId="ADAL" clId="{54D0157F-39E0-46D2-876C-609AB220ABA9}" dt="2025-05-09T05:52:26.144" v="9116" actId="12"/>
          <ac:spMkLst>
            <pc:docMk/>
            <pc:sldMk cId="988646595" sldId="264"/>
            <ac:spMk id="37" creationId="{7FC711A1-BB46-97F3-158D-BF976A2328B1}"/>
          </ac:spMkLst>
        </pc:spChg>
        <pc:spChg chg="add mod">
          <ac:chgData name="백 수완" userId="f289e55a-4c5f-4a04-87b1-c07dd3c71619" providerId="ADAL" clId="{54D0157F-39E0-46D2-876C-609AB220ABA9}" dt="2025-05-09T06:22:51.495" v="10018" actId="207"/>
          <ac:spMkLst>
            <pc:docMk/>
            <pc:sldMk cId="988646595" sldId="264"/>
            <ac:spMk id="38" creationId="{F9E40903-191C-BA14-AD06-F219DE7F6C67}"/>
          </ac:spMkLst>
        </pc:spChg>
        <pc:spChg chg="add mod">
          <ac:chgData name="백 수완" userId="f289e55a-4c5f-4a04-87b1-c07dd3c71619" providerId="ADAL" clId="{54D0157F-39E0-46D2-876C-609AB220ABA9}" dt="2025-05-09T06:04:01.058" v="9705" actId="1036"/>
          <ac:spMkLst>
            <pc:docMk/>
            <pc:sldMk cId="988646595" sldId="264"/>
            <ac:spMk id="39" creationId="{508E0021-B778-FFA4-6DBA-D1B22C680759}"/>
          </ac:spMkLst>
        </pc:spChg>
        <pc:spChg chg="mod">
          <ac:chgData name="백 수완" userId="f289e55a-4c5f-4a04-87b1-c07dd3c71619" providerId="ADAL" clId="{54D0157F-39E0-46D2-876C-609AB220ABA9}" dt="2025-05-09T05:57:14.793" v="9259" actId="113"/>
          <ac:spMkLst>
            <pc:docMk/>
            <pc:sldMk cId="988646595" sldId="264"/>
            <ac:spMk id="40" creationId="{A35F5268-2364-E8D3-0F4E-DBE484524587}"/>
          </ac:spMkLst>
        </pc:spChg>
        <pc:spChg chg="mod">
          <ac:chgData name="백 수완" userId="f289e55a-4c5f-4a04-87b1-c07dd3c71619" providerId="ADAL" clId="{54D0157F-39E0-46D2-876C-609AB220ABA9}" dt="2025-05-09T05:52:27.683" v="9117" actId="12"/>
          <ac:spMkLst>
            <pc:docMk/>
            <pc:sldMk cId="988646595" sldId="264"/>
            <ac:spMk id="41" creationId="{13FA9536-F22E-0913-00E6-505D8BD36EF9}"/>
          </ac:spMkLst>
        </pc:spChg>
        <pc:spChg chg="mod">
          <ac:chgData name="백 수완" userId="f289e55a-4c5f-4a04-87b1-c07dd3c71619" providerId="ADAL" clId="{54D0157F-39E0-46D2-876C-609AB220ABA9}" dt="2025-05-09T05:57:12.385" v="9257" actId="113"/>
          <ac:spMkLst>
            <pc:docMk/>
            <pc:sldMk cId="988646595" sldId="264"/>
            <ac:spMk id="43" creationId="{36FF2B81-EEBD-FF27-F5F8-E2FEB244CFFF}"/>
          </ac:spMkLst>
        </pc:spChg>
        <pc:spChg chg="mod">
          <ac:chgData name="백 수완" userId="f289e55a-4c5f-4a04-87b1-c07dd3c71619" providerId="ADAL" clId="{54D0157F-39E0-46D2-876C-609AB220ABA9}" dt="2025-05-09T05:57:23.043" v="9263" actId="207"/>
          <ac:spMkLst>
            <pc:docMk/>
            <pc:sldMk cId="988646595" sldId="264"/>
            <ac:spMk id="44" creationId="{C2FB3CDD-EFF5-3B6F-3482-35642A7B285E}"/>
          </ac:spMkLst>
        </pc:spChg>
        <pc:spChg chg="mod">
          <ac:chgData name="백 수완" userId="f289e55a-4c5f-4a04-87b1-c07dd3c71619" providerId="ADAL" clId="{54D0157F-39E0-46D2-876C-609AB220ABA9}" dt="2025-05-09T05:57:09.338" v="9255" actId="113"/>
          <ac:spMkLst>
            <pc:docMk/>
            <pc:sldMk cId="988646595" sldId="264"/>
            <ac:spMk id="46" creationId="{44528B88-3E98-791A-42EE-C71A0ADDA68D}"/>
          </ac:spMkLst>
        </pc:spChg>
        <pc:spChg chg="mod">
          <ac:chgData name="백 수완" userId="f289e55a-4c5f-4a04-87b1-c07dd3c71619" providerId="ADAL" clId="{54D0157F-39E0-46D2-876C-609AB220ABA9}" dt="2025-05-09T05:52:30.310" v="9119" actId="12"/>
          <ac:spMkLst>
            <pc:docMk/>
            <pc:sldMk cId="988646595" sldId="264"/>
            <ac:spMk id="47" creationId="{E61786E8-81D8-8043-70A2-BA55FE104060}"/>
          </ac:spMkLst>
        </pc:spChg>
        <pc:spChg chg="mod">
          <ac:chgData name="백 수완" userId="f289e55a-4c5f-4a04-87b1-c07dd3c71619" providerId="ADAL" clId="{54D0157F-39E0-46D2-876C-609AB220ABA9}" dt="2025-05-09T05:57:06.856" v="9253" actId="113"/>
          <ac:spMkLst>
            <pc:docMk/>
            <pc:sldMk cId="988646595" sldId="264"/>
            <ac:spMk id="49" creationId="{6C51F4ED-04C4-D622-FCA6-A958545D30AE}"/>
          </ac:spMkLst>
        </pc:spChg>
        <pc:spChg chg="mod">
          <ac:chgData name="백 수완" userId="f289e55a-4c5f-4a04-87b1-c07dd3c71619" providerId="ADAL" clId="{54D0157F-39E0-46D2-876C-609AB220ABA9}" dt="2025-05-09T06:07:01.127" v="9776" actId="20577"/>
          <ac:spMkLst>
            <pc:docMk/>
            <pc:sldMk cId="988646595" sldId="264"/>
            <ac:spMk id="50" creationId="{4C462797-DFE9-7B3F-B728-61D941135632}"/>
          </ac:spMkLst>
        </pc:spChg>
        <pc:spChg chg="add mod">
          <ac:chgData name="백 수완" userId="f289e55a-4c5f-4a04-87b1-c07dd3c71619" providerId="ADAL" clId="{54D0157F-39E0-46D2-876C-609AB220ABA9}" dt="2025-05-09T06:07:39.213" v="9826" actId="1036"/>
          <ac:spMkLst>
            <pc:docMk/>
            <pc:sldMk cId="988646595" sldId="264"/>
            <ac:spMk id="51" creationId="{EAE3053D-345C-10CC-CFBE-73652CFD6609}"/>
          </ac:spMkLst>
        </pc:spChg>
        <pc:spChg chg="add mod">
          <ac:chgData name="백 수완" userId="f289e55a-4c5f-4a04-87b1-c07dd3c71619" providerId="ADAL" clId="{54D0157F-39E0-46D2-876C-609AB220ABA9}" dt="2025-05-09T06:11:11.583" v="9976" actId="1035"/>
          <ac:spMkLst>
            <pc:docMk/>
            <pc:sldMk cId="988646595" sldId="264"/>
            <ac:spMk id="57" creationId="{82264A33-9446-CED8-D7A5-28C62DD77972}"/>
          </ac:spMkLst>
        </pc:spChg>
        <pc:spChg chg="mod">
          <ac:chgData name="백 수완" userId="f289e55a-4c5f-4a04-87b1-c07dd3c71619" providerId="ADAL" clId="{54D0157F-39E0-46D2-876C-609AB220ABA9}" dt="2025-05-09T06:10:13.030" v="9896" actId="20577"/>
          <ac:spMkLst>
            <pc:docMk/>
            <pc:sldMk cId="988646595" sldId="264"/>
            <ac:spMk id="60" creationId="{5DDB8240-969C-72D0-CF88-C6FB3272E23D}"/>
          </ac:spMkLst>
        </pc:spChg>
        <pc:spChg chg="mod">
          <ac:chgData name="백 수완" userId="f289e55a-4c5f-4a04-87b1-c07dd3c71619" providerId="ADAL" clId="{54D0157F-39E0-46D2-876C-609AB220ABA9}" dt="2025-05-09T05:58:42.306" v="9330" actId="20577"/>
          <ac:spMkLst>
            <pc:docMk/>
            <pc:sldMk cId="988646595" sldId="264"/>
            <ac:spMk id="61" creationId="{68CC5CB1-75C3-D774-ADE9-7573863D1A8A}"/>
          </ac:spMkLst>
        </pc:spChg>
        <pc:spChg chg="mod">
          <ac:chgData name="백 수완" userId="f289e55a-4c5f-4a04-87b1-c07dd3c71619" providerId="ADAL" clId="{54D0157F-39E0-46D2-876C-609AB220ABA9}" dt="2025-05-09T05:57:03.808" v="9251" actId="113"/>
          <ac:spMkLst>
            <pc:docMk/>
            <pc:sldMk cId="988646595" sldId="264"/>
            <ac:spMk id="62" creationId="{6FCC1AEA-EAC1-11FD-1D5F-99E96F3B34D2}"/>
          </ac:spMkLst>
        </pc:spChg>
        <pc:spChg chg="mod">
          <ac:chgData name="백 수완" userId="f289e55a-4c5f-4a04-87b1-c07dd3c71619" providerId="ADAL" clId="{54D0157F-39E0-46D2-876C-609AB220ABA9}" dt="2025-05-09T05:57:00.061" v="9249" actId="207"/>
          <ac:spMkLst>
            <pc:docMk/>
            <pc:sldMk cId="988646595" sldId="264"/>
            <ac:spMk id="63" creationId="{CC42FCE7-ED92-4B98-47A8-1A5C331D8309}"/>
          </ac:spMkLst>
        </pc:spChg>
        <pc:spChg chg="mod">
          <ac:chgData name="백 수완" userId="f289e55a-4c5f-4a04-87b1-c07dd3c71619" providerId="ADAL" clId="{54D0157F-39E0-46D2-876C-609AB220ABA9}" dt="2025-05-09T06:00:02.072" v="9397" actId="113"/>
          <ac:spMkLst>
            <pc:docMk/>
            <pc:sldMk cId="988646595" sldId="264"/>
            <ac:spMk id="65" creationId="{63106B30-CF4E-8B37-0ED5-69AD48AD78DB}"/>
          </ac:spMkLst>
        </pc:spChg>
        <pc:spChg chg="mod">
          <ac:chgData name="백 수완" userId="f289e55a-4c5f-4a04-87b1-c07dd3c71619" providerId="ADAL" clId="{54D0157F-39E0-46D2-876C-609AB220ABA9}" dt="2025-05-09T06:03:44.731" v="9658" actId="20577"/>
          <ac:spMkLst>
            <pc:docMk/>
            <pc:sldMk cId="988646595" sldId="264"/>
            <ac:spMk id="66" creationId="{79BB8EBD-3808-4D72-4115-3E43D23A4C1A}"/>
          </ac:spMkLst>
        </pc:spChg>
        <pc:spChg chg="mod">
          <ac:chgData name="백 수완" userId="f289e55a-4c5f-4a04-87b1-c07dd3c71619" providerId="ADAL" clId="{54D0157F-39E0-46D2-876C-609AB220ABA9}" dt="2025-05-09T05:59:59.238" v="9395" actId="207"/>
          <ac:spMkLst>
            <pc:docMk/>
            <pc:sldMk cId="988646595" sldId="264"/>
            <ac:spMk id="67" creationId="{276383AE-D5D2-C3C7-FFA5-42B67393D232}"/>
          </ac:spMkLst>
        </pc:spChg>
        <pc:spChg chg="mod">
          <ac:chgData name="백 수완" userId="f289e55a-4c5f-4a04-87b1-c07dd3c71619" providerId="ADAL" clId="{54D0157F-39E0-46D2-876C-609AB220ABA9}" dt="2025-05-09T06:00:20.719" v="9400" actId="20577"/>
          <ac:spMkLst>
            <pc:docMk/>
            <pc:sldMk cId="988646595" sldId="264"/>
            <ac:spMk id="68" creationId="{9E92860D-BD67-BCA1-397B-9878DF2CD240}"/>
          </ac:spMkLst>
        </pc:spChg>
        <pc:spChg chg="add mod">
          <ac:chgData name="백 수완" userId="f289e55a-4c5f-4a04-87b1-c07dd3c71619" providerId="ADAL" clId="{54D0157F-39E0-46D2-876C-609AB220ABA9}" dt="2025-05-09T06:09:32.325" v="9889" actId="1035"/>
          <ac:spMkLst>
            <pc:docMk/>
            <pc:sldMk cId="988646595" sldId="264"/>
            <ac:spMk id="70" creationId="{CE16E2A3-910A-42D1-1C47-1966D10FE391}"/>
          </ac:spMkLst>
        </pc:spChg>
        <pc:spChg chg="mod topLvl">
          <ac:chgData name="백 수완" userId="f289e55a-4c5f-4a04-87b1-c07dd3c71619" providerId="ADAL" clId="{54D0157F-39E0-46D2-876C-609AB220ABA9}" dt="2025-05-09T06:09:08.002" v="9871" actId="164"/>
          <ac:spMkLst>
            <pc:docMk/>
            <pc:sldMk cId="988646595" sldId="264"/>
            <ac:spMk id="95" creationId="{6057F6CC-7E70-3128-2006-C2227FB80A93}"/>
          </ac:spMkLst>
        </pc:spChg>
        <pc:spChg chg="mod topLvl">
          <ac:chgData name="백 수완" userId="f289e55a-4c5f-4a04-87b1-c07dd3c71619" providerId="ADAL" clId="{54D0157F-39E0-46D2-876C-609AB220ABA9}" dt="2025-05-09T06:09:08.002" v="9871" actId="164"/>
          <ac:spMkLst>
            <pc:docMk/>
            <pc:sldMk cId="988646595" sldId="264"/>
            <ac:spMk id="96" creationId="{9CE410A2-7AEE-07FD-57BF-EA80B337586C}"/>
          </ac:spMkLst>
        </pc:spChg>
        <pc:spChg chg="mod">
          <ac:chgData name="백 수완" userId="f289e55a-4c5f-4a04-87b1-c07dd3c71619" providerId="ADAL" clId="{54D0157F-39E0-46D2-876C-609AB220ABA9}" dt="2025-05-09T06:11:49.428" v="10005" actId="113"/>
          <ac:spMkLst>
            <pc:docMk/>
            <pc:sldMk cId="988646595" sldId="264"/>
            <ac:spMk id="100" creationId="{DD89E7BE-0195-2A78-FCD1-B0BCB99FA0CE}"/>
          </ac:spMkLst>
        </pc:spChg>
        <pc:spChg chg="mod">
          <ac:chgData name="백 수완" userId="f289e55a-4c5f-4a04-87b1-c07dd3c71619" providerId="ADAL" clId="{54D0157F-39E0-46D2-876C-609AB220ABA9}" dt="2025-05-09T05:52:40.748" v="9126" actId="12"/>
          <ac:spMkLst>
            <pc:docMk/>
            <pc:sldMk cId="988646595" sldId="264"/>
            <ac:spMk id="101" creationId="{5157219F-8DA1-D466-3A6E-523DCA53E28B}"/>
          </ac:spMkLst>
        </pc:spChg>
        <pc:spChg chg="mod">
          <ac:chgData name="백 수완" userId="f289e55a-4c5f-4a04-87b1-c07dd3c71619" providerId="ADAL" clId="{54D0157F-39E0-46D2-876C-609AB220ABA9}" dt="2025-05-09T06:11:54.283" v="10007" actId="113"/>
          <ac:spMkLst>
            <pc:docMk/>
            <pc:sldMk cId="988646595" sldId="264"/>
            <ac:spMk id="109" creationId="{29631C94-73AC-D6F8-C77A-D080E66F201B}"/>
          </ac:spMkLst>
        </pc:spChg>
        <pc:spChg chg="mod">
          <ac:chgData name="백 수완" userId="f289e55a-4c5f-4a04-87b1-c07dd3c71619" providerId="ADAL" clId="{54D0157F-39E0-46D2-876C-609AB220ABA9}" dt="2025-05-09T05:52:44.976" v="9129" actId="12"/>
          <ac:spMkLst>
            <pc:docMk/>
            <pc:sldMk cId="988646595" sldId="264"/>
            <ac:spMk id="110" creationId="{D41772E3-EFFB-F79A-0501-062C2AA043E6}"/>
          </ac:spMkLst>
        </pc:spChg>
        <pc:spChg chg="mod">
          <ac:chgData name="백 수완" userId="f289e55a-4c5f-4a04-87b1-c07dd3c71619" providerId="ADAL" clId="{54D0157F-39E0-46D2-876C-609AB220ABA9}" dt="2025-05-09T06:03:18.089" v="9626" actId="1035"/>
          <ac:spMkLst>
            <pc:docMk/>
            <pc:sldMk cId="988646595" sldId="264"/>
            <ac:spMk id="115" creationId="{B1F0B43D-0842-725C-E536-9C52E1D1E2F1}"/>
          </ac:spMkLst>
        </pc:spChg>
        <pc:spChg chg="mod">
          <ac:chgData name="백 수완" userId="f289e55a-4c5f-4a04-87b1-c07dd3c71619" providerId="ADAL" clId="{54D0157F-39E0-46D2-876C-609AB220ABA9}" dt="2025-05-09T06:03:24.266" v="9627" actId="14100"/>
          <ac:spMkLst>
            <pc:docMk/>
            <pc:sldMk cId="988646595" sldId="264"/>
            <ac:spMk id="168" creationId="{4426F6E8-868D-4CA2-518C-3D0104905CB0}"/>
          </ac:spMkLst>
        </pc:spChg>
        <pc:spChg chg="mod">
          <ac:chgData name="백 수완" userId="f289e55a-4c5f-4a04-87b1-c07dd3c71619" providerId="ADAL" clId="{54D0157F-39E0-46D2-876C-609AB220ABA9}" dt="2025-05-09T06:03:52.656" v="9659" actId="14100"/>
          <ac:spMkLst>
            <pc:docMk/>
            <pc:sldMk cId="988646595" sldId="264"/>
            <ac:spMk id="169" creationId="{3C88B5EF-FB51-5157-7D3C-041676DB754E}"/>
          </ac:spMkLst>
        </pc:spChg>
        <pc:spChg chg="mod">
          <ac:chgData name="백 수완" userId="f289e55a-4c5f-4a04-87b1-c07dd3c71619" providerId="ADAL" clId="{54D0157F-39E0-46D2-876C-609AB220ABA9}" dt="2025-05-09T06:07:22.435" v="9778" actId="14100"/>
          <ac:spMkLst>
            <pc:docMk/>
            <pc:sldMk cId="988646595" sldId="264"/>
            <ac:spMk id="170" creationId="{B80D5B74-9110-A5E3-711B-4C69AAB7FC54}"/>
          </ac:spMkLst>
        </pc:spChg>
        <pc:spChg chg="mod">
          <ac:chgData name="백 수완" userId="f289e55a-4c5f-4a04-87b1-c07dd3c71619" providerId="ADAL" clId="{54D0157F-39E0-46D2-876C-609AB220ABA9}" dt="2025-05-09T06:11:07.639" v="9960" actId="14100"/>
          <ac:spMkLst>
            <pc:docMk/>
            <pc:sldMk cId="988646595" sldId="264"/>
            <ac:spMk id="171" creationId="{AC3E7278-F250-7D08-BC99-596BA2A40626}"/>
          </ac:spMkLst>
        </pc:spChg>
        <pc:grpChg chg="mod">
          <ac:chgData name="백 수완" userId="f289e55a-4c5f-4a04-87b1-c07dd3c71619" providerId="ADAL" clId="{54D0157F-39E0-46D2-876C-609AB220ABA9}" dt="2025-05-09T06:11:36.217" v="10004" actId="465"/>
          <ac:grpSpMkLst>
            <pc:docMk/>
            <pc:sldMk cId="988646595" sldId="264"/>
            <ac:grpSpMk id="7" creationId="{D8705BAA-712B-6A1C-73C1-D32F1CA6FA3C}"/>
          </ac:grpSpMkLst>
        </pc:grpChg>
        <pc:grpChg chg="mod">
          <ac:chgData name="백 수완" userId="f289e55a-4c5f-4a04-87b1-c07dd3c71619" providerId="ADAL" clId="{54D0157F-39E0-46D2-876C-609AB220ABA9}" dt="2025-05-09T06:11:36.217" v="10004" actId="465"/>
          <ac:grpSpMkLst>
            <pc:docMk/>
            <pc:sldMk cId="988646595" sldId="264"/>
            <ac:grpSpMk id="13" creationId="{FE3D072F-D0F7-4407-69DF-8D541A79E273}"/>
          </ac:grpSpMkLst>
        </pc:grpChg>
        <pc:grpChg chg="mod">
          <ac:chgData name="백 수완" userId="f289e55a-4c5f-4a04-87b1-c07dd3c71619" providerId="ADAL" clId="{54D0157F-39E0-46D2-876C-609AB220ABA9}" dt="2025-05-09T06:11:36.217" v="10004" actId="465"/>
          <ac:grpSpMkLst>
            <pc:docMk/>
            <pc:sldMk cId="988646595" sldId="264"/>
            <ac:grpSpMk id="16" creationId="{7130160C-31AE-6C97-E350-4E187B7FDC25}"/>
          </ac:grpSpMkLst>
        </pc:grpChg>
        <pc:grpChg chg="add mod">
          <ac:chgData name="백 수완" userId="f289e55a-4c5f-4a04-87b1-c07dd3c71619" providerId="ADAL" clId="{54D0157F-39E0-46D2-876C-609AB220ABA9}" dt="2025-05-09T06:07:57.546" v="9848" actId="465"/>
          <ac:grpSpMkLst>
            <pc:docMk/>
            <pc:sldMk cId="988646595" sldId="264"/>
            <ac:grpSpMk id="59" creationId="{A5D35AB3-D05F-3B7B-4FF1-75DB0F4CFA9A}"/>
          </ac:grpSpMkLst>
        </pc:grpChg>
        <pc:grpChg chg="add mod">
          <ac:chgData name="백 수완" userId="f289e55a-4c5f-4a04-87b1-c07dd3c71619" providerId="ADAL" clId="{54D0157F-39E0-46D2-876C-609AB220ABA9}" dt="2025-05-09T06:07:57.546" v="9848" actId="465"/>
          <ac:grpSpMkLst>
            <pc:docMk/>
            <pc:sldMk cId="988646595" sldId="264"/>
            <ac:grpSpMk id="64" creationId="{48DCD50C-017A-A53B-498C-750FD28E0C37}"/>
          </ac:grpSpMkLst>
        </pc:grpChg>
        <pc:grpChg chg="add mod">
          <ac:chgData name="백 수완" userId="f289e55a-4c5f-4a04-87b1-c07dd3c71619" providerId="ADAL" clId="{54D0157F-39E0-46D2-876C-609AB220ABA9}" dt="2025-05-09T06:09:05.740" v="9870" actId="164"/>
          <ac:grpSpMkLst>
            <pc:docMk/>
            <pc:sldMk cId="988646595" sldId="264"/>
            <ac:grpSpMk id="72" creationId="{014D9534-DC9F-D4E6-215D-19941C3B265D}"/>
          </ac:grpSpMkLst>
        </pc:grpChg>
        <pc:grpChg chg="add mod">
          <ac:chgData name="백 수완" userId="f289e55a-4c5f-4a04-87b1-c07dd3c71619" providerId="ADAL" clId="{54D0157F-39E0-46D2-876C-609AB220ABA9}" dt="2025-05-09T06:09:08.002" v="9871" actId="164"/>
          <ac:grpSpMkLst>
            <pc:docMk/>
            <pc:sldMk cId="988646595" sldId="264"/>
            <ac:grpSpMk id="73" creationId="{8C77F858-B4BE-572E-638C-B3D23FC0897C}"/>
          </ac:grpSpMkLst>
        </pc:grpChg>
        <pc:grpChg chg="mod">
          <ac:chgData name="백 수완" userId="f289e55a-4c5f-4a04-87b1-c07dd3c71619" providerId="ADAL" clId="{54D0157F-39E0-46D2-876C-609AB220ABA9}" dt="2025-05-09T06:03:08.319" v="9601" actId="1036"/>
          <ac:grpSpMkLst>
            <pc:docMk/>
            <pc:sldMk cId="988646595" sldId="264"/>
            <ac:grpSpMk id="143" creationId="{A9DDADB0-C359-D281-E298-614E40ED9BA0}"/>
          </ac:grpSpMkLst>
        </pc:grpChg>
        <pc:grpChg chg="mod">
          <ac:chgData name="백 수완" userId="f289e55a-4c5f-4a04-87b1-c07dd3c71619" providerId="ADAL" clId="{54D0157F-39E0-46D2-876C-609AB220ABA9}" dt="2025-05-09T06:03:03.355" v="9589" actId="1036"/>
          <ac:grpSpMkLst>
            <pc:docMk/>
            <pc:sldMk cId="988646595" sldId="264"/>
            <ac:grpSpMk id="144" creationId="{E70EBE20-8002-8D55-21EA-D1DB441F331E}"/>
          </ac:grpSpMkLst>
        </pc:grpChg>
        <pc:grpChg chg="mod">
          <ac:chgData name="백 수완" userId="f289e55a-4c5f-4a04-87b1-c07dd3c71619" providerId="ADAL" clId="{54D0157F-39E0-46D2-876C-609AB220ABA9}" dt="2025-05-09T05:56:55.239" v="9248" actId="555"/>
          <ac:grpSpMkLst>
            <pc:docMk/>
            <pc:sldMk cId="988646595" sldId="264"/>
            <ac:grpSpMk id="145" creationId="{12ACD913-BC2B-8C17-2D09-03BFCF729AC8}"/>
          </ac:grpSpMkLst>
        </pc:grpChg>
        <pc:grpChg chg="mod">
          <ac:chgData name="백 수완" userId="f289e55a-4c5f-4a04-87b1-c07dd3c71619" providerId="ADAL" clId="{54D0157F-39E0-46D2-876C-609AB220ABA9}" dt="2025-05-09T06:02:54.859" v="9577" actId="1035"/>
          <ac:grpSpMkLst>
            <pc:docMk/>
            <pc:sldMk cId="988646595" sldId="264"/>
            <ac:grpSpMk id="146" creationId="{5FC16FC6-EF59-A454-9D7D-AB40A8FC9CB1}"/>
          </ac:grpSpMkLst>
        </pc:grpChg>
        <pc:grpChg chg="mod">
          <ac:chgData name="백 수완" userId="f289e55a-4c5f-4a04-87b1-c07dd3c71619" providerId="ADAL" clId="{54D0157F-39E0-46D2-876C-609AB220ABA9}" dt="2025-05-09T06:02:48.539" v="9555" actId="1036"/>
          <ac:grpSpMkLst>
            <pc:docMk/>
            <pc:sldMk cId="988646595" sldId="264"/>
            <ac:grpSpMk id="147" creationId="{1DA94336-641B-E370-03FE-CE7DED9FC38A}"/>
          </ac:grpSpMkLst>
        </pc:grpChg>
        <pc:grpChg chg="mod">
          <ac:chgData name="백 수완" userId="f289e55a-4c5f-4a04-87b1-c07dd3c71619" providerId="ADAL" clId="{54D0157F-39E0-46D2-876C-609AB220ABA9}" dt="2025-05-09T06:02:44.639" v="9545" actId="1036"/>
          <ac:grpSpMkLst>
            <pc:docMk/>
            <pc:sldMk cId="988646595" sldId="264"/>
            <ac:grpSpMk id="149" creationId="{19FC8B7E-4C3B-134D-1C22-B15CF365A185}"/>
          </ac:grpSpMkLst>
        </pc:grpChg>
        <pc:grpChg chg="mod">
          <ac:chgData name="백 수완" userId="f289e55a-4c5f-4a04-87b1-c07dd3c71619" providerId="ADAL" clId="{54D0157F-39E0-46D2-876C-609AB220ABA9}" dt="2025-05-09T06:02:39.568" v="9530" actId="1036"/>
          <ac:grpSpMkLst>
            <pc:docMk/>
            <pc:sldMk cId="988646595" sldId="264"/>
            <ac:grpSpMk id="150" creationId="{A8DE56F6-033C-F050-0AA6-CF154C38F5CD}"/>
          </ac:grpSpMkLst>
        </pc:grpChg>
        <pc:grpChg chg="mod">
          <ac:chgData name="백 수완" userId="f289e55a-4c5f-4a04-87b1-c07dd3c71619" providerId="ADAL" clId="{54D0157F-39E0-46D2-876C-609AB220ABA9}" dt="2025-05-09T06:02:34.614" v="9518" actId="1036"/>
          <ac:grpSpMkLst>
            <pc:docMk/>
            <pc:sldMk cId="988646595" sldId="264"/>
            <ac:grpSpMk id="151" creationId="{E133FE7D-CE77-D0EF-7711-A887CDA8AFB9}"/>
          </ac:grpSpMkLst>
        </pc:grpChg>
        <pc:grpChg chg="mod">
          <ac:chgData name="백 수완" userId="f289e55a-4c5f-4a04-87b1-c07dd3c71619" providerId="ADAL" clId="{54D0157F-39E0-46D2-876C-609AB220ABA9}" dt="2025-05-09T05:57:54.076" v="9282" actId="555"/>
          <ac:grpSpMkLst>
            <pc:docMk/>
            <pc:sldMk cId="988646595" sldId="264"/>
            <ac:grpSpMk id="152" creationId="{5BF28059-17D8-50B0-30FB-AA0959C35D5C}"/>
          </ac:grpSpMkLst>
        </pc:grpChg>
        <pc:grpChg chg="mod">
          <ac:chgData name="백 수완" userId="f289e55a-4c5f-4a04-87b1-c07dd3c71619" providerId="ADAL" clId="{54D0157F-39E0-46D2-876C-609AB220ABA9}" dt="2025-05-09T06:07:52.272" v="9847" actId="1035"/>
          <ac:grpSpMkLst>
            <pc:docMk/>
            <pc:sldMk cId="988646595" sldId="264"/>
            <ac:grpSpMk id="156" creationId="{D073D828-5CFF-A337-0110-DE22E5E97923}"/>
          </ac:grpSpMkLst>
        </pc:grpChg>
        <pc:grpChg chg="mod">
          <ac:chgData name="백 수완" userId="f289e55a-4c5f-4a04-87b1-c07dd3c71619" providerId="ADAL" clId="{54D0157F-39E0-46D2-876C-609AB220ABA9}" dt="2025-05-09T06:11:23.471" v="9996" actId="1035"/>
          <ac:grpSpMkLst>
            <pc:docMk/>
            <pc:sldMk cId="988646595" sldId="264"/>
            <ac:grpSpMk id="157" creationId="{3831B146-F490-1452-8176-62A2078989A1}"/>
          </ac:grpSpMkLst>
        </pc:grpChg>
        <pc:grpChg chg="mod">
          <ac:chgData name="백 수완" userId="f289e55a-4c5f-4a04-87b1-c07dd3c71619" providerId="ADAL" clId="{54D0157F-39E0-46D2-876C-609AB220ABA9}" dt="2025-05-09T06:11:36.217" v="10004" actId="465"/>
          <ac:grpSpMkLst>
            <pc:docMk/>
            <pc:sldMk cId="988646595" sldId="264"/>
            <ac:grpSpMk id="158" creationId="{096987A9-D5ED-DC09-6B9D-ADFF7A78CCAC}"/>
          </ac:grpSpMkLst>
        </pc:grpChg>
        <pc:picChg chg="add mod">
          <ac:chgData name="백 수완" userId="f289e55a-4c5f-4a04-87b1-c07dd3c71619" providerId="ADAL" clId="{54D0157F-39E0-46D2-876C-609AB220ABA9}" dt="2025-05-09T06:03:18.089" v="9626" actId="1035"/>
          <ac:picMkLst>
            <pc:docMk/>
            <pc:sldMk cId="988646595" sldId="264"/>
            <ac:picMk id="29" creationId="{0F2729EE-51FE-C1AC-C38E-3FCB5CE6FBAD}"/>
          </ac:picMkLst>
        </pc:picChg>
        <pc:picChg chg="add mod">
          <ac:chgData name="백 수완" userId="f289e55a-4c5f-4a04-87b1-c07dd3c71619" providerId="ADAL" clId="{54D0157F-39E0-46D2-876C-609AB220ABA9}" dt="2025-05-09T06:04:01.058" v="9705" actId="1036"/>
          <ac:picMkLst>
            <pc:docMk/>
            <pc:sldMk cId="988646595" sldId="264"/>
            <ac:picMk id="42" creationId="{C9575AC0-3FAB-29EB-45C8-C8392C96495A}"/>
          </ac:picMkLst>
        </pc:picChg>
        <pc:picChg chg="add mod">
          <ac:chgData name="백 수완" userId="f289e55a-4c5f-4a04-87b1-c07dd3c71619" providerId="ADAL" clId="{54D0157F-39E0-46D2-876C-609AB220ABA9}" dt="2025-05-09T06:07:39.213" v="9826" actId="1036"/>
          <ac:picMkLst>
            <pc:docMk/>
            <pc:sldMk cId="988646595" sldId="264"/>
            <ac:picMk id="52" creationId="{770AE064-297C-E1C2-FAC1-9D686436AE98}"/>
          </ac:picMkLst>
        </pc:picChg>
        <pc:picChg chg="add mod">
          <ac:chgData name="백 수완" userId="f289e55a-4c5f-4a04-87b1-c07dd3c71619" providerId="ADAL" clId="{54D0157F-39E0-46D2-876C-609AB220ABA9}" dt="2025-05-09T06:11:11.583" v="9976" actId="1035"/>
          <ac:picMkLst>
            <pc:docMk/>
            <pc:sldMk cId="988646595" sldId="264"/>
            <ac:picMk id="58" creationId="{2BB4FA36-2BCE-97B7-0D03-56CD85503B72}"/>
          </ac:picMkLst>
        </pc:picChg>
        <pc:picChg chg="mod ord">
          <ac:chgData name="백 수완" userId="f289e55a-4c5f-4a04-87b1-c07dd3c71619" providerId="ADAL" clId="{54D0157F-39E0-46D2-876C-609AB220ABA9}" dt="2025-05-09T06:03:18.089" v="9626" actId="1035"/>
          <ac:picMkLst>
            <pc:docMk/>
            <pc:sldMk cId="988646595" sldId="264"/>
            <ac:picMk id="199" creationId="{CFCD9AC1-B1C1-2A15-1629-063D71FD01CF}"/>
          </ac:picMkLst>
        </pc:picChg>
        <pc:picChg chg="mod ord">
          <ac:chgData name="백 수완" userId="f289e55a-4c5f-4a04-87b1-c07dd3c71619" providerId="ADAL" clId="{54D0157F-39E0-46D2-876C-609AB220ABA9}" dt="2025-05-09T06:07:28.920" v="9779" actId="12789"/>
          <ac:picMkLst>
            <pc:docMk/>
            <pc:sldMk cId="988646595" sldId="264"/>
            <ac:picMk id="201" creationId="{D9D7519C-93A8-21ED-7026-3189E3571F5F}"/>
          </ac:picMkLst>
        </pc:picChg>
        <pc:picChg chg="mod ord">
          <ac:chgData name="백 수완" userId="f289e55a-4c5f-4a04-87b1-c07dd3c71619" providerId="ADAL" clId="{54D0157F-39E0-46D2-876C-609AB220ABA9}" dt="2025-05-09T06:07:34.139" v="9796" actId="1036"/>
          <ac:picMkLst>
            <pc:docMk/>
            <pc:sldMk cId="988646595" sldId="264"/>
            <ac:picMk id="203" creationId="{D0E213BA-03CC-5083-91E2-CD9F44B5967A}"/>
          </ac:picMkLst>
        </pc:picChg>
        <pc:picChg chg="mod ord">
          <ac:chgData name="백 수완" userId="f289e55a-4c5f-4a04-87b1-c07dd3c71619" providerId="ADAL" clId="{54D0157F-39E0-46D2-876C-609AB220ABA9}" dt="2025-05-09T06:22:59.611" v="10021" actId="208"/>
          <ac:picMkLst>
            <pc:docMk/>
            <pc:sldMk cId="988646595" sldId="264"/>
            <ac:picMk id="205" creationId="{E3E734B9-7825-F4BD-42DE-2A40F4046D2E}"/>
          </ac:picMkLst>
        </pc:picChg>
      </pc:sldChg>
      <pc:sldChg chg="addSp delSp modSp mod chgLayout">
        <pc:chgData name="백 수완" userId="f289e55a-4c5f-4a04-87b1-c07dd3c71619" providerId="ADAL" clId="{54D0157F-39E0-46D2-876C-609AB220ABA9}" dt="2025-05-09T05:28:21" v="7765" actId="478"/>
        <pc:sldMkLst>
          <pc:docMk/>
          <pc:sldMk cId="3756106969" sldId="265"/>
        </pc:sldMkLst>
      </pc:sldChg>
      <pc:sldChg chg="addSp delSp modSp mod chgLayout">
        <pc:chgData name="백 수완" userId="f289e55a-4c5f-4a04-87b1-c07dd3c71619" providerId="ADAL" clId="{54D0157F-39E0-46D2-876C-609AB220ABA9}" dt="2025-05-09T04:39:50.436" v="6199" actId="404"/>
        <pc:sldMkLst>
          <pc:docMk/>
          <pc:sldMk cId="3343990983" sldId="267"/>
        </pc:sldMkLst>
        <pc:spChg chg="mod">
          <ac:chgData name="백 수완" userId="f289e55a-4c5f-4a04-87b1-c07dd3c71619" providerId="ADAL" clId="{54D0157F-39E0-46D2-876C-609AB220ABA9}" dt="2025-05-09T00:53:42.659" v="2253" actId="207"/>
          <ac:spMkLst>
            <pc:docMk/>
            <pc:sldMk cId="3343990983" sldId="267"/>
            <ac:spMk id="7" creationId="{13AFCDAD-558A-931E-57BA-D1F32444A095}"/>
          </ac:spMkLst>
        </pc:spChg>
        <pc:spChg chg="mod">
          <ac:chgData name="백 수완" userId="f289e55a-4c5f-4a04-87b1-c07dd3c71619" providerId="ADAL" clId="{54D0157F-39E0-46D2-876C-609AB220ABA9}" dt="2025-05-09T00:56:55.765" v="2274" actId="207"/>
          <ac:spMkLst>
            <pc:docMk/>
            <pc:sldMk cId="3343990983" sldId="267"/>
            <ac:spMk id="8" creationId="{D177EDA9-AE40-6CA1-C782-625078B54269}"/>
          </ac:spMkLst>
        </pc:spChg>
        <pc:spChg chg="mod">
          <ac:chgData name="백 수완" userId="f289e55a-4c5f-4a04-87b1-c07dd3c71619" providerId="ADAL" clId="{54D0157F-39E0-46D2-876C-609AB220ABA9}" dt="2025-05-09T01:52:11.703" v="3947" actId="1035"/>
          <ac:spMkLst>
            <pc:docMk/>
            <pc:sldMk cId="3343990983" sldId="267"/>
            <ac:spMk id="9" creationId="{ADAB3733-77B3-FFDE-8A69-3B0E2A16B415}"/>
          </ac:spMkLst>
        </pc:spChg>
        <pc:spChg chg="mod">
          <ac:chgData name="백 수완" userId="f289e55a-4c5f-4a04-87b1-c07dd3c71619" providerId="ADAL" clId="{54D0157F-39E0-46D2-876C-609AB220ABA9}" dt="2025-05-09T01:52:11.703" v="3947" actId="1035"/>
          <ac:spMkLst>
            <pc:docMk/>
            <pc:sldMk cId="3343990983" sldId="267"/>
            <ac:spMk id="10" creationId="{DB5B1DDB-FAB7-45B3-6F59-FCAFF7E35196}"/>
          </ac:spMkLst>
        </pc:spChg>
        <pc:spChg chg="mod">
          <ac:chgData name="백 수완" userId="f289e55a-4c5f-4a04-87b1-c07dd3c71619" providerId="ADAL" clId="{54D0157F-39E0-46D2-876C-609AB220ABA9}" dt="2025-05-09T01:52:11.703" v="3947" actId="1035"/>
          <ac:spMkLst>
            <pc:docMk/>
            <pc:sldMk cId="3343990983" sldId="267"/>
            <ac:spMk id="11" creationId="{2A3F816B-C94A-1BB9-A611-D2F2CEDAF2E6}"/>
          </ac:spMkLst>
        </pc:spChg>
        <pc:spChg chg="mod">
          <ac:chgData name="백 수완" userId="f289e55a-4c5f-4a04-87b1-c07dd3c71619" providerId="ADAL" clId="{54D0157F-39E0-46D2-876C-609AB220ABA9}" dt="2025-05-09T01:03:08.148" v="2468" actId="3064"/>
          <ac:spMkLst>
            <pc:docMk/>
            <pc:sldMk cId="3343990983" sldId="267"/>
            <ac:spMk id="13" creationId="{FC266D92-A899-21F9-84DD-FABE2AAED0DA}"/>
          </ac:spMkLst>
        </pc:spChg>
        <pc:spChg chg="mod">
          <ac:chgData name="백 수완" userId="f289e55a-4c5f-4a04-87b1-c07dd3c71619" providerId="ADAL" clId="{54D0157F-39E0-46D2-876C-609AB220ABA9}" dt="2025-05-09T00:57:01.007" v="2275" actId="207"/>
          <ac:spMkLst>
            <pc:docMk/>
            <pc:sldMk cId="3343990983" sldId="267"/>
            <ac:spMk id="16" creationId="{EC27E8F4-B1E3-3F33-300D-D035EBC4DD15}"/>
          </ac:spMkLst>
        </pc:spChg>
        <pc:spChg chg="mod">
          <ac:chgData name="백 수완" userId="f289e55a-4c5f-4a04-87b1-c07dd3c71619" providerId="ADAL" clId="{54D0157F-39E0-46D2-876C-609AB220ABA9}" dt="2025-05-09T01:03:08.148" v="2468" actId="3064"/>
          <ac:spMkLst>
            <pc:docMk/>
            <pc:sldMk cId="3343990983" sldId="267"/>
            <ac:spMk id="19" creationId="{29046BD2-620E-CA76-53CC-7E1E442AE05E}"/>
          </ac:spMkLst>
        </pc:spChg>
        <pc:spChg chg="mod">
          <ac:chgData name="백 수완" userId="f289e55a-4c5f-4a04-87b1-c07dd3c71619" providerId="ADAL" clId="{54D0157F-39E0-46D2-876C-609AB220ABA9}" dt="2025-05-09T01:03:08.148" v="2468" actId="3064"/>
          <ac:spMkLst>
            <pc:docMk/>
            <pc:sldMk cId="3343990983" sldId="267"/>
            <ac:spMk id="20" creationId="{2942BF43-AAE5-C054-4D80-DD8A9FB7239F}"/>
          </ac:spMkLst>
        </pc:spChg>
        <pc:spChg chg="add mod">
          <ac:chgData name="백 수완" userId="f289e55a-4c5f-4a04-87b1-c07dd3c71619" providerId="ADAL" clId="{54D0157F-39E0-46D2-876C-609AB220ABA9}" dt="2025-05-09T00:33:07.245" v="1225" actId="20577"/>
          <ac:spMkLst>
            <pc:docMk/>
            <pc:sldMk cId="3343990983" sldId="267"/>
            <ac:spMk id="21" creationId="{FC109B77-5695-0CBC-D3A3-8E61697618CA}"/>
          </ac:spMkLst>
        </pc:spChg>
        <pc:spChg chg="mod">
          <ac:chgData name="백 수완" userId="f289e55a-4c5f-4a04-87b1-c07dd3c71619" providerId="ADAL" clId="{54D0157F-39E0-46D2-876C-609AB220ABA9}" dt="2025-05-09T01:52:11.703" v="3947" actId="1035"/>
          <ac:spMkLst>
            <pc:docMk/>
            <pc:sldMk cId="3343990983" sldId="267"/>
            <ac:spMk id="22" creationId="{8B43FCE2-B887-89D9-5E85-7C15069EBCFC}"/>
          </ac:spMkLst>
        </pc:spChg>
        <pc:spChg chg="mod">
          <ac:chgData name="백 수완" userId="f289e55a-4c5f-4a04-87b1-c07dd3c71619" providerId="ADAL" clId="{54D0157F-39E0-46D2-876C-609AB220ABA9}" dt="2025-05-09T01:52:11.703" v="3947" actId="1035"/>
          <ac:spMkLst>
            <pc:docMk/>
            <pc:sldMk cId="3343990983" sldId="267"/>
            <ac:spMk id="24" creationId="{F7D1F869-190A-7D08-681A-78CF8018D37B}"/>
          </ac:spMkLst>
        </pc:spChg>
        <pc:spChg chg="mod">
          <ac:chgData name="백 수완" userId="f289e55a-4c5f-4a04-87b1-c07dd3c71619" providerId="ADAL" clId="{54D0157F-39E0-46D2-876C-609AB220ABA9}" dt="2025-05-09T01:52:11.703" v="3947" actId="1035"/>
          <ac:spMkLst>
            <pc:docMk/>
            <pc:sldMk cId="3343990983" sldId="267"/>
            <ac:spMk id="25" creationId="{54D0D46B-A57F-B519-6EEE-20417DB8936B}"/>
          </ac:spMkLst>
        </pc:spChg>
        <pc:spChg chg="mod">
          <ac:chgData name="백 수완" userId="f289e55a-4c5f-4a04-87b1-c07dd3c71619" providerId="ADAL" clId="{54D0157F-39E0-46D2-876C-609AB220ABA9}" dt="2025-05-09T01:52:11.703" v="3947" actId="1035"/>
          <ac:spMkLst>
            <pc:docMk/>
            <pc:sldMk cId="3343990983" sldId="267"/>
            <ac:spMk id="26" creationId="{B04856A1-ED10-5AE5-00A4-BA92D333A33A}"/>
          </ac:spMkLst>
        </pc:spChg>
        <pc:spChg chg="add mod">
          <ac:chgData name="백 수완" userId="f289e55a-4c5f-4a04-87b1-c07dd3c71619" providerId="ADAL" clId="{54D0157F-39E0-46D2-876C-609AB220ABA9}" dt="2025-05-09T00:39:27.959" v="1393" actId="1037"/>
          <ac:spMkLst>
            <pc:docMk/>
            <pc:sldMk cId="3343990983" sldId="267"/>
            <ac:spMk id="27" creationId="{41DDE86A-86FE-299C-CE30-211D82164B2C}"/>
          </ac:spMkLst>
        </pc:spChg>
        <pc:spChg chg="mod">
          <ac:chgData name="백 수완" userId="f289e55a-4c5f-4a04-87b1-c07dd3c71619" providerId="ADAL" clId="{54D0157F-39E0-46D2-876C-609AB220ABA9}" dt="2025-05-09T01:06:31.325" v="2597" actId="1036"/>
          <ac:spMkLst>
            <pc:docMk/>
            <pc:sldMk cId="3343990983" sldId="267"/>
            <ac:spMk id="28" creationId="{D4364CC5-8DEB-2292-34A1-130926549DAD}"/>
          </ac:spMkLst>
        </pc:spChg>
        <pc:spChg chg="mod">
          <ac:chgData name="백 수완" userId="f289e55a-4c5f-4a04-87b1-c07dd3c71619" providerId="ADAL" clId="{54D0157F-39E0-46D2-876C-609AB220ABA9}" dt="2025-05-09T01:06:31.325" v="2597" actId="1036"/>
          <ac:spMkLst>
            <pc:docMk/>
            <pc:sldMk cId="3343990983" sldId="267"/>
            <ac:spMk id="29" creationId="{566E19F8-4DB3-3A22-6E04-A4E0DE7F0CDA}"/>
          </ac:spMkLst>
        </pc:spChg>
        <pc:spChg chg="mod">
          <ac:chgData name="백 수완" userId="f289e55a-4c5f-4a04-87b1-c07dd3c71619" providerId="ADAL" clId="{54D0157F-39E0-46D2-876C-609AB220ABA9}" dt="2025-05-09T01:06:31.325" v="2597" actId="1036"/>
          <ac:spMkLst>
            <pc:docMk/>
            <pc:sldMk cId="3343990983" sldId="267"/>
            <ac:spMk id="30" creationId="{310AA7C7-D554-86F9-D5C4-38085AC7ACF6}"/>
          </ac:spMkLst>
        </pc:spChg>
        <pc:spChg chg="mod">
          <ac:chgData name="백 수완" userId="f289e55a-4c5f-4a04-87b1-c07dd3c71619" providerId="ADAL" clId="{54D0157F-39E0-46D2-876C-609AB220ABA9}" dt="2025-05-09T01:06:31.325" v="2597" actId="1036"/>
          <ac:spMkLst>
            <pc:docMk/>
            <pc:sldMk cId="3343990983" sldId="267"/>
            <ac:spMk id="31" creationId="{CEA93101-F7ED-B0D1-122A-FA38C55FB74C}"/>
          </ac:spMkLst>
        </pc:spChg>
        <pc:spChg chg="add mod">
          <ac:chgData name="백 수완" userId="f289e55a-4c5f-4a04-87b1-c07dd3c71619" providerId="ADAL" clId="{54D0157F-39E0-46D2-876C-609AB220ABA9}" dt="2025-05-09T00:39:18.959" v="1374" actId="14100"/>
          <ac:spMkLst>
            <pc:docMk/>
            <pc:sldMk cId="3343990983" sldId="267"/>
            <ac:spMk id="32" creationId="{60B96730-AEDE-0210-C0DA-C444B6ADE3CB}"/>
          </ac:spMkLst>
        </pc:spChg>
        <pc:spChg chg="add mod">
          <ac:chgData name="백 수완" userId="f289e55a-4c5f-4a04-87b1-c07dd3c71619" providerId="ADAL" clId="{54D0157F-39E0-46D2-876C-609AB220ABA9}" dt="2025-05-09T04:39:50.436" v="6199" actId="404"/>
          <ac:spMkLst>
            <pc:docMk/>
            <pc:sldMk cId="3343990983" sldId="267"/>
            <ac:spMk id="34" creationId="{A26E9235-973A-D96E-EB35-5CF2D6A06A01}"/>
          </ac:spMkLst>
        </pc:spChg>
        <pc:spChg chg="mod ord">
          <ac:chgData name="백 수완" userId="f289e55a-4c5f-4a04-87b1-c07dd3c71619" providerId="ADAL" clId="{54D0157F-39E0-46D2-876C-609AB220ABA9}" dt="2025-05-09T01:51:59.919" v="3937" actId="1038"/>
          <ac:spMkLst>
            <pc:docMk/>
            <pc:sldMk cId="3343990983" sldId="267"/>
            <ac:spMk id="41" creationId="{C7DFC516-AA39-C100-20D9-460894D8D1FE}"/>
          </ac:spMkLst>
        </pc:spChg>
        <pc:spChg chg="mod ord">
          <ac:chgData name="백 수완" userId="f289e55a-4c5f-4a04-87b1-c07dd3c71619" providerId="ADAL" clId="{54D0157F-39E0-46D2-876C-609AB220ABA9}" dt="2025-05-09T01:52:11.703" v="3947" actId="1035"/>
          <ac:spMkLst>
            <pc:docMk/>
            <pc:sldMk cId="3343990983" sldId="267"/>
            <ac:spMk id="42" creationId="{57F2B951-2E97-D81B-6D64-9E63582293F5}"/>
          </ac:spMkLst>
        </pc:spChg>
        <pc:spChg chg="mod ord">
          <ac:chgData name="백 수완" userId="f289e55a-4c5f-4a04-87b1-c07dd3c71619" providerId="ADAL" clId="{54D0157F-39E0-46D2-876C-609AB220ABA9}" dt="2025-05-09T01:52:04.095" v="3938" actId="1038"/>
          <ac:spMkLst>
            <pc:docMk/>
            <pc:sldMk cId="3343990983" sldId="267"/>
            <ac:spMk id="44" creationId="{A5900B3C-1AD2-C984-383B-F90E29A2D931}"/>
          </ac:spMkLst>
        </pc:spChg>
        <pc:spChg chg="mod ord">
          <ac:chgData name="백 수완" userId="f289e55a-4c5f-4a04-87b1-c07dd3c71619" providerId="ADAL" clId="{54D0157F-39E0-46D2-876C-609AB220ABA9}" dt="2025-05-09T01:52:11.703" v="3947" actId="1035"/>
          <ac:spMkLst>
            <pc:docMk/>
            <pc:sldMk cId="3343990983" sldId="267"/>
            <ac:spMk id="45" creationId="{A81E8B17-FAE8-87BF-1447-B7EAEC1172AB}"/>
          </ac:spMkLst>
        </pc:spChg>
        <pc:spChg chg="mod">
          <ac:chgData name="백 수완" userId="f289e55a-4c5f-4a04-87b1-c07dd3c71619" providerId="ADAL" clId="{54D0157F-39E0-46D2-876C-609AB220ABA9}" dt="2025-05-09T00:53:38.512" v="2252" actId="207"/>
          <ac:spMkLst>
            <pc:docMk/>
            <pc:sldMk cId="3343990983" sldId="267"/>
            <ac:spMk id="49" creationId="{99849967-7E10-24B2-B57F-D099BDB2A015}"/>
          </ac:spMkLst>
        </pc:spChg>
        <pc:spChg chg="mod">
          <ac:chgData name="백 수완" userId="f289e55a-4c5f-4a04-87b1-c07dd3c71619" providerId="ADAL" clId="{54D0157F-39E0-46D2-876C-609AB220ABA9}" dt="2025-05-09T00:56:43.428" v="2272" actId="207"/>
          <ac:spMkLst>
            <pc:docMk/>
            <pc:sldMk cId="3343990983" sldId="267"/>
            <ac:spMk id="51" creationId="{D21AC533-AC89-9075-6824-F40E7F96AABA}"/>
          </ac:spMkLst>
        </pc:spChg>
        <pc:spChg chg="mod">
          <ac:chgData name="백 수완" userId="f289e55a-4c5f-4a04-87b1-c07dd3c71619" providerId="ADAL" clId="{54D0157F-39E0-46D2-876C-609AB220ABA9}" dt="2025-05-09T01:52:25.910" v="3962" actId="1038"/>
          <ac:spMkLst>
            <pc:docMk/>
            <pc:sldMk cId="3343990983" sldId="267"/>
            <ac:spMk id="58" creationId="{67ECD473-48BE-0C53-0DD0-9DDDFB136344}"/>
          </ac:spMkLst>
        </pc:spChg>
        <pc:spChg chg="mod">
          <ac:chgData name="백 수완" userId="f289e55a-4c5f-4a04-87b1-c07dd3c71619" providerId="ADAL" clId="{54D0157F-39E0-46D2-876C-609AB220ABA9}" dt="2025-05-09T01:06:10.297" v="2586" actId="12788"/>
          <ac:spMkLst>
            <pc:docMk/>
            <pc:sldMk cId="3343990983" sldId="267"/>
            <ac:spMk id="59" creationId="{84E2CAE9-0D03-7EB0-7BAB-B53932BAE4FE}"/>
          </ac:spMkLst>
        </pc:spChg>
        <pc:spChg chg="mod">
          <ac:chgData name="백 수완" userId="f289e55a-4c5f-4a04-87b1-c07dd3c71619" providerId="ADAL" clId="{54D0157F-39E0-46D2-876C-609AB220ABA9}" dt="2025-05-09T01:06:05.355" v="2585" actId="12788"/>
          <ac:spMkLst>
            <pc:docMk/>
            <pc:sldMk cId="3343990983" sldId="267"/>
            <ac:spMk id="60" creationId="{189811B1-C14A-8445-B12F-0F6BEDFB70D6}"/>
          </ac:spMkLst>
        </pc:spChg>
        <pc:spChg chg="mod">
          <ac:chgData name="백 수완" userId="f289e55a-4c5f-4a04-87b1-c07dd3c71619" providerId="ADAL" clId="{54D0157F-39E0-46D2-876C-609AB220ABA9}" dt="2025-05-09T01:06:31.325" v="2597" actId="1036"/>
          <ac:spMkLst>
            <pc:docMk/>
            <pc:sldMk cId="3343990983" sldId="267"/>
            <ac:spMk id="61" creationId="{26DD2E54-62F6-0E96-3D5C-2A75C7D18A1C}"/>
          </ac:spMkLst>
        </pc:spChg>
        <pc:spChg chg="mod">
          <ac:chgData name="백 수완" userId="f289e55a-4c5f-4a04-87b1-c07dd3c71619" providerId="ADAL" clId="{54D0157F-39E0-46D2-876C-609AB220ABA9}" dt="2025-05-09T00:53:47.199" v="2254" actId="207"/>
          <ac:spMkLst>
            <pc:docMk/>
            <pc:sldMk cId="3343990983" sldId="267"/>
            <ac:spMk id="64" creationId="{058B557C-0FBD-90AF-E19A-EB44897B25BA}"/>
          </ac:spMkLst>
        </pc:spChg>
        <pc:spChg chg="mod">
          <ac:chgData name="백 수완" userId="f289e55a-4c5f-4a04-87b1-c07dd3c71619" providerId="ADAL" clId="{54D0157F-39E0-46D2-876C-609AB220ABA9}" dt="2025-05-09T00:56:50.723" v="2273" actId="207"/>
          <ac:spMkLst>
            <pc:docMk/>
            <pc:sldMk cId="3343990983" sldId="267"/>
            <ac:spMk id="66" creationId="{DA8BE4D4-EA2E-07AF-A5E5-F32EAFC6A0DD}"/>
          </ac:spMkLst>
        </pc:spChg>
        <pc:spChg chg="mod">
          <ac:chgData name="백 수완" userId="f289e55a-4c5f-4a04-87b1-c07dd3c71619" providerId="ADAL" clId="{54D0157F-39E0-46D2-876C-609AB220ABA9}" dt="2025-05-09T01:52:25.910" v="3962" actId="1038"/>
          <ac:spMkLst>
            <pc:docMk/>
            <pc:sldMk cId="3343990983" sldId="267"/>
            <ac:spMk id="67" creationId="{9F393074-20BB-F04F-BD3B-55506B227F8F}"/>
          </ac:spMkLst>
        </pc:spChg>
        <pc:grpChg chg="mod">
          <ac:chgData name="백 수완" userId="f289e55a-4c5f-4a04-87b1-c07dd3c71619" providerId="ADAL" clId="{54D0157F-39E0-46D2-876C-609AB220ABA9}" dt="2025-05-09T01:01:50.208" v="2461" actId="1036"/>
          <ac:grpSpMkLst>
            <pc:docMk/>
            <pc:sldMk cId="3343990983" sldId="267"/>
            <ac:grpSpMk id="5" creationId="{4AB147FA-1101-5EDB-ED73-2F01C37EC85C}"/>
          </ac:grpSpMkLst>
        </pc:grpChg>
        <pc:grpChg chg="mod">
          <ac:chgData name="백 수완" userId="f289e55a-4c5f-4a04-87b1-c07dd3c71619" providerId="ADAL" clId="{54D0157F-39E0-46D2-876C-609AB220ABA9}" dt="2025-05-09T01:01:45.218" v="2455" actId="554"/>
          <ac:grpSpMkLst>
            <pc:docMk/>
            <pc:sldMk cId="3343990983" sldId="267"/>
            <ac:grpSpMk id="12" creationId="{9EC4D5CF-6132-6020-9536-57DD6B3636BB}"/>
          </ac:grpSpMkLst>
        </pc:grpChg>
        <pc:grpChg chg="mod">
          <ac:chgData name="백 수완" userId="f289e55a-4c5f-4a04-87b1-c07dd3c71619" providerId="ADAL" clId="{54D0157F-39E0-46D2-876C-609AB220ABA9}" dt="2025-05-09T01:52:25.910" v="3962" actId="1038"/>
          <ac:grpSpMkLst>
            <pc:docMk/>
            <pc:sldMk cId="3343990983" sldId="267"/>
            <ac:grpSpMk id="48" creationId="{42CC894B-FDD9-6AA3-CEE3-AAB3D863CB50}"/>
          </ac:grpSpMkLst>
        </pc:grpChg>
        <pc:grpChg chg="mod">
          <ac:chgData name="백 수완" userId="f289e55a-4c5f-4a04-87b1-c07dd3c71619" providerId="ADAL" clId="{54D0157F-39E0-46D2-876C-609AB220ABA9}" dt="2025-05-09T01:52:25.910" v="3962" actId="1038"/>
          <ac:grpSpMkLst>
            <pc:docMk/>
            <pc:sldMk cId="3343990983" sldId="267"/>
            <ac:grpSpMk id="63" creationId="{C658BE5B-D078-6AA9-ED9A-36F20C87F530}"/>
          </ac:grpSpMkLst>
        </pc:grpChg>
        <pc:graphicFrameChg chg="mod">
          <ac:chgData name="백 수완" userId="f289e55a-4c5f-4a04-87b1-c07dd3c71619" providerId="ADAL" clId="{54D0157F-39E0-46D2-876C-609AB220ABA9}" dt="2025-05-09T00:55:54.594" v="2271"/>
          <ac:graphicFrameMkLst>
            <pc:docMk/>
            <pc:sldMk cId="3343990983" sldId="267"/>
            <ac:graphicFrameMk id="15" creationId="{6732AF2D-995B-6417-74DB-EAE0163B2CA2}"/>
          </ac:graphicFrameMkLst>
        </pc:graphicFrameChg>
        <pc:picChg chg="mod">
          <ac:chgData name="백 수완" userId="f289e55a-4c5f-4a04-87b1-c07dd3c71619" providerId="ADAL" clId="{54D0157F-39E0-46D2-876C-609AB220ABA9}" dt="2025-05-09T01:05:57.854" v="2583" actId="1035"/>
          <ac:picMkLst>
            <pc:docMk/>
            <pc:sldMk cId="3343990983" sldId="267"/>
            <ac:picMk id="33" creationId="{4D26BBA9-F74E-D274-EC03-FEA6AB9BF798}"/>
          </ac:picMkLst>
        </pc:picChg>
        <pc:picChg chg="mod">
          <ac:chgData name="백 수완" userId="f289e55a-4c5f-4a04-87b1-c07dd3c71619" providerId="ADAL" clId="{54D0157F-39E0-46D2-876C-609AB220ABA9}" dt="2025-05-09T01:06:03.359" v="2584" actId="12788"/>
          <ac:picMkLst>
            <pc:docMk/>
            <pc:sldMk cId="3343990983" sldId="267"/>
            <ac:picMk id="40" creationId="{2F9FE18B-8FC0-6034-7FC0-5D379AE43CB9}"/>
          </ac:picMkLst>
        </pc:picChg>
        <pc:picChg chg="mod">
          <ac:chgData name="백 수완" userId="f289e55a-4c5f-4a04-87b1-c07dd3c71619" providerId="ADAL" clId="{54D0157F-39E0-46D2-876C-609AB220ABA9}" dt="2025-05-09T01:03:54.068" v="2474" actId="12789"/>
          <ac:picMkLst>
            <pc:docMk/>
            <pc:sldMk cId="3343990983" sldId="267"/>
            <ac:picMk id="46" creationId="{A50796ED-3824-FA60-24AA-9513ADDC81EB}"/>
          </ac:picMkLst>
        </pc:picChg>
        <pc:picChg chg="mod">
          <ac:chgData name="백 수완" userId="f289e55a-4c5f-4a04-87b1-c07dd3c71619" providerId="ADAL" clId="{54D0157F-39E0-46D2-876C-609AB220ABA9}" dt="2025-05-09T01:06:10.297" v="2586" actId="12788"/>
          <ac:picMkLst>
            <pc:docMk/>
            <pc:sldMk cId="3343990983" sldId="267"/>
            <ac:picMk id="53" creationId="{6077634E-FB4E-AB80-E4A8-582559B424C7}"/>
          </ac:picMkLst>
        </pc:picChg>
        <pc:picChg chg="mod">
          <ac:chgData name="백 수완" userId="f289e55a-4c5f-4a04-87b1-c07dd3c71619" providerId="ADAL" clId="{54D0157F-39E0-46D2-876C-609AB220ABA9}" dt="2025-05-09T01:06:05.355" v="2585" actId="12788"/>
          <ac:picMkLst>
            <pc:docMk/>
            <pc:sldMk cId="3343990983" sldId="267"/>
            <ac:picMk id="55" creationId="{68DFBF61-20DB-6F80-DC7B-36901241469F}"/>
          </ac:picMkLst>
        </pc:picChg>
        <pc:picChg chg="mod">
          <ac:chgData name="백 수완" userId="f289e55a-4c5f-4a04-87b1-c07dd3c71619" providerId="ADAL" clId="{54D0157F-39E0-46D2-876C-609AB220ABA9}" dt="2025-05-09T01:06:10.297" v="2586" actId="12788"/>
          <ac:picMkLst>
            <pc:docMk/>
            <pc:sldMk cId="3343990983" sldId="267"/>
            <ac:picMk id="69" creationId="{FFE88DAB-1374-4F47-FA25-2037900A95FF}"/>
          </ac:picMkLst>
        </pc:picChg>
        <pc:picChg chg="mod">
          <ac:chgData name="백 수완" userId="f289e55a-4c5f-4a04-87b1-c07dd3c71619" providerId="ADAL" clId="{54D0157F-39E0-46D2-876C-609AB220ABA9}" dt="2025-05-09T01:05:46.479" v="2576" actId="12789"/>
          <ac:picMkLst>
            <pc:docMk/>
            <pc:sldMk cId="3343990983" sldId="267"/>
            <ac:picMk id="71" creationId="{19E3D2A6-1C1F-191D-EE34-2068CE449110}"/>
          </ac:picMkLst>
        </pc:picChg>
        <pc:picChg chg="mod">
          <ac:chgData name="백 수완" userId="f289e55a-4c5f-4a04-87b1-c07dd3c71619" providerId="ADAL" clId="{54D0157F-39E0-46D2-876C-609AB220ABA9}" dt="2025-05-09T01:06:05.355" v="2585" actId="12788"/>
          <ac:picMkLst>
            <pc:docMk/>
            <pc:sldMk cId="3343990983" sldId="267"/>
            <ac:picMk id="73" creationId="{135D21CA-2A6A-6804-D2C9-2928FD5FFD07}"/>
          </ac:picMkLst>
        </pc:picChg>
        <pc:picChg chg="mod">
          <ac:chgData name="백 수완" userId="f289e55a-4c5f-4a04-87b1-c07dd3c71619" providerId="ADAL" clId="{54D0157F-39E0-46D2-876C-609AB220ABA9}" dt="2025-05-09T01:05:53.078" v="2580" actId="1036"/>
          <ac:picMkLst>
            <pc:docMk/>
            <pc:sldMk cId="3343990983" sldId="267"/>
            <ac:picMk id="75" creationId="{1EEFA8F6-11D7-FBD7-B622-7B7CB2A5D6A7}"/>
          </ac:picMkLst>
        </pc:picChg>
        <pc:picChg chg="mod modCrop">
          <ac:chgData name="백 수완" userId="f289e55a-4c5f-4a04-87b1-c07dd3c71619" providerId="ADAL" clId="{54D0157F-39E0-46D2-876C-609AB220ABA9}" dt="2025-05-09T01:06:03.359" v="2584" actId="12788"/>
          <ac:picMkLst>
            <pc:docMk/>
            <pc:sldMk cId="3343990983" sldId="267"/>
            <ac:picMk id="77" creationId="{86C5594B-FCED-CBD9-0198-89F7A3E40AFA}"/>
          </ac:picMkLst>
        </pc:picChg>
        <pc:picChg chg="mod">
          <ac:chgData name="백 수완" userId="f289e55a-4c5f-4a04-87b1-c07dd3c71619" providerId="ADAL" clId="{54D0157F-39E0-46D2-876C-609AB220ABA9}" dt="2025-05-09T01:05:53.078" v="2580" actId="1036"/>
          <ac:picMkLst>
            <pc:docMk/>
            <pc:sldMk cId="3343990983" sldId="267"/>
            <ac:picMk id="79" creationId="{71959B5D-D634-C078-352A-53B6C514B678}"/>
          </ac:picMkLst>
        </pc:picChg>
      </pc:sldChg>
      <pc:sldChg chg="addSp delSp modSp mod chgLayout">
        <pc:chgData name="백 수완" userId="f289e55a-4c5f-4a04-87b1-c07dd3c71619" providerId="ADAL" clId="{54D0157F-39E0-46D2-876C-609AB220ABA9}" dt="2025-05-09T04:39:46.851" v="6198" actId="404"/>
        <pc:sldMkLst>
          <pc:docMk/>
          <pc:sldMk cId="3055951960" sldId="268"/>
        </pc:sldMkLst>
        <pc:spChg chg="add mod">
          <ac:chgData name="백 수완" userId="f289e55a-4c5f-4a04-87b1-c07dd3c71619" providerId="ADAL" clId="{54D0157F-39E0-46D2-876C-609AB220ABA9}" dt="2025-05-09T00:40:40.589" v="1495"/>
          <ac:spMkLst>
            <pc:docMk/>
            <pc:sldMk cId="3055951960" sldId="268"/>
            <ac:spMk id="2" creationId="{4FD8FA40-87E6-459B-CFA5-D067B8AA55C9}"/>
          </ac:spMkLst>
        </pc:spChg>
        <pc:spChg chg="add mod">
          <ac:chgData name="백 수완" userId="f289e55a-4c5f-4a04-87b1-c07dd3c71619" providerId="ADAL" clId="{54D0157F-39E0-46D2-876C-609AB220ABA9}" dt="2025-05-09T00:40:58.970" v="1505" actId="404"/>
          <ac:spMkLst>
            <pc:docMk/>
            <pc:sldMk cId="3055951960" sldId="268"/>
            <ac:spMk id="7" creationId="{AE3047DF-3800-19C7-B8C0-D9310C928C38}"/>
          </ac:spMkLst>
        </pc:spChg>
        <pc:spChg chg="mod">
          <ac:chgData name="백 수완" userId="f289e55a-4c5f-4a04-87b1-c07dd3c71619" providerId="ADAL" clId="{54D0157F-39E0-46D2-876C-609AB220ABA9}" dt="2025-05-09T01:07:34.267" v="2636" actId="12789"/>
          <ac:spMkLst>
            <pc:docMk/>
            <pc:sldMk cId="3055951960" sldId="268"/>
            <ac:spMk id="8" creationId="{E5234956-B7F5-A3AA-0C1C-B8AA309A1058}"/>
          </ac:spMkLst>
        </pc:spChg>
        <pc:spChg chg="add mod">
          <ac:chgData name="백 수완" userId="f289e55a-4c5f-4a04-87b1-c07dd3c71619" providerId="ADAL" clId="{54D0157F-39E0-46D2-876C-609AB220ABA9}" dt="2025-05-09T00:41:21.097" v="1541" actId="20577"/>
          <ac:spMkLst>
            <pc:docMk/>
            <pc:sldMk cId="3055951960" sldId="268"/>
            <ac:spMk id="9" creationId="{280E28A7-E499-B385-0564-8B80F1504C84}"/>
          </ac:spMkLst>
        </pc:spChg>
        <pc:spChg chg="add mod">
          <ac:chgData name="백 수완" userId="f289e55a-4c5f-4a04-87b1-c07dd3c71619" providerId="ADAL" clId="{54D0157F-39E0-46D2-876C-609AB220ABA9}" dt="2025-05-09T04:39:46.851" v="6198" actId="404"/>
          <ac:spMkLst>
            <pc:docMk/>
            <pc:sldMk cId="3055951960" sldId="268"/>
            <ac:spMk id="10" creationId="{C713290A-9C42-744C-B696-7865D5DA716A}"/>
          </ac:spMkLst>
        </pc:spChg>
        <pc:spChg chg="mod">
          <ac:chgData name="백 수완" userId="f289e55a-4c5f-4a04-87b1-c07dd3c71619" providerId="ADAL" clId="{54D0157F-39E0-46D2-876C-609AB220ABA9}" dt="2025-05-09T01:09:28.154" v="2673" actId="692"/>
          <ac:spMkLst>
            <pc:docMk/>
            <pc:sldMk cId="3055951960" sldId="268"/>
            <ac:spMk id="13" creationId="{7DC01069-E787-744C-592F-00FAE097C2F3}"/>
          </ac:spMkLst>
        </pc:spChg>
        <pc:spChg chg="mod">
          <ac:chgData name="백 수완" userId="f289e55a-4c5f-4a04-87b1-c07dd3c71619" providerId="ADAL" clId="{54D0157F-39E0-46D2-876C-609AB220ABA9}" dt="2025-05-09T01:07:43.359" v="2638" actId="207"/>
          <ac:spMkLst>
            <pc:docMk/>
            <pc:sldMk cId="3055951960" sldId="268"/>
            <ac:spMk id="14" creationId="{F24878B7-A394-FCC9-C348-A1EB1D7C2DA9}"/>
          </ac:spMkLst>
        </pc:spChg>
        <pc:spChg chg="mod">
          <ac:chgData name="백 수완" userId="f289e55a-4c5f-4a04-87b1-c07dd3c71619" providerId="ADAL" clId="{54D0157F-39E0-46D2-876C-609AB220ABA9}" dt="2025-05-09T01:09:28.154" v="2673" actId="692"/>
          <ac:spMkLst>
            <pc:docMk/>
            <pc:sldMk cId="3055951960" sldId="268"/>
            <ac:spMk id="15" creationId="{3417DCEB-7969-438E-4F82-6E7CF4B7D132}"/>
          </ac:spMkLst>
        </pc:spChg>
        <pc:spChg chg="mod">
          <ac:chgData name="백 수완" userId="f289e55a-4c5f-4a04-87b1-c07dd3c71619" providerId="ADAL" clId="{54D0157F-39E0-46D2-876C-609AB220ABA9}" dt="2025-05-09T01:08:31.263" v="2644" actId="207"/>
          <ac:spMkLst>
            <pc:docMk/>
            <pc:sldMk cId="3055951960" sldId="268"/>
            <ac:spMk id="19" creationId="{32F565F9-53C8-65E6-787B-C74EC138D9DB}"/>
          </ac:spMkLst>
        </pc:spChg>
        <pc:spChg chg="mod">
          <ac:chgData name="백 수완" userId="f289e55a-4c5f-4a04-87b1-c07dd3c71619" providerId="ADAL" clId="{54D0157F-39E0-46D2-876C-609AB220ABA9}" dt="2025-05-09T01:08:35.135" v="2645" actId="207"/>
          <ac:spMkLst>
            <pc:docMk/>
            <pc:sldMk cId="3055951960" sldId="268"/>
            <ac:spMk id="20" creationId="{1E319EBE-AD3A-C43B-52D4-B824AB42FB2F}"/>
          </ac:spMkLst>
        </pc:spChg>
        <pc:spChg chg="mod">
          <ac:chgData name="백 수완" userId="f289e55a-4c5f-4a04-87b1-c07dd3c71619" providerId="ADAL" clId="{54D0157F-39E0-46D2-876C-609AB220ABA9}" dt="2025-05-09T01:08:38.807" v="2646" actId="207"/>
          <ac:spMkLst>
            <pc:docMk/>
            <pc:sldMk cId="3055951960" sldId="268"/>
            <ac:spMk id="21" creationId="{4D33472E-A79F-0A34-DA1A-FCC11A792ACA}"/>
          </ac:spMkLst>
        </pc:spChg>
        <pc:spChg chg="mod">
          <ac:chgData name="백 수완" userId="f289e55a-4c5f-4a04-87b1-c07dd3c71619" providerId="ADAL" clId="{54D0157F-39E0-46D2-876C-609AB220ABA9}" dt="2025-05-09T01:12:05.203" v="2758" actId="1035"/>
          <ac:spMkLst>
            <pc:docMk/>
            <pc:sldMk cId="3055951960" sldId="268"/>
            <ac:spMk id="23" creationId="{C08D054C-ADF7-25E6-FF8A-CAA79CCC199E}"/>
          </ac:spMkLst>
        </pc:spChg>
        <pc:spChg chg="mod">
          <ac:chgData name="백 수완" userId="f289e55a-4c5f-4a04-87b1-c07dd3c71619" providerId="ADAL" clId="{54D0157F-39E0-46D2-876C-609AB220ABA9}" dt="2025-05-09T01:12:05.203" v="2758" actId="1035"/>
          <ac:spMkLst>
            <pc:docMk/>
            <pc:sldMk cId="3055951960" sldId="268"/>
            <ac:spMk id="24" creationId="{0DA273B2-CCAB-A930-0F19-39D66769FAE3}"/>
          </ac:spMkLst>
        </pc:spChg>
        <pc:spChg chg="mod">
          <ac:chgData name="백 수완" userId="f289e55a-4c5f-4a04-87b1-c07dd3c71619" providerId="ADAL" clId="{54D0157F-39E0-46D2-876C-609AB220ABA9}" dt="2025-05-09T01:12:05.203" v="2758" actId="1035"/>
          <ac:spMkLst>
            <pc:docMk/>
            <pc:sldMk cId="3055951960" sldId="268"/>
            <ac:spMk id="27" creationId="{DC3357FB-F334-801E-D33D-6A4785172203}"/>
          </ac:spMkLst>
        </pc:spChg>
        <pc:spChg chg="mod">
          <ac:chgData name="백 수완" userId="f289e55a-4c5f-4a04-87b1-c07dd3c71619" providerId="ADAL" clId="{54D0157F-39E0-46D2-876C-609AB220ABA9}" dt="2025-05-09T01:12:05.203" v="2758" actId="1035"/>
          <ac:spMkLst>
            <pc:docMk/>
            <pc:sldMk cId="3055951960" sldId="268"/>
            <ac:spMk id="29" creationId="{1E10694F-72B4-15CC-D691-1B066DACFCD4}"/>
          </ac:spMkLst>
        </pc:spChg>
        <pc:spChg chg="mod">
          <ac:chgData name="백 수완" userId="f289e55a-4c5f-4a04-87b1-c07dd3c71619" providerId="ADAL" clId="{54D0157F-39E0-46D2-876C-609AB220ABA9}" dt="2025-05-09T01:12:05.203" v="2758" actId="1035"/>
          <ac:spMkLst>
            <pc:docMk/>
            <pc:sldMk cId="3055951960" sldId="268"/>
            <ac:spMk id="30" creationId="{02F58568-E384-211D-9FE9-D3A5C49E3B53}"/>
          </ac:spMkLst>
        </pc:spChg>
        <pc:spChg chg="mod">
          <ac:chgData name="백 수완" userId="f289e55a-4c5f-4a04-87b1-c07dd3c71619" providerId="ADAL" clId="{54D0157F-39E0-46D2-876C-609AB220ABA9}" dt="2025-05-09T01:07:19.844" v="2622" actId="1035"/>
          <ac:spMkLst>
            <pc:docMk/>
            <pc:sldMk cId="3055951960" sldId="268"/>
            <ac:spMk id="34" creationId="{795D548E-2547-F3F6-6C67-BF8279750E89}"/>
          </ac:spMkLst>
        </pc:spChg>
        <pc:spChg chg="mod">
          <ac:chgData name="백 수완" userId="f289e55a-4c5f-4a04-87b1-c07dd3c71619" providerId="ADAL" clId="{54D0157F-39E0-46D2-876C-609AB220ABA9}" dt="2025-05-09T01:07:19.844" v="2622" actId="1035"/>
          <ac:spMkLst>
            <pc:docMk/>
            <pc:sldMk cId="3055951960" sldId="268"/>
            <ac:spMk id="36" creationId="{8D567DB5-C26D-D2F3-6D87-21966414B91E}"/>
          </ac:spMkLst>
        </pc:spChg>
        <pc:spChg chg="mod">
          <ac:chgData name="백 수완" userId="f289e55a-4c5f-4a04-87b1-c07dd3c71619" providerId="ADAL" clId="{54D0157F-39E0-46D2-876C-609AB220ABA9}" dt="2025-05-09T01:08:09.695" v="2641" actId="207"/>
          <ac:spMkLst>
            <pc:docMk/>
            <pc:sldMk cId="3055951960" sldId="268"/>
            <ac:spMk id="39" creationId="{5CAE9DDC-2467-2215-FEAF-5F0E250F247F}"/>
          </ac:spMkLst>
        </pc:spChg>
        <pc:spChg chg="mod">
          <ac:chgData name="백 수완" userId="f289e55a-4c5f-4a04-87b1-c07dd3c71619" providerId="ADAL" clId="{54D0157F-39E0-46D2-876C-609AB220ABA9}" dt="2025-05-09T01:12:46.340" v="2788" actId="1038"/>
          <ac:spMkLst>
            <pc:docMk/>
            <pc:sldMk cId="3055951960" sldId="268"/>
            <ac:spMk id="42" creationId="{07DBC929-FE2D-A592-2C53-D7989FB14843}"/>
          </ac:spMkLst>
        </pc:spChg>
        <pc:spChg chg="mod">
          <ac:chgData name="백 수완" userId="f289e55a-4c5f-4a04-87b1-c07dd3c71619" providerId="ADAL" clId="{54D0157F-39E0-46D2-876C-609AB220ABA9}" dt="2025-05-09T01:12:46.340" v="2788" actId="1038"/>
          <ac:spMkLst>
            <pc:docMk/>
            <pc:sldMk cId="3055951960" sldId="268"/>
            <ac:spMk id="43" creationId="{A4B585C9-87F2-BCF1-E04A-DB8F2C9F4C0F}"/>
          </ac:spMkLst>
        </pc:spChg>
        <pc:spChg chg="mod">
          <ac:chgData name="백 수완" userId="f289e55a-4c5f-4a04-87b1-c07dd3c71619" providerId="ADAL" clId="{54D0157F-39E0-46D2-876C-609AB220ABA9}" dt="2025-05-09T01:12:46.340" v="2788" actId="1038"/>
          <ac:spMkLst>
            <pc:docMk/>
            <pc:sldMk cId="3055951960" sldId="268"/>
            <ac:spMk id="44" creationId="{D0284C4D-0B2E-30C5-333D-9C65D4FBC0E6}"/>
          </ac:spMkLst>
        </pc:spChg>
        <pc:spChg chg="mod">
          <ac:chgData name="백 수완" userId="f289e55a-4c5f-4a04-87b1-c07dd3c71619" providerId="ADAL" clId="{54D0157F-39E0-46D2-876C-609AB220ABA9}" dt="2025-05-09T01:12:46.340" v="2788" actId="1038"/>
          <ac:spMkLst>
            <pc:docMk/>
            <pc:sldMk cId="3055951960" sldId="268"/>
            <ac:spMk id="45" creationId="{B37182E9-A133-EF1C-2BC3-AB21E283A97E}"/>
          </ac:spMkLst>
        </pc:spChg>
        <pc:spChg chg="mod">
          <ac:chgData name="백 수완" userId="f289e55a-4c5f-4a04-87b1-c07dd3c71619" providerId="ADAL" clId="{54D0157F-39E0-46D2-876C-609AB220ABA9}" dt="2025-05-09T01:12:46.340" v="2788" actId="1038"/>
          <ac:spMkLst>
            <pc:docMk/>
            <pc:sldMk cId="3055951960" sldId="268"/>
            <ac:spMk id="65" creationId="{E9D9EB26-B74F-2A1E-2E0C-25DFF9F9F414}"/>
          </ac:spMkLst>
        </pc:spChg>
        <pc:spChg chg="mod">
          <ac:chgData name="백 수완" userId="f289e55a-4c5f-4a04-87b1-c07dd3c71619" providerId="ADAL" clId="{54D0157F-39E0-46D2-876C-609AB220ABA9}" dt="2025-05-09T01:12:46.340" v="2788" actId="1038"/>
          <ac:spMkLst>
            <pc:docMk/>
            <pc:sldMk cId="3055951960" sldId="268"/>
            <ac:spMk id="66" creationId="{59619432-8B8B-2C87-FF79-2A3BCB3CD291}"/>
          </ac:spMkLst>
        </pc:spChg>
        <pc:spChg chg="mod">
          <ac:chgData name="백 수완" userId="f289e55a-4c5f-4a04-87b1-c07dd3c71619" providerId="ADAL" clId="{54D0157F-39E0-46D2-876C-609AB220ABA9}" dt="2025-05-09T01:12:46.340" v="2788" actId="1038"/>
          <ac:spMkLst>
            <pc:docMk/>
            <pc:sldMk cId="3055951960" sldId="268"/>
            <ac:spMk id="67" creationId="{0501E094-3B39-F27D-0AB9-0ED3E2CFC45C}"/>
          </ac:spMkLst>
        </pc:spChg>
        <pc:spChg chg="mod">
          <ac:chgData name="백 수완" userId="f289e55a-4c5f-4a04-87b1-c07dd3c71619" providerId="ADAL" clId="{54D0157F-39E0-46D2-876C-609AB220ABA9}" dt="2025-05-09T01:12:46.340" v="2788" actId="1038"/>
          <ac:spMkLst>
            <pc:docMk/>
            <pc:sldMk cId="3055951960" sldId="268"/>
            <ac:spMk id="68" creationId="{4D14AE25-766B-7C1A-181B-4DE5D936B4D5}"/>
          </ac:spMkLst>
        </pc:spChg>
        <pc:spChg chg="mod">
          <ac:chgData name="백 수완" userId="f289e55a-4c5f-4a04-87b1-c07dd3c71619" providerId="ADAL" clId="{54D0157F-39E0-46D2-876C-609AB220ABA9}" dt="2025-05-09T01:12:22.641" v="2773" actId="1036"/>
          <ac:spMkLst>
            <pc:docMk/>
            <pc:sldMk cId="3055951960" sldId="268"/>
            <ac:spMk id="71" creationId="{E6423DD7-1C6D-D1DE-4E46-63898A6C62DB}"/>
          </ac:spMkLst>
        </pc:spChg>
        <pc:spChg chg="mod">
          <ac:chgData name="백 수완" userId="f289e55a-4c5f-4a04-87b1-c07dd3c71619" providerId="ADAL" clId="{54D0157F-39E0-46D2-876C-609AB220ABA9}" dt="2025-05-09T01:12:22.641" v="2773" actId="1036"/>
          <ac:spMkLst>
            <pc:docMk/>
            <pc:sldMk cId="3055951960" sldId="268"/>
            <ac:spMk id="76" creationId="{F270F3A6-F6CF-65F0-285C-DABD8409727A}"/>
          </ac:spMkLst>
        </pc:spChg>
        <pc:spChg chg="mod">
          <ac:chgData name="백 수완" userId="f289e55a-4c5f-4a04-87b1-c07dd3c71619" providerId="ADAL" clId="{54D0157F-39E0-46D2-876C-609AB220ABA9}" dt="2025-05-09T01:12:00.264" v="2752" actId="554"/>
          <ac:spMkLst>
            <pc:docMk/>
            <pc:sldMk cId="3055951960" sldId="268"/>
            <ac:spMk id="78" creationId="{82116F62-732E-B5D9-0A1F-F866F724B3D2}"/>
          </ac:spMkLst>
        </pc:spChg>
        <pc:spChg chg="mod">
          <ac:chgData name="백 수완" userId="f289e55a-4c5f-4a04-87b1-c07dd3c71619" providerId="ADAL" clId="{54D0157F-39E0-46D2-876C-609AB220ABA9}" dt="2025-05-09T01:10:35.095" v="2704" actId="207"/>
          <ac:spMkLst>
            <pc:docMk/>
            <pc:sldMk cId="3055951960" sldId="268"/>
            <ac:spMk id="79" creationId="{4733D4B2-B8C1-FCB4-2536-DCB31102F1A1}"/>
          </ac:spMkLst>
        </pc:spChg>
        <pc:spChg chg="mod">
          <ac:chgData name="백 수완" userId="f289e55a-4c5f-4a04-87b1-c07dd3c71619" providerId="ADAL" clId="{54D0157F-39E0-46D2-876C-609AB220ABA9}" dt="2025-05-09T01:11:33.580" v="2749" actId="12789"/>
          <ac:spMkLst>
            <pc:docMk/>
            <pc:sldMk cId="3055951960" sldId="268"/>
            <ac:spMk id="87" creationId="{64A0DA79-E552-1A36-E5AF-5A56956A9C65}"/>
          </ac:spMkLst>
        </pc:spChg>
        <pc:spChg chg="mod">
          <ac:chgData name="백 수완" userId="f289e55a-4c5f-4a04-87b1-c07dd3c71619" providerId="ADAL" clId="{54D0157F-39E0-46D2-876C-609AB220ABA9}" dt="2025-05-09T01:10:28.387" v="2703" actId="207"/>
          <ac:spMkLst>
            <pc:docMk/>
            <pc:sldMk cId="3055951960" sldId="268"/>
            <ac:spMk id="96" creationId="{37B0D57F-EE37-40D4-C575-C0337C805DC3}"/>
          </ac:spMkLst>
        </pc:spChg>
        <pc:spChg chg="mod">
          <ac:chgData name="백 수완" userId="f289e55a-4c5f-4a04-87b1-c07dd3c71619" providerId="ADAL" clId="{54D0157F-39E0-46D2-876C-609AB220ABA9}" dt="2025-05-09T01:10:28.387" v="2703" actId="207"/>
          <ac:spMkLst>
            <pc:docMk/>
            <pc:sldMk cId="3055951960" sldId="268"/>
            <ac:spMk id="97" creationId="{8A160388-5E7F-74E2-A778-659CC474ABBD}"/>
          </ac:spMkLst>
        </pc:spChg>
        <pc:spChg chg="mod">
          <ac:chgData name="백 수완" userId="f289e55a-4c5f-4a04-87b1-c07dd3c71619" providerId="ADAL" clId="{54D0157F-39E0-46D2-876C-609AB220ABA9}" dt="2025-05-09T01:11:33.580" v="2749" actId="12789"/>
          <ac:spMkLst>
            <pc:docMk/>
            <pc:sldMk cId="3055951960" sldId="268"/>
            <ac:spMk id="98" creationId="{52B80607-3A1D-B50E-5637-22E65AFF96DB}"/>
          </ac:spMkLst>
        </pc:spChg>
        <pc:grpChg chg="mod">
          <ac:chgData name="백 수완" userId="f289e55a-4c5f-4a04-87b1-c07dd3c71619" providerId="ADAL" clId="{54D0157F-39E0-46D2-876C-609AB220ABA9}" dt="2025-05-09T01:12:05.203" v="2758" actId="1035"/>
          <ac:grpSpMkLst>
            <pc:docMk/>
            <pc:sldMk cId="3055951960" sldId="268"/>
            <ac:grpSpMk id="18" creationId="{1CE799BD-41C0-375A-42E7-C4DA0DB46D25}"/>
          </ac:grpSpMkLst>
        </pc:grpChg>
        <pc:grpChg chg="mod">
          <ac:chgData name="백 수완" userId="f289e55a-4c5f-4a04-87b1-c07dd3c71619" providerId="ADAL" clId="{54D0157F-39E0-46D2-876C-609AB220ABA9}" dt="2025-05-09T01:12:05.203" v="2758" actId="1035"/>
          <ac:grpSpMkLst>
            <pc:docMk/>
            <pc:sldMk cId="3055951960" sldId="268"/>
            <ac:grpSpMk id="32" creationId="{835A0482-17B9-5531-D92D-7F9CC46BAC68}"/>
          </ac:grpSpMkLst>
        </pc:grpChg>
        <pc:grpChg chg="mod">
          <ac:chgData name="백 수완" userId="f289e55a-4c5f-4a04-87b1-c07dd3c71619" providerId="ADAL" clId="{54D0157F-39E0-46D2-876C-609AB220ABA9}" dt="2025-05-09T01:12:05.203" v="2758" actId="1035"/>
          <ac:grpSpMkLst>
            <pc:docMk/>
            <pc:sldMk cId="3055951960" sldId="268"/>
            <ac:grpSpMk id="35" creationId="{09CA59AC-3320-C8BA-C2E2-5B4D060D7270}"/>
          </ac:grpSpMkLst>
        </pc:grpChg>
        <pc:grpChg chg="mod">
          <ac:chgData name="백 수완" userId="f289e55a-4c5f-4a04-87b1-c07dd3c71619" providerId="ADAL" clId="{54D0157F-39E0-46D2-876C-609AB220ABA9}" dt="2025-05-09T01:12:05.203" v="2758" actId="1035"/>
          <ac:grpSpMkLst>
            <pc:docMk/>
            <pc:sldMk cId="3055951960" sldId="268"/>
            <ac:grpSpMk id="38" creationId="{6575260B-2B31-98D9-F427-9FA58A39E269}"/>
          </ac:grpSpMkLst>
        </pc:grpChg>
        <pc:graphicFrameChg chg="mod modGraphic">
          <ac:chgData name="백 수완" userId="f289e55a-4c5f-4a04-87b1-c07dd3c71619" providerId="ADAL" clId="{54D0157F-39E0-46D2-876C-609AB220ABA9}" dt="2025-05-09T01:53:40.451" v="3988" actId="207"/>
          <ac:graphicFrameMkLst>
            <pc:docMk/>
            <pc:sldMk cId="3055951960" sldId="268"/>
            <ac:graphicFrameMk id="69" creationId="{8FCF0228-12BF-1313-65C0-F975763B3984}"/>
          </ac:graphicFrameMkLst>
        </pc:graphicFrameChg>
        <pc:picChg chg="mod">
          <ac:chgData name="백 수완" userId="f289e55a-4c5f-4a04-87b1-c07dd3c71619" providerId="ADAL" clId="{54D0157F-39E0-46D2-876C-609AB220ABA9}" dt="2025-05-09T01:12:22.641" v="2773" actId="1036"/>
          <ac:picMkLst>
            <pc:docMk/>
            <pc:sldMk cId="3055951960" sldId="268"/>
            <ac:picMk id="70" creationId="{8DDD7CD9-3D0B-80A1-067E-65FFAA5716B3}"/>
          </ac:picMkLst>
        </pc:picChg>
        <pc:picChg chg="mod">
          <ac:chgData name="백 수완" userId="f289e55a-4c5f-4a04-87b1-c07dd3c71619" providerId="ADAL" clId="{54D0157F-39E0-46D2-876C-609AB220ABA9}" dt="2025-05-09T01:12:22.641" v="2773" actId="1036"/>
          <ac:picMkLst>
            <pc:docMk/>
            <pc:sldMk cId="3055951960" sldId="268"/>
            <ac:picMk id="74" creationId="{2178EB88-5C37-2C45-FFBD-D88D18A12316}"/>
          </ac:picMkLst>
        </pc:picChg>
        <pc:picChg chg="mod">
          <ac:chgData name="백 수완" userId="f289e55a-4c5f-4a04-87b1-c07dd3c71619" providerId="ADAL" clId="{54D0157F-39E0-46D2-876C-609AB220ABA9}" dt="2025-05-09T01:09:06.995" v="2663" actId="1037"/>
          <ac:picMkLst>
            <pc:docMk/>
            <pc:sldMk cId="3055951960" sldId="268"/>
            <ac:picMk id="82" creationId="{2F8AFD1F-2C7A-E2C0-17B9-E197B985F06F}"/>
          </ac:picMkLst>
        </pc:picChg>
        <pc:picChg chg="mod">
          <ac:chgData name="백 수완" userId="f289e55a-4c5f-4a04-87b1-c07dd3c71619" providerId="ADAL" clId="{54D0157F-39E0-46D2-876C-609AB220ABA9}" dt="2025-05-09T01:11:33.580" v="2749" actId="12789"/>
          <ac:picMkLst>
            <pc:docMk/>
            <pc:sldMk cId="3055951960" sldId="268"/>
            <ac:picMk id="84" creationId="{EDAD25D7-9011-A1BD-4FD5-CE4AD289B9DE}"/>
          </ac:picMkLst>
        </pc:picChg>
        <pc:picChg chg="mod">
          <ac:chgData name="백 수완" userId="f289e55a-4c5f-4a04-87b1-c07dd3c71619" providerId="ADAL" clId="{54D0157F-39E0-46D2-876C-609AB220ABA9}" dt="2025-05-09T01:11:33.580" v="2749" actId="12789"/>
          <ac:picMkLst>
            <pc:docMk/>
            <pc:sldMk cId="3055951960" sldId="268"/>
            <ac:picMk id="93" creationId="{8BBDA410-E119-D9E0-5E4B-755658547757}"/>
          </ac:picMkLst>
        </pc:picChg>
        <pc:picChg chg="mod">
          <ac:chgData name="백 수완" userId="f289e55a-4c5f-4a04-87b1-c07dd3c71619" providerId="ADAL" clId="{54D0157F-39E0-46D2-876C-609AB220ABA9}" dt="2025-05-09T01:09:06.995" v="2663" actId="1037"/>
          <ac:picMkLst>
            <pc:docMk/>
            <pc:sldMk cId="3055951960" sldId="268"/>
            <ac:picMk id="94" creationId="{982BCFBD-A4E5-4414-DBA1-72A14341964B}"/>
          </ac:picMkLst>
        </pc:picChg>
        <pc:cxnChg chg="mod">
          <ac:chgData name="백 수완" userId="f289e55a-4c5f-4a04-87b1-c07dd3c71619" providerId="ADAL" clId="{54D0157F-39E0-46D2-876C-609AB220ABA9}" dt="2025-05-09T01:52:43.709" v="3963" actId="208"/>
          <ac:cxnSpMkLst>
            <pc:docMk/>
            <pc:sldMk cId="3055951960" sldId="268"/>
            <ac:cxnSpMk id="25" creationId="{5FBB74D6-C8DA-903F-5A66-9E87B87E4EDC}"/>
          </ac:cxnSpMkLst>
        </pc:cxnChg>
        <pc:cxnChg chg="mod">
          <ac:chgData name="백 수완" userId="f289e55a-4c5f-4a04-87b1-c07dd3c71619" providerId="ADAL" clId="{54D0157F-39E0-46D2-876C-609AB220ABA9}" dt="2025-05-09T01:52:47.059" v="3964" actId="208"/>
          <ac:cxnSpMkLst>
            <pc:docMk/>
            <pc:sldMk cId="3055951960" sldId="268"/>
            <ac:cxnSpMk id="26" creationId="{44874145-FB98-429E-7C83-73E240126A64}"/>
          </ac:cxnSpMkLst>
        </pc:cxnChg>
        <pc:cxnChg chg="mod">
          <ac:chgData name="백 수완" userId="f289e55a-4c5f-4a04-87b1-c07dd3c71619" providerId="ADAL" clId="{54D0157F-39E0-46D2-876C-609AB220ABA9}" dt="2025-05-09T01:52:49.871" v="3965" actId="208"/>
          <ac:cxnSpMkLst>
            <pc:docMk/>
            <pc:sldMk cId="3055951960" sldId="268"/>
            <ac:cxnSpMk id="41" creationId="{75346B7A-9935-DB26-2EC7-8053457EBBE6}"/>
          </ac:cxnSpMkLst>
        </pc:cxnChg>
      </pc:sldChg>
      <pc:sldChg chg="addSp delSp modSp mod chgLayout">
        <pc:chgData name="백 수완" userId="f289e55a-4c5f-4a04-87b1-c07dd3c71619" providerId="ADAL" clId="{54D0157F-39E0-46D2-876C-609AB220ABA9}" dt="2025-05-09T04:39:43.785" v="6197" actId="404"/>
        <pc:sldMkLst>
          <pc:docMk/>
          <pc:sldMk cId="314214132" sldId="270"/>
        </pc:sldMkLst>
        <pc:spChg chg="add mod">
          <ac:chgData name="백 수완" userId="f289e55a-4c5f-4a04-87b1-c07dd3c71619" providerId="ADAL" clId="{54D0157F-39E0-46D2-876C-609AB220ABA9}" dt="2025-05-09T00:42:29.814" v="1589"/>
          <ac:spMkLst>
            <pc:docMk/>
            <pc:sldMk cId="314214132" sldId="270"/>
            <ac:spMk id="5" creationId="{ED54783A-E9B3-CD7A-73F7-F567D8723EC1}"/>
          </ac:spMkLst>
        </pc:spChg>
        <pc:spChg chg="add mod">
          <ac:chgData name="백 수완" userId="f289e55a-4c5f-4a04-87b1-c07dd3c71619" providerId="ADAL" clId="{54D0157F-39E0-46D2-876C-609AB220ABA9}" dt="2025-05-09T00:42:49.164" v="1635" actId="20577"/>
          <ac:spMkLst>
            <pc:docMk/>
            <pc:sldMk cId="314214132" sldId="270"/>
            <ac:spMk id="8" creationId="{256D4C46-D141-CF16-4131-5DCBC6A27FCB}"/>
          </ac:spMkLst>
        </pc:spChg>
        <pc:spChg chg="add mod">
          <ac:chgData name="백 수완" userId="f289e55a-4c5f-4a04-87b1-c07dd3c71619" providerId="ADAL" clId="{54D0157F-39E0-46D2-876C-609AB220ABA9}" dt="2025-05-09T00:42:46.658" v="1634" actId="20577"/>
          <ac:spMkLst>
            <pc:docMk/>
            <pc:sldMk cId="314214132" sldId="270"/>
            <ac:spMk id="9" creationId="{24954ACD-9A49-FB54-1257-B2B107DFEC38}"/>
          </ac:spMkLst>
        </pc:spChg>
        <pc:spChg chg="add mod">
          <ac:chgData name="백 수완" userId="f289e55a-4c5f-4a04-87b1-c07dd3c71619" providerId="ADAL" clId="{54D0157F-39E0-46D2-876C-609AB220ABA9}" dt="2025-05-09T04:39:43.785" v="6197" actId="404"/>
          <ac:spMkLst>
            <pc:docMk/>
            <pc:sldMk cId="314214132" sldId="270"/>
            <ac:spMk id="10" creationId="{36113BDF-2377-8C61-5224-C8B63D26A407}"/>
          </ac:spMkLst>
        </pc:spChg>
        <pc:spChg chg="add mod">
          <ac:chgData name="백 수완" userId="f289e55a-4c5f-4a04-87b1-c07dd3c71619" providerId="ADAL" clId="{54D0157F-39E0-46D2-876C-609AB220ABA9}" dt="2025-05-09T01:40:27.403" v="3306"/>
          <ac:spMkLst>
            <pc:docMk/>
            <pc:sldMk cId="314214132" sldId="270"/>
            <ac:spMk id="12" creationId="{4C63C380-ACC5-75F5-C188-B9AB975D2DFE}"/>
          </ac:spMkLst>
        </pc:spChg>
        <pc:spChg chg="add mod">
          <ac:chgData name="백 수완" userId="f289e55a-4c5f-4a04-87b1-c07dd3c71619" providerId="ADAL" clId="{54D0157F-39E0-46D2-876C-609AB220ABA9}" dt="2025-05-09T01:40:44.348" v="3321" actId="14100"/>
          <ac:spMkLst>
            <pc:docMk/>
            <pc:sldMk cId="314214132" sldId="270"/>
            <ac:spMk id="13" creationId="{0FCF570D-36B0-917D-3546-5A6B5B17568E}"/>
          </ac:spMkLst>
        </pc:spChg>
        <pc:spChg chg="add mod">
          <ac:chgData name="백 수완" userId="f289e55a-4c5f-4a04-87b1-c07dd3c71619" providerId="ADAL" clId="{54D0157F-39E0-46D2-876C-609AB220ABA9}" dt="2025-05-09T01:40:27.403" v="3306"/>
          <ac:spMkLst>
            <pc:docMk/>
            <pc:sldMk cId="314214132" sldId="270"/>
            <ac:spMk id="14" creationId="{4ABA3C87-A06D-8C7B-F384-12CFF553281D}"/>
          </ac:spMkLst>
        </pc:spChg>
        <pc:spChg chg="add mod">
          <ac:chgData name="백 수완" userId="f289e55a-4c5f-4a04-87b1-c07dd3c71619" providerId="ADAL" clId="{54D0157F-39E0-46D2-876C-609AB220ABA9}" dt="2025-05-09T01:40:32.280" v="3309"/>
          <ac:spMkLst>
            <pc:docMk/>
            <pc:sldMk cId="314214132" sldId="270"/>
            <ac:spMk id="17" creationId="{F6FEB776-B4C8-37D7-F1B1-2EACD64FFA43}"/>
          </ac:spMkLst>
        </pc:spChg>
        <pc:spChg chg="add mod">
          <ac:chgData name="백 수완" userId="f289e55a-4c5f-4a04-87b1-c07dd3c71619" providerId="ADAL" clId="{54D0157F-39E0-46D2-876C-609AB220ABA9}" dt="2025-05-09T01:40:27.403" v="3306"/>
          <ac:spMkLst>
            <pc:docMk/>
            <pc:sldMk cId="314214132" sldId="270"/>
            <ac:spMk id="18" creationId="{EE599F1C-4793-F134-8CAF-B93744731A16}"/>
          </ac:spMkLst>
        </pc:spChg>
        <pc:spChg chg="add mod">
          <ac:chgData name="백 수완" userId="f289e55a-4c5f-4a04-87b1-c07dd3c71619" providerId="ADAL" clId="{54D0157F-39E0-46D2-876C-609AB220ABA9}" dt="2025-05-09T01:40:47.257" v="3322" actId="14100"/>
          <ac:spMkLst>
            <pc:docMk/>
            <pc:sldMk cId="314214132" sldId="270"/>
            <ac:spMk id="19" creationId="{4A7063BB-97E9-1528-DFBD-A5C34C3F4870}"/>
          </ac:spMkLst>
        </pc:spChg>
        <pc:spChg chg="add mod">
          <ac:chgData name="백 수완" userId="f289e55a-4c5f-4a04-87b1-c07dd3c71619" providerId="ADAL" clId="{54D0157F-39E0-46D2-876C-609AB220ABA9}" dt="2025-05-09T01:40:27.403" v="3306"/>
          <ac:spMkLst>
            <pc:docMk/>
            <pc:sldMk cId="314214132" sldId="270"/>
            <ac:spMk id="20" creationId="{2BF4C63B-6037-643E-FB82-DF1117C06B69}"/>
          </ac:spMkLst>
        </pc:spChg>
        <pc:spChg chg="add mod">
          <ac:chgData name="백 수완" userId="f289e55a-4c5f-4a04-87b1-c07dd3c71619" providerId="ADAL" clId="{54D0157F-39E0-46D2-876C-609AB220ABA9}" dt="2025-05-09T01:42:53.480" v="3358" actId="552"/>
          <ac:spMkLst>
            <pc:docMk/>
            <pc:sldMk cId="314214132" sldId="270"/>
            <ac:spMk id="21" creationId="{C1440E5B-1BE1-2A94-8A12-DD008D1EEDF8}"/>
          </ac:spMkLst>
        </pc:spChg>
        <pc:spChg chg="add mod">
          <ac:chgData name="백 수완" userId="f289e55a-4c5f-4a04-87b1-c07dd3c71619" providerId="ADAL" clId="{54D0157F-39E0-46D2-876C-609AB220ABA9}" dt="2025-05-09T01:42:17.858" v="3344" actId="555"/>
          <ac:spMkLst>
            <pc:docMk/>
            <pc:sldMk cId="314214132" sldId="270"/>
            <ac:spMk id="28" creationId="{D22C5EC4-7B26-EDDC-D753-E2C76AF03EF5}"/>
          </ac:spMkLst>
        </pc:spChg>
        <pc:spChg chg="mod">
          <ac:chgData name="백 수완" userId="f289e55a-4c5f-4a04-87b1-c07dd3c71619" providerId="ADAL" clId="{54D0157F-39E0-46D2-876C-609AB220ABA9}" dt="2025-05-09T01:50:57.822" v="3916" actId="1076"/>
          <ac:spMkLst>
            <pc:docMk/>
            <pc:sldMk cId="314214132" sldId="270"/>
            <ac:spMk id="31" creationId="{FEEE3E8F-F8D6-FE30-AE9D-36352277BD14}"/>
          </ac:spMkLst>
        </pc:spChg>
        <pc:spChg chg="mod">
          <ac:chgData name="백 수완" userId="f289e55a-4c5f-4a04-87b1-c07dd3c71619" providerId="ADAL" clId="{54D0157F-39E0-46D2-876C-609AB220ABA9}" dt="2025-05-09T01:46:07.899" v="3575" actId="1036"/>
          <ac:spMkLst>
            <pc:docMk/>
            <pc:sldMk cId="314214132" sldId="270"/>
            <ac:spMk id="32" creationId="{207EF01B-1187-2807-2356-5BC9B7B797D5}"/>
          </ac:spMkLst>
        </pc:spChg>
        <pc:spChg chg="mod">
          <ac:chgData name="백 수완" userId="f289e55a-4c5f-4a04-87b1-c07dd3c71619" providerId="ADAL" clId="{54D0157F-39E0-46D2-876C-609AB220ABA9}" dt="2025-05-09T01:46:07.899" v="3575" actId="1036"/>
          <ac:spMkLst>
            <pc:docMk/>
            <pc:sldMk cId="314214132" sldId="270"/>
            <ac:spMk id="33" creationId="{385A8503-628D-49C2-67A6-847E86835A87}"/>
          </ac:spMkLst>
        </pc:spChg>
        <pc:spChg chg="mod">
          <ac:chgData name="백 수완" userId="f289e55a-4c5f-4a04-87b1-c07dd3c71619" providerId="ADAL" clId="{54D0157F-39E0-46D2-876C-609AB220ABA9}" dt="2025-05-09T01:46:07.899" v="3575" actId="1036"/>
          <ac:spMkLst>
            <pc:docMk/>
            <pc:sldMk cId="314214132" sldId="270"/>
            <ac:spMk id="34" creationId="{EEF6CF40-CD99-3F27-58C3-F2E2219B2135}"/>
          </ac:spMkLst>
        </pc:spChg>
        <pc:spChg chg="add mod">
          <ac:chgData name="백 수완" userId="f289e55a-4c5f-4a04-87b1-c07dd3c71619" providerId="ADAL" clId="{54D0157F-39E0-46D2-876C-609AB220ABA9}" dt="2025-05-09T01:42:17.858" v="3344" actId="555"/>
          <ac:spMkLst>
            <pc:docMk/>
            <pc:sldMk cId="314214132" sldId="270"/>
            <ac:spMk id="40" creationId="{3C06C879-671C-3D8E-3427-D566476F5574}"/>
          </ac:spMkLst>
        </pc:spChg>
        <pc:spChg chg="mod">
          <ac:chgData name="백 수완" userId="f289e55a-4c5f-4a04-87b1-c07dd3c71619" providerId="ADAL" clId="{54D0157F-39E0-46D2-876C-609AB220ABA9}" dt="2025-05-09T01:44:30.619" v="3502" actId="1036"/>
          <ac:spMkLst>
            <pc:docMk/>
            <pc:sldMk cId="314214132" sldId="270"/>
            <ac:spMk id="42" creationId="{7E915BE7-B4B8-1E3B-CB80-5D74A7E21FCA}"/>
          </ac:spMkLst>
        </pc:spChg>
        <pc:spChg chg="add mod">
          <ac:chgData name="백 수완" userId="f289e55a-4c5f-4a04-87b1-c07dd3c71619" providerId="ADAL" clId="{54D0157F-39E0-46D2-876C-609AB220ABA9}" dt="2025-05-09T01:43:46.715" v="3452" actId="1036"/>
          <ac:spMkLst>
            <pc:docMk/>
            <pc:sldMk cId="314214132" sldId="270"/>
            <ac:spMk id="43" creationId="{25D6D97C-4D21-B99C-C28B-C46B376BDE3E}"/>
          </ac:spMkLst>
        </pc:spChg>
        <pc:spChg chg="add mod">
          <ac:chgData name="백 수완" userId="f289e55a-4c5f-4a04-87b1-c07dd3c71619" providerId="ADAL" clId="{54D0157F-39E0-46D2-876C-609AB220ABA9}" dt="2025-05-09T01:43:46.715" v="3452" actId="1036"/>
          <ac:spMkLst>
            <pc:docMk/>
            <pc:sldMk cId="314214132" sldId="270"/>
            <ac:spMk id="44" creationId="{27AE4EB9-9598-374E-128C-47CE91DBF5AF}"/>
          </ac:spMkLst>
        </pc:spChg>
        <pc:spChg chg="mod">
          <ac:chgData name="백 수완" userId="f289e55a-4c5f-4a04-87b1-c07dd3c71619" providerId="ADAL" clId="{54D0157F-39E0-46D2-876C-609AB220ABA9}" dt="2025-05-09T01:44:30.619" v="3502" actId="1036"/>
          <ac:spMkLst>
            <pc:docMk/>
            <pc:sldMk cId="314214132" sldId="270"/>
            <ac:spMk id="46" creationId="{DE47D6DB-72AB-3796-AC75-C9789AA7AE5F}"/>
          </ac:spMkLst>
        </pc:spChg>
        <pc:spChg chg="mod">
          <ac:chgData name="백 수완" userId="f289e55a-4c5f-4a04-87b1-c07dd3c71619" providerId="ADAL" clId="{54D0157F-39E0-46D2-876C-609AB220ABA9}" dt="2025-05-09T01:44:30.619" v="3502" actId="1036"/>
          <ac:spMkLst>
            <pc:docMk/>
            <pc:sldMk cId="314214132" sldId="270"/>
            <ac:spMk id="47" creationId="{9964A250-425D-173F-CA55-83B6AFB05E8D}"/>
          </ac:spMkLst>
        </pc:spChg>
        <pc:spChg chg="mod">
          <ac:chgData name="백 수완" userId="f289e55a-4c5f-4a04-87b1-c07dd3c71619" providerId="ADAL" clId="{54D0157F-39E0-46D2-876C-609AB220ABA9}" dt="2025-05-09T01:44:30.619" v="3502" actId="1036"/>
          <ac:spMkLst>
            <pc:docMk/>
            <pc:sldMk cId="314214132" sldId="270"/>
            <ac:spMk id="48" creationId="{DA4ABF19-6265-1BE0-4A59-B64350A7739B}"/>
          </ac:spMkLst>
        </pc:spChg>
        <pc:spChg chg="mod">
          <ac:chgData name="백 수완" userId="f289e55a-4c5f-4a04-87b1-c07dd3c71619" providerId="ADAL" clId="{54D0157F-39E0-46D2-876C-609AB220ABA9}" dt="2025-05-09T01:44:30.619" v="3502" actId="1036"/>
          <ac:spMkLst>
            <pc:docMk/>
            <pc:sldMk cId="314214132" sldId="270"/>
            <ac:spMk id="49" creationId="{25630CA4-1D1F-E89A-7C1F-32BB8E645F75}"/>
          </ac:spMkLst>
        </pc:spChg>
        <pc:spChg chg="add mod">
          <ac:chgData name="백 수완" userId="f289e55a-4c5f-4a04-87b1-c07dd3c71619" providerId="ADAL" clId="{54D0157F-39E0-46D2-876C-609AB220ABA9}" dt="2025-05-09T01:44:17.494" v="3478" actId="6549"/>
          <ac:spMkLst>
            <pc:docMk/>
            <pc:sldMk cId="314214132" sldId="270"/>
            <ac:spMk id="57" creationId="{70931D10-4581-B2B4-09DE-928FA9915AB7}"/>
          </ac:spMkLst>
        </pc:spChg>
        <pc:spChg chg="add mod">
          <ac:chgData name="백 수완" userId="f289e55a-4c5f-4a04-87b1-c07dd3c71619" providerId="ADAL" clId="{54D0157F-39E0-46D2-876C-609AB220ABA9}" dt="2025-05-09T01:43:55.900" v="3454" actId="1076"/>
          <ac:spMkLst>
            <pc:docMk/>
            <pc:sldMk cId="314214132" sldId="270"/>
            <ac:spMk id="58" creationId="{A72E76E3-0508-09A0-C579-28ABD07CB0D4}"/>
          </ac:spMkLst>
        </pc:spChg>
        <pc:spChg chg="mod topLvl">
          <ac:chgData name="백 수완" userId="f289e55a-4c5f-4a04-87b1-c07dd3c71619" providerId="ADAL" clId="{54D0157F-39E0-46D2-876C-609AB220ABA9}" dt="2025-05-09T01:42:48.712" v="3357" actId="14100"/>
          <ac:spMkLst>
            <pc:docMk/>
            <pc:sldMk cId="314214132" sldId="270"/>
            <ac:spMk id="59" creationId="{57A46E27-74C4-A1C4-B78D-9B5362618160}"/>
          </ac:spMkLst>
        </pc:spChg>
        <pc:spChg chg="add mod">
          <ac:chgData name="백 수완" userId="f289e55a-4c5f-4a04-87b1-c07dd3c71619" providerId="ADAL" clId="{54D0157F-39E0-46D2-876C-609AB220ABA9}" dt="2025-05-09T01:46:40.805" v="3580" actId="1076"/>
          <ac:spMkLst>
            <pc:docMk/>
            <pc:sldMk cId="314214132" sldId="270"/>
            <ac:spMk id="60" creationId="{4998FACD-8BA8-F8C6-D731-CDBA3F0474A6}"/>
          </ac:spMkLst>
        </pc:spChg>
        <pc:spChg chg="mod topLvl">
          <ac:chgData name="백 수완" userId="f289e55a-4c5f-4a04-87b1-c07dd3c71619" providerId="ADAL" clId="{54D0157F-39E0-46D2-876C-609AB220ABA9}" dt="2025-05-09T01:42:17.858" v="3344" actId="555"/>
          <ac:spMkLst>
            <pc:docMk/>
            <pc:sldMk cId="314214132" sldId="270"/>
            <ac:spMk id="61" creationId="{D794C539-EA30-245D-C39E-1815211EB3D9}"/>
          </ac:spMkLst>
        </pc:spChg>
        <pc:spChg chg="mod">
          <ac:chgData name="백 수완" userId="f289e55a-4c5f-4a04-87b1-c07dd3c71619" providerId="ADAL" clId="{54D0157F-39E0-46D2-876C-609AB220ABA9}" dt="2025-05-09T01:50:21.931" v="3912" actId="555"/>
          <ac:spMkLst>
            <pc:docMk/>
            <pc:sldMk cId="314214132" sldId="270"/>
            <ac:spMk id="192" creationId="{1A70BF26-9BDF-B3C1-FABE-496F67755652}"/>
          </ac:spMkLst>
        </pc:spChg>
        <pc:spChg chg="mod">
          <ac:chgData name="백 수완" userId="f289e55a-4c5f-4a04-87b1-c07dd3c71619" providerId="ADAL" clId="{54D0157F-39E0-46D2-876C-609AB220ABA9}" dt="2025-05-09T01:50:25.730" v="3913" actId="554"/>
          <ac:spMkLst>
            <pc:docMk/>
            <pc:sldMk cId="314214132" sldId="270"/>
            <ac:spMk id="193" creationId="{4E4D514F-AA65-938D-8A53-05B9F4288363}"/>
          </ac:spMkLst>
        </pc:spChg>
        <pc:spChg chg="mod">
          <ac:chgData name="백 수완" userId="f289e55a-4c5f-4a04-87b1-c07dd3c71619" providerId="ADAL" clId="{54D0157F-39E0-46D2-876C-609AB220ABA9}" dt="2025-05-09T01:50:21.931" v="3912" actId="555"/>
          <ac:spMkLst>
            <pc:docMk/>
            <pc:sldMk cId="314214132" sldId="270"/>
            <ac:spMk id="194" creationId="{433380FB-7780-C34A-8366-C75D003D1FE4}"/>
          </ac:spMkLst>
        </pc:spChg>
        <pc:spChg chg="mod">
          <ac:chgData name="백 수완" userId="f289e55a-4c5f-4a04-87b1-c07dd3c71619" providerId="ADAL" clId="{54D0157F-39E0-46D2-876C-609AB220ABA9}" dt="2025-05-09T01:50:25.730" v="3913" actId="554"/>
          <ac:spMkLst>
            <pc:docMk/>
            <pc:sldMk cId="314214132" sldId="270"/>
            <ac:spMk id="195" creationId="{7B98119E-DE14-B8F6-361C-625C299CF069}"/>
          </ac:spMkLst>
        </pc:spChg>
        <pc:spChg chg="mod">
          <ac:chgData name="백 수완" userId="f289e55a-4c5f-4a04-87b1-c07dd3c71619" providerId="ADAL" clId="{54D0157F-39E0-46D2-876C-609AB220ABA9}" dt="2025-05-09T01:50:21.931" v="3912" actId="555"/>
          <ac:spMkLst>
            <pc:docMk/>
            <pc:sldMk cId="314214132" sldId="270"/>
            <ac:spMk id="196" creationId="{9B76C44A-F184-E995-93CE-FC0FFD652588}"/>
          </ac:spMkLst>
        </pc:spChg>
        <pc:spChg chg="add mod">
          <ac:chgData name="백 수완" userId="f289e55a-4c5f-4a04-87b1-c07dd3c71619" providerId="ADAL" clId="{54D0157F-39E0-46D2-876C-609AB220ABA9}" dt="2025-05-09T01:46:19.468" v="3577"/>
          <ac:spMkLst>
            <pc:docMk/>
            <pc:sldMk cId="314214132" sldId="270"/>
            <ac:spMk id="7168" creationId="{B96EB3A9-950F-89EE-1708-89287AC41F73}"/>
          </ac:spMkLst>
        </pc:spChg>
        <pc:spChg chg="mod topLvl">
          <ac:chgData name="백 수완" userId="f289e55a-4c5f-4a04-87b1-c07dd3c71619" providerId="ADAL" clId="{54D0157F-39E0-46D2-876C-609AB220ABA9}" dt="2025-05-09T01:42:59.983" v="3360" actId="14100"/>
          <ac:spMkLst>
            <pc:docMk/>
            <pc:sldMk cId="314214132" sldId="270"/>
            <ac:spMk id="7208" creationId="{DDB00D57-A01D-71E0-8597-6F5F9742D24E}"/>
          </ac:spMkLst>
        </pc:spChg>
        <pc:spChg chg="mod topLvl">
          <ac:chgData name="백 수완" userId="f289e55a-4c5f-4a04-87b1-c07dd3c71619" providerId="ADAL" clId="{54D0157F-39E0-46D2-876C-609AB220ABA9}" dt="2025-05-09T01:49:02.382" v="3824" actId="552"/>
          <ac:spMkLst>
            <pc:docMk/>
            <pc:sldMk cId="314214132" sldId="270"/>
            <ac:spMk id="7209" creationId="{7C4497AC-F353-92C5-92AF-E365ACDD607F}"/>
          </ac:spMkLst>
        </pc:spChg>
        <pc:spChg chg="mod topLvl">
          <ac:chgData name="백 수완" userId="f289e55a-4c5f-4a04-87b1-c07dd3c71619" providerId="ADAL" clId="{54D0157F-39E0-46D2-876C-609AB220ABA9}" dt="2025-05-09T01:49:43.902" v="3878" actId="165"/>
          <ac:spMkLst>
            <pc:docMk/>
            <pc:sldMk cId="314214132" sldId="270"/>
            <ac:spMk id="7211" creationId="{D3E6FA4C-E3E8-FF8C-62EC-8C260D924C0E}"/>
          </ac:spMkLst>
        </pc:spChg>
        <pc:spChg chg="mod topLvl">
          <ac:chgData name="백 수완" userId="f289e55a-4c5f-4a04-87b1-c07dd3c71619" providerId="ADAL" clId="{54D0157F-39E0-46D2-876C-609AB220ABA9}" dt="2025-05-09T01:49:43.902" v="3878" actId="165"/>
          <ac:spMkLst>
            <pc:docMk/>
            <pc:sldMk cId="314214132" sldId="270"/>
            <ac:spMk id="7212" creationId="{5E5D8A91-FC82-C275-B823-663834110309}"/>
          </ac:spMkLst>
        </pc:spChg>
        <pc:spChg chg="mod topLvl">
          <ac:chgData name="백 수완" userId="f289e55a-4c5f-4a04-87b1-c07dd3c71619" providerId="ADAL" clId="{54D0157F-39E0-46D2-876C-609AB220ABA9}" dt="2025-05-09T01:49:43.902" v="3878" actId="165"/>
          <ac:spMkLst>
            <pc:docMk/>
            <pc:sldMk cId="314214132" sldId="270"/>
            <ac:spMk id="7213" creationId="{CD930AB1-9367-FA01-24E7-8623666D83FB}"/>
          </ac:spMkLst>
        </pc:spChg>
        <pc:spChg chg="mod topLvl">
          <ac:chgData name="백 수완" userId="f289e55a-4c5f-4a04-87b1-c07dd3c71619" providerId="ADAL" clId="{54D0157F-39E0-46D2-876C-609AB220ABA9}" dt="2025-05-09T01:49:43.902" v="3878" actId="165"/>
          <ac:spMkLst>
            <pc:docMk/>
            <pc:sldMk cId="314214132" sldId="270"/>
            <ac:spMk id="7217" creationId="{A820F9D6-4D0E-7241-4336-C212BBA44C36}"/>
          </ac:spMkLst>
        </pc:spChg>
        <pc:spChg chg="mod topLvl">
          <ac:chgData name="백 수완" userId="f289e55a-4c5f-4a04-87b1-c07dd3c71619" providerId="ADAL" clId="{54D0157F-39E0-46D2-876C-609AB220ABA9}" dt="2025-05-09T01:49:43.902" v="3878" actId="165"/>
          <ac:spMkLst>
            <pc:docMk/>
            <pc:sldMk cId="314214132" sldId="270"/>
            <ac:spMk id="7218" creationId="{B8F8E02F-10B1-D9AD-7754-B4A465397939}"/>
          </ac:spMkLst>
        </pc:spChg>
        <pc:spChg chg="mod topLvl">
          <ac:chgData name="백 수완" userId="f289e55a-4c5f-4a04-87b1-c07dd3c71619" providerId="ADAL" clId="{54D0157F-39E0-46D2-876C-609AB220ABA9}" dt="2025-05-09T01:49:43.902" v="3878" actId="165"/>
          <ac:spMkLst>
            <pc:docMk/>
            <pc:sldMk cId="314214132" sldId="270"/>
            <ac:spMk id="7219" creationId="{9236F5DB-9AEC-0A8E-5E76-3AD0159A0D52}"/>
          </ac:spMkLst>
        </pc:spChg>
        <pc:spChg chg="mod topLvl">
          <ac:chgData name="백 수완" userId="f289e55a-4c5f-4a04-87b1-c07dd3c71619" providerId="ADAL" clId="{54D0157F-39E0-46D2-876C-609AB220ABA9}" dt="2025-05-09T01:49:43.902" v="3878" actId="165"/>
          <ac:spMkLst>
            <pc:docMk/>
            <pc:sldMk cId="314214132" sldId="270"/>
            <ac:spMk id="7223" creationId="{1BD71082-F483-9A10-7985-861A4C7B5294}"/>
          </ac:spMkLst>
        </pc:spChg>
        <pc:spChg chg="mod topLvl">
          <ac:chgData name="백 수완" userId="f289e55a-4c5f-4a04-87b1-c07dd3c71619" providerId="ADAL" clId="{54D0157F-39E0-46D2-876C-609AB220ABA9}" dt="2025-05-09T01:49:43.902" v="3878" actId="165"/>
          <ac:spMkLst>
            <pc:docMk/>
            <pc:sldMk cId="314214132" sldId="270"/>
            <ac:spMk id="7224" creationId="{3DD4BEC7-33FF-E49A-8F08-4253900EEA01}"/>
          </ac:spMkLst>
        </pc:spChg>
        <pc:spChg chg="mod topLvl">
          <ac:chgData name="백 수완" userId="f289e55a-4c5f-4a04-87b1-c07dd3c71619" providerId="ADAL" clId="{54D0157F-39E0-46D2-876C-609AB220ABA9}" dt="2025-05-09T01:49:43.902" v="3878" actId="165"/>
          <ac:spMkLst>
            <pc:docMk/>
            <pc:sldMk cId="314214132" sldId="270"/>
            <ac:spMk id="7225" creationId="{13FC6568-835B-99BE-CF46-272C179A8E81}"/>
          </ac:spMkLst>
        </pc:spChg>
        <pc:spChg chg="mod">
          <ac:chgData name="백 수완" userId="f289e55a-4c5f-4a04-87b1-c07dd3c71619" providerId="ADAL" clId="{54D0157F-39E0-46D2-876C-609AB220ABA9}" dt="2025-05-09T01:49:13.992" v="3852" actId="1036"/>
          <ac:spMkLst>
            <pc:docMk/>
            <pc:sldMk cId="314214132" sldId="270"/>
            <ac:spMk id="7226" creationId="{65D68BB5-C015-2E9F-8671-9A433CA1189E}"/>
          </ac:spMkLst>
        </pc:spChg>
        <pc:spChg chg="mod">
          <ac:chgData name="백 수완" userId="f289e55a-4c5f-4a04-87b1-c07dd3c71619" providerId="ADAL" clId="{54D0157F-39E0-46D2-876C-609AB220ABA9}" dt="2025-05-09T01:50:25.730" v="3913" actId="554"/>
          <ac:spMkLst>
            <pc:docMk/>
            <pc:sldMk cId="314214132" sldId="270"/>
            <ac:spMk id="7231" creationId="{878D7513-C0C4-F85B-3EA7-0263FADFC294}"/>
          </ac:spMkLst>
        </pc:spChg>
        <pc:grpChg chg="mod">
          <ac:chgData name="백 수완" userId="f289e55a-4c5f-4a04-87b1-c07dd3c71619" providerId="ADAL" clId="{54D0157F-39E0-46D2-876C-609AB220ABA9}" dt="2025-05-09T01:51:01.968" v="3927" actId="1037"/>
          <ac:grpSpMkLst>
            <pc:docMk/>
            <pc:sldMk cId="314214132" sldId="270"/>
            <ac:grpSpMk id="41" creationId="{BEE84993-3CF3-21F3-4635-A6EC5D13B212}"/>
          </ac:grpSpMkLst>
        </pc:grpChg>
        <pc:graphicFrameChg chg="modGraphic">
          <ac:chgData name="백 수완" userId="f289e55a-4c5f-4a04-87b1-c07dd3c71619" providerId="ADAL" clId="{54D0157F-39E0-46D2-876C-609AB220ABA9}" dt="2025-05-09T01:38:55.967" v="3291" actId="113"/>
          <ac:graphicFrameMkLst>
            <pc:docMk/>
            <pc:sldMk cId="314214132" sldId="270"/>
            <ac:graphicFrameMk id="2" creationId="{B6C5CA61-D0C3-8F67-0E55-47FF4CB67D27}"/>
          </ac:graphicFrameMkLst>
        </pc:graphicFrameChg>
        <pc:graphicFrameChg chg="modGraphic">
          <ac:chgData name="백 수완" userId="f289e55a-4c5f-4a04-87b1-c07dd3c71619" providerId="ADAL" clId="{54D0157F-39E0-46D2-876C-609AB220ABA9}" dt="2025-05-09T01:38:58.502" v="3292" actId="113"/>
          <ac:graphicFrameMkLst>
            <pc:docMk/>
            <pc:sldMk cId="314214132" sldId="270"/>
            <ac:graphicFrameMk id="36" creationId="{54B7A5D4-472D-A154-4BDA-ED314A79FE26}"/>
          </ac:graphicFrameMkLst>
        </pc:graphicFrameChg>
        <pc:picChg chg="mod">
          <ac:chgData name="백 수완" userId="f289e55a-4c5f-4a04-87b1-c07dd3c71619" providerId="ADAL" clId="{54D0157F-39E0-46D2-876C-609AB220ABA9}" dt="2025-05-09T01:46:07.899" v="3575" actId="1036"/>
          <ac:picMkLst>
            <pc:docMk/>
            <pc:sldMk cId="314214132" sldId="270"/>
            <ac:picMk id="50" creationId="{D8B3B34F-F63F-F373-7F30-9A7BBBF5696D}"/>
          </ac:picMkLst>
        </pc:picChg>
        <pc:picChg chg="mod">
          <ac:chgData name="백 수완" userId="f289e55a-4c5f-4a04-87b1-c07dd3c71619" providerId="ADAL" clId="{54D0157F-39E0-46D2-876C-609AB220ABA9}" dt="2025-05-09T01:46:07.899" v="3575" actId="1036"/>
          <ac:picMkLst>
            <pc:docMk/>
            <pc:sldMk cId="314214132" sldId="270"/>
            <ac:picMk id="51" creationId="{476E54A4-FA42-ACDB-95F3-55E912329F54}"/>
          </ac:picMkLst>
        </pc:picChg>
        <pc:picChg chg="mod">
          <ac:chgData name="백 수완" userId="f289e55a-4c5f-4a04-87b1-c07dd3c71619" providerId="ADAL" clId="{54D0157F-39E0-46D2-876C-609AB220ABA9}" dt="2025-05-09T01:46:07.899" v="3575" actId="1036"/>
          <ac:picMkLst>
            <pc:docMk/>
            <pc:sldMk cId="314214132" sldId="270"/>
            <ac:picMk id="52" creationId="{93AD85A1-FAF4-F675-2AB4-F648AECA846B}"/>
          </ac:picMkLst>
        </pc:picChg>
        <pc:picChg chg="mod">
          <ac:chgData name="백 수완" userId="f289e55a-4c5f-4a04-87b1-c07dd3c71619" providerId="ADAL" clId="{54D0157F-39E0-46D2-876C-609AB220ABA9}" dt="2025-05-09T01:48:39.409" v="3823" actId="12789"/>
          <ac:picMkLst>
            <pc:docMk/>
            <pc:sldMk cId="314214132" sldId="270"/>
            <ac:picMk id="7173" creationId="{3D195B15-084B-D471-4140-979B277C1619}"/>
          </ac:picMkLst>
        </pc:picChg>
        <pc:picChg chg="mod">
          <ac:chgData name="백 수완" userId="f289e55a-4c5f-4a04-87b1-c07dd3c71619" providerId="ADAL" clId="{54D0157F-39E0-46D2-876C-609AB220ABA9}" dt="2025-05-09T01:48:33.436" v="3822" actId="12789"/>
          <ac:picMkLst>
            <pc:docMk/>
            <pc:sldMk cId="314214132" sldId="270"/>
            <ac:picMk id="7175" creationId="{87261D10-8342-540F-25B3-A8D0681DB7D3}"/>
          </ac:picMkLst>
        </pc:picChg>
        <pc:picChg chg="mod">
          <ac:chgData name="백 수완" userId="f289e55a-4c5f-4a04-87b1-c07dd3c71619" providerId="ADAL" clId="{54D0157F-39E0-46D2-876C-609AB220ABA9}" dt="2025-05-09T01:48:33.436" v="3822" actId="12789"/>
          <ac:picMkLst>
            <pc:docMk/>
            <pc:sldMk cId="314214132" sldId="270"/>
            <ac:picMk id="7177" creationId="{52A9DCA7-60E3-EAF3-B714-E61F190CA19D}"/>
          </ac:picMkLst>
        </pc:picChg>
        <pc:picChg chg="mod topLvl">
          <ac:chgData name="백 수완" userId="f289e55a-4c5f-4a04-87b1-c07dd3c71619" providerId="ADAL" clId="{54D0157F-39E0-46D2-876C-609AB220ABA9}" dt="2025-05-09T01:48:33.436" v="3822" actId="12789"/>
          <ac:picMkLst>
            <pc:docMk/>
            <pc:sldMk cId="314214132" sldId="270"/>
            <ac:picMk id="7194" creationId="{FB2ECEEA-4E5A-DD5B-E720-395824ADDB27}"/>
          </ac:picMkLst>
        </pc:picChg>
        <pc:picChg chg="mod topLvl">
          <ac:chgData name="백 수완" userId="f289e55a-4c5f-4a04-87b1-c07dd3c71619" providerId="ADAL" clId="{54D0157F-39E0-46D2-876C-609AB220ABA9}" dt="2025-05-09T01:48:39.409" v="3823" actId="12789"/>
          <ac:picMkLst>
            <pc:docMk/>
            <pc:sldMk cId="314214132" sldId="270"/>
            <ac:picMk id="7197" creationId="{B319458F-CA09-77FB-36C3-94FCB89968F6}"/>
          </ac:picMkLst>
        </pc:picChg>
        <pc:picChg chg="mod topLvl">
          <ac:chgData name="백 수완" userId="f289e55a-4c5f-4a04-87b1-c07dd3c71619" providerId="ADAL" clId="{54D0157F-39E0-46D2-876C-609AB220ABA9}" dt="2025-05-09T01:48:39.409" v="3823" actId="12789"/>
          <ac:picMkLst>
            <pc:docMk/>
            <pc:sldMk cId="314214132" sldId="270"/>
            <ac:picMk id="7200" creationId="{C178083F-5CF4-2B9C-8F9A-AA0A325DA9EB}"/>
          </ac:picMkLst>
        </pc:picChg>
        <pc:picChg chg="mod topLvl">
          <ac:chgData name="백 수완" userId="f289e55a-4c5f-4a04-87b1-c07dd3c71619" providerId="ADAL" clId="{54D0157F-39E0-46D2-876C-609AB220ABA9}" dt="2025-05-09T01:48:33.436" v="3822" actId="12789"/>
          <ac:picMkLst>
            <pc:docMk/>
            <pc:sldMk cId="314214132" sldId="270"/>
            <ac:picMk id="7201" creationId="{9494B1FA-610B-50D9-F4CE-C18FA3211DDB}"/>
          </ac:picMkLst>
        </pc:picChg>
        <pc:picChg chg="mod">
          <ac:chgData name="백 수완" userId="f289e55a-4c5f-4a04-87b1-c07dd3c71619" providerId="ADAL" clId="{54D0157F-39E0-46D2-876C-609AB220ABA9}" dt="2025-05-09T01:48:39.409" v="3823" actId="12789"/>
          <ac:picMkLst>
            <pc:docMk/>
            <pc:sldMk cId="314214132" sldId="270"/>
            <ac:picMk id="7202" creationId="{8F8F73B8-29D8-208C-FCAB-81B62BA0CC47}"/>
          </ac:picMkLst>
        </pc:picChg>
        <pc:picChg chg="mod topLvl">
          <ac:chgData name="백 수완" userId="f289e55a-4c5f-4a04-87b1-c07dd3c71619" providerId="ADAL" clId="{54D0157F-39E0-46D2-876C-609AB220ABA9}" dt="2025-05-09T01:49:43.902" v="3878" actId="165"/>
          <ac:picMkLst>
            <pc:docMk/>
            <pc:sldMk cId="314214132" sldId="270"/>
            <ac:picMk id="7214" creationId="{29862F62-DA08-6BEA-A419-5EF81A41C258}"/>
          </ac:picMkLst>
        </pc:picChg>
        <pc:picChg chg="mod">
          <ac:chgData name="백 수완" userId="f289e55a-4c5f-4a04-87b1-c07dd3c71619" providerId="ADAL" clId="{54D0157F-39E0-46D2-876C-609AB220ABA9}" dt="2025-05-09T01:49:21.167" v="3853" actId="12788"/>
          <ac:picMkLst>
            <pc:docMk/>
            <pc:sldMk cId="314214132" sldId="270"/>
            <ac:picMk id="7216" creationId="{5BC9E91D-5394-4DA1-DE43-C30527D5CD33}"/>
          </ac:picMkLst>
        </pc:picChg>
        <pc:cxnChg chg="mod">
          <ac:chgData name="백 수완" userId="f289e55a-4c5f-4a04-87b1-c07dd3c71619" providerId="ADAL" clId="{54D0157F-39E0-46D2-876C-609AB220ABA9}" dt="2025-05-09T01:46:07.899" v="3575" actId="1036"/>
          <ac:cxnSpMkLst>
            <pc:docMk/>
            <pc:sldMk cId="314214132" sldId="270"/>
            <ac:cxnSpMk id="37" creationId="{64B48E87-64C7-DB85-F094-6CAB109B4DD8}"/>
          </ac:cxnSpMkLst>
        </pc:cxnChg>
        <pc:cxnChg chg="mod">
          <ac:chgData name="백 수완" userId="f289e55a-4c5f-4a04-87b1-c07dd3c71619" providerId="ADAL" clId="{54D0157F-39E0-46D2-876C-609AB220ABA9}" dt="2025-05-09T01:46:07.899" v="3575" actId="1036"/>
          <ac:cxnSpMkLst>
            <pc:docMk/>
            <pc:sldMk cId="314214132" sldId="270"/>
            <ac:cxnSpMk id="38" creationId="{FAF908D6-4C7D-E236-56D9-78884E7A7D34}"/>
          </ac:cxnSpMkLst>
        </pc:cxnChg>
        <pc:cxnChg chg="mod">
          <ac:chgData name="백 수완" userId="f289e55a-4c5f-4a04-87b1-c07dd3c71619" providerId="ADAL" clId="{54D0157F-39E0-46D2-876C-609AB220ABA9}" dt="2025-05-09T01:45:43.019" v="3555" actId="555"/>
          <ac:cxnSpMkLst>
            <pc:docMk/>
            <pc:sldMk cId="314214132" sldId="270"/>
            <ac:cxnSpMk id="39" creationId="{CAA4F2EE-408D-9A5E-E542-D5145D47CD3D}"/>
          </ac:cxnSpMkLst>
        </pc:cxnChg>
        <pc:cxnChg chg="mod">
          <ac:chgData name="백 수완" userId="f289e55a-4c5f-4a04-87b1-c07dd3c71619" providerId="ADAL" clId="{54D0157F-39E0-46D2-876C-609AB220ABA9}" dt="2025-05-09T01:49:39.904" v="3877" actId="12788"/>
          <ac:cxnSpMkLst>
            <pc:docMk/>
            <pc:sldMk cId="314214132" sldId="270"/>
            <ac:cxnSpMk id="7210" creationId="{86C5D021-E522-1427-F72A-DB77F503819C}"/>
          </ac:cxnSpMkLst>
        </pc:cxnChg>
        <pc:cxnChg chg="mod">
          <ac:chgData name="백 수완" userId="f289e55a-4c5f-4a04-87b1-c07dd3c71619" providerId="ADAL" clId="{54D0157F-39E0-46D2-876C-609AB220ABA9}" dt="2025-05-09T01:49:28.742" v="3874" actId="1035"/>
          <ac:cxnSpMkLst>
            <pc:docMk/>
            <pc:sldMk cId="314214132" sldId="270"/>
            <ac:cxnSpMk id="7227" creationId="{9A77C53C-F1ED-862C-1DF4-ED7822A32CE2}"/>
          </ac:cxnSpMkLst>
        </pc:cxnChg>
      </pc:sldChg>
      <pc:sldChg chg="addSp delSp modSp mod chgLayout">
        <pc:chgData name="백 수완" userId="f289e55a-4c5f-4a04-87b1-c07dd3c71619" providerId="ADAL" clId="{54D0157F-39E0-46D2-876C-609AB220ABA9}" dt="2025-05-09T04:39:39.516" v="6196" actId="404"/>
        <pc:sldMkLst>
          <pc:docMk/>
          <pc:sldMk cId="419050486" sldId="271"/>
        </pc:sldMkLst>
      </pc:sldChg>
      <pc:sldChg chg="addSp delSp modSp mod">
        <pc:chgData name="백 수완" userId="f289e55a-4c5f-4a04-87b1-c07dd3c71619" providerId="ADAL" clId="{54D0157F-39E0-46D2-876C-609AB220ABA9}" dt="2025-05-09T06:24:07.813" v="10246" actId="20577"/>
        <pc:sldMkLst>
          <pc:docMk/>
          <pc:sldMk cId="658925816" sldId="283"/>
        </pc:sldMkLst>
        <pc:spChg chg="add mod">
          <ac:chgData name="백 수완" userId="f289e55a-4c5f-4a04-87b1-c07dd3c71619" providerId="ADAL" clId="{54D0157F-39E0-46D2-876C-609AB220ABA9}" dt="2025-05-09T04:42:47.358" v="6337" actId="207"/>
          <ac:spMkLst>
            <pc:docMk/>
            <pc:sldMk cId="658925816" sldId="283"/>
            <ac:spMk id="3" creationId="{A2022ACD-B798-16B7-17AB-E18E30374DFD}"/>
          </ac:spMkLst>
        </pc:spChg>
        <pc:spChg chg="mod">
          <ac:chgData name="백 수완" userId="f289e55a-4c5f-4a04-87b1-c07dd3c71619" providerId="ADAL" clId="{54D0157F-39E0-46D2-876C-609AB220ABA9}" dt="2025-05-09T04:43:08.800" v="6338" actId="1036"/>
          <ac:spMkLst>
            <pc:docMk/>
            <pc:sldMk cId="658925816" sldId="283"/>
            <ac:spMk id="10" creationId="{D373A434-5176-3EA4-CABD-4E55CCD0F0E5}"/>
          </ac:spMkLst>
        </pc:spChg>
      </pc:sldChg>
      <pc:sldChg chg="addSp delSp modSp mod chgLayout">
        <pc:chgData name="백 수완" userId="f289e55a-4c5f-4a04-87b1-c07dd3c71619" providerId="ADAL" clId="{54D0157F-39E0-46D2-876C-609AB220ABA9}" dt="2025-05-09T04:58:36.427" v="6835" actId="1036"/>
        <pc:sldMkLst>
          <pc:docMk/>
          <pc:sldMk cId="3523615422" sldId="288"/>
        </pc:sldMkLst>
        <pc:spChg chg="add mod">
          <ac:chgData name="백 수완" userId="f289e55a-4c5f-4a04-87b1-c07dd3c71619" providerId="ADAL" clId="{54D0157F-39E0-46D2-876C-609AB220ABA9}" dt="2025-05-09T00:46:43.576" v="1913"/>
          <ac:spMkLst>
            <pc:docMk/>
            <pc:sldMk cId="3523615422" sldId="288"/>
            <ac:spMk id="2" creationId="{53D3AF1B-EE56-E727-CA92-EF09CAC62D4E}"/>
          </ac:spMkLst>
        </pc:spChg>
        <pc:spChg chg="add mod">
          <ac:chgData name="백 수완" userId="f289e55a-4c5f-4a04-87b1-c07dd3c71619" providerId="ADAL" clId="{54D0157F-39E0-46D2-876C-609AB220ABA9}" dt="2025-05-09T00:46:49.815" v="1916" actId="20577"/>
          <ac:spMkLst>
            <pc:docMk/>
            <pc:sldMk cId="3523615422" sldId="288"/>
            <ac:spMk id="4" creationId="{BB42A30B-5162-BC1D-EB68-149DD254471D}"/>
          </ac:spMkLst>
        </pc:spChg>
        <pc:spChg chg="add mod">
          <ac:chgData name="백 수완" userId="f289e55a-4c5f-4a04-87b1-c07dd3c71619" providerId="ADAL" clId="{54D0157F-39E0-46D2-876C-609AB220ABA9}" dt="2025-05-09T00:46:39.489" v="1910"/>
          <ac:spMkLst>
            <pc:docMk/>
            <pc:sldMk cId="3523615422" sldId="288"/>
            <ac:spMk id="5" creationId="{FFF4B86C-448E-D2FD-DDB3-347647169C5C}"/>
          </ac:spMkLst>
        </pc:spChg>
        <pc:spChg chg="add mod">
          <ac:chgData name="백 수완" userId="f289e55a-4c5f-4a04-87b1-c07dd3c71619" providerId="ADAL" clId="{54D0157F-39E0-46D2-876C-609AB220ABA9}" dt="2025-05-09T04:39:23.572" v="6192" actId="404"/>
          <ac:spMkLst>
            <pc:docMk/>
            <pc:sldMk cId="3523615422" sldId="288"/>
            <ac:spMk id="6" creationId="{9B0024FD-1A6D-35C5-7EB7-04309DC64BD5}"/>
          </ac:spMkLst>
        </pc:spChg>
        <pc:spChg chg="mod">
          <ac:chgData name="백 수완" userId="f289e55a-4c5f-4a04-87b1-c07dd3c71619" providerId="ADAL" clId="{54D0157F-39E0-46D2-876C-609AB220ABA9}" dt="2025-05-09T04:11:29.949" v="5492" actId="553"/>
          <ac:spMkLst>
            <pc:docMk/>
            <pc:sldMk cId="3523615422" sldId="288"/>
            <ac:spMk id="12" creationId="{CBA2A1F7-79B1-44E9-C418-7BBCA78F234C}"/>
          </ac:spMkLst>
        </pc:spChg>
        <pc:spChg chg="mod topLvl">
          <ac:chgData name="백 수완" userId="f289e55a-4c5f-4a04-87b1-c07dd3c71619" providerId="ADAL" clId="{54D0157F-39E0-46D2-876C-609AB220ABA9}" dt="2025-05-09T04:45:01.054" v="6412" actId="1035"/>
          <ac:spMkLst>
            <pc:docMk/>
            <pc:sldMk cId="3523615422" sldId="288"/>
            <ac:spMk id="33" creationId="{52FF4D44-7295-24C8-1A0B-9D876D900346}"/>
          </ac:spMkLst>
        </pc:spChg>
        <pc:spChg chg="mod topLvl">
          <ac:chgData name="백 수완" userId="f289e55a-4c5f-4a04-87b1-c07dd3c71619" providerId="ADAL" clId="{54D0157F-39E0-46D2-876C-609AB220ABA9}" dt="2025-05-09T04:44:33.370" v="6398" actId="1035"/>
          <ac:spMkLst>
            <pc:docMk/>
            <pc:sldMk cId="3523615422" sldId="288"/>
            <ac:spMk id="35" creationId="{8A3E473A-E154-9503-C054-498CE315924F}"/>
          </ac:spMkLst>
        </pc:spChg>
        <pc:spChg chg="mod topLvl">
          <ac:chgData name="백 수완" userId="f289e55a-4c5f-4a04-87b1-c07dd3c71619" providerId="ADAL" clId="{54D0157F-39E0-46D2-876C-609AB220ABA9}" dt="2025-05-09T04:23:07.262" v="6145" actId="1038"/>
          <ac:spMkLst>
            <pc:docMk/>
            <pc:sldMk cId="3523615422" sldId="288"/>
            <ac:spMk id="36" creationId="{36656FB2-516D-D417-79D9-A58AD341C286}"/>
          </ac:spMkLst>
        </pc:spChg>
        <pc:spChg chg="mod topLvl">
          <ac:chgData name="백 수완" userId="f289e55a-4c5f-4a04-87b1-c07dd3c71619" providerId="ADAL" clId="{54D0157F-39E0-46D2-876C-609AB220ABA9}" dt="2025-05-09T04:23:21.105" v="6175" actId="408"/>
          <ac:spMkLst>
            <pc:docMk/>
            <pc:sldMk cId="3523615422" sldId="288"/>
            <ac:spMk id="37" creationId="{CEB11294-3C82-F799-5FFE-456258146C33}"/>
          </ac:spMkLst>
        </pc:spChg>
        <pc:spChg chg="mod topLvl">
          <ac:chgData name="백 수완" userId="f289e55a-4c5f-4a04-87b1-c07dd3c71619" providerId="ADAL" clId="{54D0157F-39E0-46D2-876C-609AB220ABA9}" dt="2025-05-09T04:23:21.105" v="6175" actId="408"/>
          <ac:spMkLst>
            <pc:docMk/>
            <pc:sldMk cId="3523615422" sldId="288"/>
            <ac:spMk id="38" creationId="{0A129B48-C1F8-2AC7-BB58-D810DCB2DEE5}"/>
          </ac:spMkLst>
        </pc:spChg>
        <pc:spChg chg="mod topLvl">
          <ac:chgData name="백 수완" userId="f289e55a-4c5f-4a04-87b1-c07dd3c71619" providerId="ADAL" clId="{54D0157F-39E0-46D2-876C-609AB220ABA9}" dt="2025-05-09T04:23:13.728" v="6174" actId="1037"/>
          <ac:spMkLst>
            <pc:docMk/>
            <pc:sldMk cId="3523615422" sldId="288"/>
            <ac:spMk id="40" creationId="{D497C913-96B3-AA5B-BFDA-DF60AD31EE6B}"/>
          </ac:spMkLst>
        </pc:spChg>
        <pc:spChg chg="mod">
          <ac:chgData name="백 수완" userId="f289e55a-4c5f-4a04-87b1-c07dd3c71619" providerId="ADAL" clId="{54D0157F-39E0-46D2-876C-609AB220ABA9}" dt="2025-05-09T04:55:06.996" v="6507" actId="1076"/>
          <ac:spMkLst>
            <pc:docMk/>
            <pc:sldMk cId="3523615422" sldId="288"/>
            <ac:spMk id="44" creationId="{E36D9697-A9FB-4ED6-679D-7C9EF5D84065}"/>
          </ac:spMkLst>
        </pc:spChg>
        <pc:spChg chg="mod">
          <ac:chgData name="백 수완" userId="f289e55a-4c5f-4a04-87b1-c07dd3c71619" providerId="ADAL" clId="{54D0157F-39E0-46D2-876C-609AB220ABA9}" dt="2025-05-09T04:11:46.812" v="5546" actId="1038"/>
          <ac:spMkLst>
            <pc:docMk/>
            <pc:sldMk cId="3523615422" sldId="288"/>
            <ac:spMk id="50" creationId="{3265AEB8-6201-C1E8-BAAE-49CD99B3AE98}"/>
          </ac:spMkLst>
        </pc:spChg>
        <pc:spChg chg="mod ord">
          <ac:chgData name="백 수완" userId="f289e55a-4c5f-4a04-87b1-c07dd3c71619" providerId="ADAL" clId="{54D0157F-39E0-46D2-876C-609AB220ABA9}" dt="2025-05-09T04:32:32.803" v="6191" actId="207"/>
          <ac:spMkLst>
            <pc:docMk/>
            <pc:sldMk cId="3523615422" sldId="288"/>
            <ac:spMk id="54" creationId="{552EA60F-1192-1057-371F-7EE12A29B09C}"/>
          </ac:spMkLst>
        </pc:spChg>
        <pc:spChg chg="mod">
          <ac:chgData name="백 수완" userId="f289e55a-4c5f-4a04-87b1-c07dd3c71619" providerId="ADAL" clId="{54D0157F-39E0-46D2-876C-609AB220ABA9}" dt="2025-05-09T04:16:59.272" v="5827" actId="12788"/>
          <ac:spMkLst>
            <pc:docMk/>
            <pc:sldMk cId="3523615422" sldId="288"/>
            <ac:spMk id="59" creationId="{74737777-588C-164A-4ADB-E80C2E60254A}"/>
          </ac:spMkLst>
        </pc:spChg>
        <pc:spChg chg="mod">
          <ac:chgData name="백 수완" userId="f289e55a-4c5f-4a04-87b1-c07dd3c71619" providerId="ADAL" clId="{54D0157F-39E0-46D2-876C-609AB220ABA9}" dt="2025-05-09T04:32:12.592" v="6188" actId="207"/>
          <ac:spMkLst>
            <pc:docMk/>
            <pc:sldMk cId="3523615422" sldId="288"/>
            <ac:spMk id="60" creationId="{6C8A35F2-9B89-8927-3CFB-006D84D857EE}"/>
          </ac:spMkLst>
        </pc:spChg>
        <pc:spChg chg="mod">
          <ac:chgData name="백 수완" userId="f289e55a-4c5f-4a04-87b1-c07dd3c71619" providerId="ADAL" clId="{54D0157F-39E0-46D2-876C-609AB220ABA9}" dt="2025-05-09T04:17:56.600" v="6008" actId="207"/>
          <ac:spMkLst>
            <pc:docMk/>
            <pc:sldMk cId="3523615422" sldId="288"/>
            <ac:spMk id="62" creationId="{8E380F54-A209-7729-6D11-4F3BF4AB07CF}"/>
          </ac:spMkLst>
        </pc:spChg>
        <pc:spChg chg="mod">
          <ac:chgData name="백 수완" userId="f289e55a-4c5f-4a04-87b1-c07dd3c71619" providerId="ADAL" clId="{54D0157F-39E0-46D2-876C-609AB220ABA9}" dt="2025-05-09T04:32:26.710" v="6190" actId="207"/>
          <ac:spMkLst>
            <pc:docMk/>
            <pc:sldMk cId="3523615422" sldId="288"/>
            <ac:spMk id="66" creationId="{FDC23ED1-61B4-725D-10FE-5EE78F2D975D}"/>
          </ac:spMkLst>
        </pc:spChg>
        <pc:spChg chg="mod">
          <ac:chgData name="백 수완" userId="f289e55a-4c5f-4a04-87b1-c07dd3c71619" providerId="ADAL" clId="{54D0157F-39E0-46D2-876C-609AB220ABA9}" dt="2025-05-09T04:11:46.812" v="5546" actId="1038"/>
          <ac:spMkLst>
            <pc:docMk/>
            <pc:sldMk cId="3523615422" sldId="288"/>
            <ac:spMk id="71" creationId="{A3FE0CA5-1AF5-29DB-3216-22BF8C32EB41}"/>
          </ac:spMkLst>
        </pc:spChg>
        <pc:spChg chg="mod topLvl">
          <ac:chgData name="백 수완" userId="f289e55a-4c5f-4a04-87b1-c07dd3c71619" providerId="ADAL" clId="{54D0157F-39E0-46D2-876C-609AB220ABA9}" dt="2025-05-09T04:23:37.351" v="6181" actId="1076"/>
          <ac:spMkLst>
            <pc:docMk/>
            <pc:sldMk cId="3523615422" sldId="288"/>
            <ac:spMk id="72" creationId="{3FFA8C00-6F76-6205-5EBA-15098770DDA3}"/>
          </ac:spMkLst>
        </pc:spChg>
        <pc:spChg chg="add mod ord">
          <ac:chgData name="백 수완" userId="f289e55a-4c5f-4a04-87b1-c07dd3c71619" providerId="ADAL" clId="{54D0157F-39E0-46D2-876C-609AB220ABA9}" dt="2025-05-09T04:32:08.078" v="6186" actId="207"/>
          <ac:spMkLst>
            <pc:docMk/>
            <pc:sldMk cId="3523615422" sldId="288"/>
            <ac:spMk id="95" creationId="{B9970AA4-2C93-7AE6-D740-5A69D48EE47E}"/>
          </ac:spMkLst>
        </pc:spChg>
        <pc:spChg chg="add mod">
          <ac:chgData name="백 수완" userId="f289e55a-4c5f-4a04-87b1-c07dd3c71619" providerId="ADAL" clId="{54D0157F-39E0-46D2-876C-609AB220ABA9}" dt="2025-05-09T04:18:50.837" v="6023" actId="207"/>
          <ac:spMkLst>
            <pc:docMk/>
            <pc:sldMk cId="3523615422" sldId="288"/>
            <ac:spMk id="102" creationId="{16A07737-A1B6-EC8D-F53D-B531591A99E0}"/>
          </ac:spMkLst>
        </pc:spChg>
        <pc:spChg chg="add mod">
          <ac:chgData name="백 수완" userId="f289e55a-4c5f-4a04-87b1-c07dd3c71619" providerId="ADAL" clId="{54D0157F-39E0-46D2-876C-609AB220ABA9}" dt="2025-05-09T04:15:15.654" v="5721"/>
          <ac:spMkLst>
            <pc:docMk/>
            <pc:sldMk cId="3523615422" sldId="288"/>
            <ac:spMk id="103" creationId="{48ED5842-F5E5-45EA-5DE2-82632FA2AFDA}"/>
          </ac:spMkLst>
        </pc:spChg>
        <pc:spChg chg="add mod">
          <ac:chgData name="백 수완" userId="f289e55a-4c5f-4a04-87b1-c07dd3c71619" providerId="ADAL" clId="{54D0157F-39E0-46D2-876C-609AB220ABA9}" dt="2025-05-09T04:58:36.427" v="6835" actId="1036"/>
          <ac:spMkLst>
            <pc:docMk/>
            <pc:sldMk cId="3523615422" sldId="288"/>
            <ac:spMk id="113" creationId="{A19261DD-2CFE-044F-39BA-B2DD609F26B0}"/>
          </ac:spMkLst>
        </pc:spChg>
        <pc:graphicFrameChg chg="mod topLvl">
          <ac:chgData name="백 수완" userId="f289e55a-4c5f-4a04-87b1-c07dd3c71619" providerId="ADAL" clId="{54D0157F-39E0-46D2-876C-609AB220ABA9}" dt="2025-05-09T04:45:38.937" v="6420"/>
          <ac:graphicFrameMkLst>
            <pc:docMk/>
            <pc:sldMk cId="3523615422" sldId="288"/>
            <ac:graphicFrameMk id="22" creationId="{D4FD709E-CAB5-004D-A18B-0860F794F201}"/>
          </ac:graphicFrameMkLst>
        </pc:graphicFrameChg>
        <pc:graphicFrameChg chg="mod topLvl">
          <ac:chgData name="백 수완" userId="f289e55a-4c5f-4a04-87b1-c07dd3c71619" providerId="ADAL" clId="{54D0157F-39E0-46D2-876C-609AB220ABA9}" dt="2025-05-09T04:44:48.320" v="6404"/>
          <ac:graphicFrameMkLst>
            <pc:docMk/>
            <pc:sldMk cId="3523615422" sldId="288"/>
            <ac:graphicFrameMk id="25" creationId="{9F4E3BC7-4239-804D-BE8B-7785ED9BA662}"/>
          </ac:graphicFrameMkLst>
        </pc:graphicFrameChg>
        <pc:picChg chg="add mod">
          <ac:chgData name="백 수완" userId="f289e55a-4c5f-4a04-87b1-c07dd3c71619" providerId="ADAL" clId="{54D0157F-39E0-46D2-876C-609AB220ABA9}" dt="2025-05-09T04:11:46.812" v="5546" actId="1038"/>
          <ac:picMkLst>
            <pc:docMk/>
            <pc:sldMk cId="3523615422" sldId="288"/>
            <ac:picMk id="61" creationId="{554F045B-B1F9-EF15-AADB-DE54EEE2F35E}"/>
          </ac:picMkLst>
        </pc:picChg>
        <pc:picChg chg="add mod">
          <ac:chgData name="백 수완" userId="f289e55a-4c5f-4a04-87b1-c07dd3c71619" providerId="ADAL" clId="{54D0157F-39E0-46D2-876C-609AB220ABA9}" dt="2025-05-09T04:11:46.812" v="5546" actId="1038"/>
          <ac:picMkLst>
            <pc:docMk/>
            <pc:sldMk cId="3523615422" sldId="288"/>
            <ac:picMk id="63" creationId="{BB20D2C7-E057-C578-1959-7C804C103440}"/>
          </ac:picMkLst>
        </pc:picChg>
        <pc:picChg chg="add mod">
          <ac:chgData name="백 수완" userId="f289e55a-4c5f-4a04-87b1-c07dd3c71619" providerId="ADAL" clId="{54D0157F-39E0-46D2-876C-609AB220ABA9}" dt="2025-05-09T04:11:46.812" v="5546" actId="1038"/>
          <ac:picMkLst>
            <pc:docMk/>
            <pc:sldMk cId="3523615422" sldId="288"/>
            <ac:picMk id="64" creationId="{76C41887-5869-D6AB-4A11-130AFC8D8322}"/>
          </ac:picMkLst>
        </pc:picChg>
        <pc:picChg chg="add mod">
          <ac:chgData name="백 수완" userId="f289e55a-4c5f-4a04-87b1-c07dd3c71619" providerId="ADAL" clId="{54D0157F-39E0-46D2-876C-609AB220ABA9}" dt="2025-05-09T04:10:48.535" v="5467" actId="1036"/>
          <ac:picMkLst>
            <pc:docMk/>
            <pc:sldMk cId="3523615422" sldId="288"/>
            <ac:picMk id="70" creationId="{A1C611CA-EF26-80EF-2526-8F2CE920AF86}"/>
          </ac:picMkLst>
        </pc:picChg>
        <pc:picChg chg="add mod">
          <ac:chgData name="백 수완" userId="f289e55a-4c5f-4a04-87b1-c07dd3c71619" providerId="ADAL" clId="{54D0157F-39E0-46D2-876C-609AB220ABA9}" dt="2025-05-09T04:15:15.654" v="5721"/>
          <ac:picMkLst>
            <pc:docMk/>
            <pc:sldMk cId="3523615422" sldId="288"/>
            <ac:picMk id="104" creationId="{07292AEA-16B9-DD6D-709B-A8E2221CE473}"/>
          </ac:picMkLst>
        </pc:picChg>
        <pc:picChg chg="add mod">
          <ac:chgData name="백 수완" userId="f289e55a-4c5f-4a04-87b1-c07dd3c71619" providerId="ADAL" clId="{54D0157F-39E0-46D2-876C-609AB220ABA9}" dt="2025-05-09T04:15:15.654" v="5721"/>
          <ac:picMkLst>
            <pc:docMk/>
            <pc:sldMk cId="3523615422" sldId="288"/>
            <ac:picMk id="105" creationId="{22AB7296-4985-5A63-6C53-017375F3E8CE}"/>
          </ac:picMkLst>
        </pc:picChg>
        <pc:picChg chg="add mod">
          <ac:chgData name="백 수완" userId="f289e55a-4c5f-4a04-87b1-c07dd3c71619" providerId="ADAL" clId="{54D0157F-39E0-46D2-876C-609AB220ABA9}" dt="2025-05-09T04:15:15.654" v="5721"/>
          <ac:picMkLst>
            <pc:docMk/>
            <pc:sldMk cId="3523615422" sldId="288"/>
            <ac:picMk id="106" creationId="{B896E6D5-E059-E05F-8C70-DFDBC32FC2CF}"/>
          </ac:picMkLst>
        </pc:picChg>
        <pc:cxnChg chg="mod topLvl">
          <ac:chgData name="백 수완" userId="f289e55a-4c5f-4a04-87b1-c07dd3c71619" providerId="ADAL" clId="{54D0157F-39E0-46D2-876C-609AB220ABA9}" dt="2025-05-09T04:22:49.822" v="6121" actId="14100"/>
          <ac:cxnSpMkLst>
            <pc:docMk/>
            <pc:sldMk cId="3523615422" sldId="288"/>
            <ac:cxnSpMk id="27" creationId="{C90511CD-3DD8-BD68-3FB3-56ED2CF3FE46}"/>
          </ac:cxnSpMkLst>
        </pc:cxnChg>
      </pc:sldChg>
      <pc:sldChg chg="addSp delSp modSp mod chgLayout">
        <pc:chgData name="백 수완" userId="f289e55a-4c5f-4a04-87b1-c07dd3c71619" providerId="ADAL" clId="{54D0157F-39E0-46D2-876C-609AB220ABA9}" dt="2025-05-09T05:23:22.936" v="7598" actId="1076"/>
        <pc:sldMkLst>
          <pc:docMk/>
          <pc:sldMk cId="3830345923" sldId="291"/>
        </pc:sldMkLst>
        <pc:spChg chg="add mod">
          <ac:chgData name="백 수완" userId="f289e55a-4c5f-4a04-87b1-c07dd3c71619" providerId="ADAL" clId="{54D0157F-39E0-46D2-876C-609AB220ABA9}" dt="2025-05-09T00:43:30.625" v="1690" actId="20577"/>
          <ac:spMkLst>
            <pc:docMk/>
            <pc:sldMk cId="3830345923" sldId="291"/>
            <ac:spMk id="9" creationId="{1DABBF12-2C8E-FEA4-9AA0-E433796C62A4}"/>
          </ac:spMkLst>
        </pc:spChg>
        <pc:spChg chg="add mod">
          <ac:chgData name="백 수완" userId="f289e55a-4c5f-4a04-87b1-c07dd3c71619" providerId="ADAL" clId="{54D0157F-39E0-46D2-876C-609AB220ABA9}" dt="2025-05-09T00:43:33.872" v="1692" actId="20577"/>
          <ac:spMkLst>
            <pc:docMk/>
            <pc:sldMk cId="3830345923" sldId="291"/>
            <ac:spMk id="10" creationId="{B70DAEE8-47DD-C329-4EA6-2A13DF4D6109}"/>
          </ac:spMkLst>
        </pc:spChg>
        <pc:spChg chg="add mod">
          <ac:chgData name="백 수완" userId="f289e55a-4c5f-4a04-87b1-c07dd3c71619" providerId="ADAL" clId="{54D0157F-39E0-46D2-876C-609AB220ABA9}" dt="2025-05-09T00:43:39.197" v="1693"/>
          <ac:spMkLst>
            <pc:docMk/>
            <pc:sldMk cId="3830345923" sldId="291"/>
            <ac:spMk id="11" creationId="{9BAF397A-E503-CC2A-B828-2D4E012069FA}"/>
          </ac:spMkLst>
        </pc:spChg>
        <pc:spChg chg="add mod">
          <ac:chgData name="백 수완" userId="f289e55a-4c5f-4a04-87b1-c07dd3c71619" providerId="ADAL" clId="{54D0157F-39E0-46D2-876C-609AB220ABA9}" dt="2025-05-09T04:39:36.915" v="6195" actId="404"/>
          <ac:spMkLst>
            <pc:docMk/>
            <pc:sldMk cId="3830345923" sldId="291"/>
            <ac:spMk id="21" creationId="{CFFC813E-3AB6-C1C6-A6C1-B3A1788EA3C3}"/>
          </ac:spMkLst>
        </pc:spChg>
        <pc:spChg chg="add mod">
          <ac:chgData name="백 수완" userId="f289e55a-4c5f-4a04-87b1-c07dd3c71619" providerId="ADAL" clId="{54D0157F-39E0-46D2-876C-609AB220ABA9}" dt="2025-05-09T04:58:57.074" v="6836"/>
          <ac:spMkLst>
            <pc:docMk/>
            <pc:sldMk cId="3830345923" sldId="291"/>
            <ac:spMk id="22" creationId="{999FFCF3-29A8-A8F7-F7FD-2C3195A94C5E}"/>
          </ac:spMkLst>
        </pc:spChg>
        <pc:spChg chg="mod">
          <ac:chgData name="백 수완" userId="f289e55a-4c5f-4a04-87b1-c07dd3c71619" providerId="ADAL" clId="{54D0157F-39E0-46D2-876C-609AB220ABA9}" dt="2025-05-09T05:23:22.936" v="7598" actId="1076"/>
          <ac:spMkLst>
            <pc:docMk/>
            <pc:sldMk cId="3830345923" sldId="291"/>
            <ac:spMk id="25" creationId="{B06A9232-0083-8156-4D5B-28532B49EB03}"/>
          </ac:spMkLst>
        </pc:spChg>
        <pc:spChg chg="mod">
          <ac:chgData name="백 수완" userId="f289e55a-4c5f-4a04-87b1-c07dd3c71619" providerId="ADAL" clId="{54D0157F-39E0-46D2-876C-609AB220ABA9}" dt="2025-05-09T05:23:22.936" v="7598" actId="1076"/>
          <ac:spMkLst>
            <pc:docMk/>
            <pc:sldMk cId="3830345923" sldId="291"/>
            <ac:spMk id="26" creationId="{8582D612-FCF2-CCD8-4AEF-D19963BB4AD8}"/>
          </ac:spMkLst>
        </pc:spChg>
        <pc:spChg chg="mod">
          <ac:chgData name="백 수완" userId="f289e55a-4c5f-4a04-87b1-c07dd3c71619" providerId="ADAL" clId="{54D0157F-39E0-46D2-876C-609AB220ABA9}" dt="2025-05-09T05:23:22.936" v="7598" actId="1076"/>
          <ac:spMkLst>
            <pc:docMk/>
            <pc:sldMk cId="3830345923" sldId="291"/>
            <ac:spMk id="27" creationId="{2D1A1EF1-D75A-4E17-96E6-C3896F604903}"/>
          </ac:spMkLst>
        </pc:spChg>
        <pc:spChg chg="mod">
          <ac:chgData name="백 수완" userId="f289e55a-4c5f-4a04-87b1-c07dd3c71619" providerId="ADAL" clId="{54D0157F-39E0-46D2-876C-609AB220ABA9}" dt="2025-05-09T05:23:22.936" v="7598" actId="1076"/>
          <ac:spMkLst>
            <pc:docMk/>
            <pc:sldMk cId="3830345923" sldId="291"/>
            <ac:spMk id="28" creationId="{94FA4D9E-4D9C-5183-A319-9875B9B4619D}"/>
          </ac:spMkLst>
        </pc:spChg>
        <pc:spChg chg="add mod">
          <ac:chgData name="백 수완" userId="f289e55a-4c5f-4a04-87b1-c07dd3c71619" providerId="ADAL" clId="{54D0157F-39E0-46D2-876C-609AB220ABA9}" dt="2025-05-09T04:59:10.320" v="6843" actId="207"/>
          <ac:spMkLst>
            <pc:docMk/>
            <pc:sldMk cId="3830345923" sldId="291"/>
            <ac:spMk id="35" creationId="{3819CFB9-B88F-D804-6BE7-5049E4B35218}"/>
          </ac:spMkLst>
        </pc:spChg>
        <pc:spChg chg="add mod">
          <ac:chgData name="백 수완" userId="f289e55a-4c5f-4a04-87b1-c07dd3c71619" providerId="ADAL" clId="{54D0157F-39E0-46D2-876C-609AB220ABA9}" dt="2025-05-09T04:58:57.074" v="6836"/>
          <ac:spMkLst>
            <pc:docMk/>
            <pc:sldMk cId="3830345923" sldId="291"/>
            <ac:spMk id="36" creationId="{9A0E80B7-942D-91DF-417E-7D522F93E710}"/>
          </ac:spMkLst>
        </pc:spChg>
        <pc:spChg chg="add mod">
          <ac:chgData name="백 수완" userId="f289e55a-4c5f-4a04-87b1-c07dd3c71619" providerId="ADAL" clId="{54D0157F-39E0-46D2-876C-609AB220ABA9}" dt="2025-05-09T05:02:33.424" v="6888" actId="552"/>
          <ac:spMkLst>
            <pc:docMk/>
            <pc:sldMk cId="3830345923" sldId="291"/>
            <ac:spMk id="38" creationId="{C1B42767-8F9F-3507-0CCF-48601375C27A}"/>
          </ac:spMkLst>
        </pc:spChg>
        <pc:spChg chg="mod">
          <ac:chgData name="백 수완" userId="f289e55a-4c5f-4a04-87b1-c07dd3c71619" providerId="ADAL" clId="{54D0157F-39E0-46D2-876C-609AB220ABA9}" dt="2025-05-09T05:22:52.256" v="7576" actId="1035"/>
          <ac:spMkLst>
            <pc:docMk/>
            <pc:sldMk cId="3830345923" sldId="291"/>
            <ac:spMk id="40" creationId="{71706303-76F0-02EE-4A28-307F8A42E9C3}"/>
          </ac:spMkLst>
        </pc:spChg>
        <pc:spChg chg="mod">
          <ac:chgData name="백 수완" userId="f289e55a-4c5f-4a04-87b1-c07dd3c71619" providerId="ADAL" clId="{54D0157F-39E0-46D2-876C-609AB220ABA9}" dt="2025-05-09T05:22:52.256" v="7576" actId="1035"/>
          <ac:spMkLst>
            <pc:docMk/>
            <pc:sldMk cId="3830345923" sldId="291"/>
            <ac:spMk id="43" creationId="{6C7C74C6-0A30-13CB-650A-5C98CD4CB5E4}"/>
          </ac:spMkLst>
        </pc:spChg>
        <pc:spChg chg="add mod">
          <ac:chgData name="백 수완" userId="f289e55a-4c5f-4a04-87b1-c07dd3c71619" providerId="ADAL" clId="{54D0157F-39E0-46D2-876C-609AB220ABA9}" dt="2025-05-09T04:58:57.074" v="6836"/>
          <ac:spMkLst>
            <pc:docMk/>
            <pc:sldMk cId="3830345923" sldId="291"/>
            <ac:spMk id="46" creationId="{A9EF9C57-D60A-B0C7-8B25-7D2C44CE33BF}"/>
          </ac:spMkLst>
        </pc:spChg>
        <pc:spChg chg="mod">
          <ac:chgData name="백 수완" userId="f289e55a-4c5f-4a04-87b1-c07dd3c71619" providerId="ADAL" clId="{54D0157F-39E0-46D2-876C-609AB220ABA9}" dt="2025-05-09T05:23:22.936" v="7598" actId="1076"/>
          <ac:spMkLst>
            <pc:docMk/>
            <pc:sldMk cId="3830345923" sldId="291"/>
            <ac:spMk id="49" creationId="{F670937D-31F5-0B2A-1116-9A0652BCB4D6}"/>
          </ac:spMkLst>
        </pc:spChg>
        <pc:spChg chg="add mod">
          <ac:chgData name="백 수완" userId="f289e55a-4c5f-4a04-87b1-c07dd3c71619" providerId="ADAL" clId="{54D0157F-39E0-46D2-876C-609AB220ABA9}" dt="2025-05-09T04:59:16.708" v="6847" actId="207"/>
          <ac:spMkLst>
            <pc:docMk/>
            <pc:sldMk cId="3830345923" sldId="291"/>
            <ac:spMk id="50" creationId="{93370E53-AC36-2B46-9A86-9E707308220B}"/>
          </ac:spMkLst>
        </pc:spChg>
        <pc:spChg chg="add mod">
          <ac:chgData name="백 수완" userId="f289e55a-4c5f-4a04-87b1-c07dd3c71619" providerId="ADAL" clId="{54D0157F-39E0-46D2-876C-609AB220ABA9}" dt="2025-05-09T04:58:57.074" v="6836"/>
          <ac:spMkLst>
            <pc:docMk/>
            <pc:sldMk cId="3830345923" sldId="291"/>
            <ac:spMk id="51" creationId="{1D9DE33D-2E88-92B6-F747-3D66B7912D08}"/>
          </ac:spMkLst>
        </pc:spChg>
        <pc:spChg chg="mod">
          <ac:chgData name="백 수완" userId="f289e55a-4c5f-4a04-87b1-c07dd3c71619" providerId="ADAL" clId="{54D0157F-39E0-46D2-876C-609AB220ABA9}" dt="2025-05-09T05:22:57.591" v="7586" actId="1035"/>
          <ac:spMkLst>
            <pc:docMk/>
            <pc:sldMk cId="3830345923" sldId="291"/>
            <ac:spMk id="53" creationId="{109F82AC-5727-26F4-9B7B-38B59472B5B7}"/>
          </ac:spMkLst>
        </pc:spChg>
        <pc:spChg chg="mod">
          <ac:chgData name="백 수완" userId="f289e55a-4c5f-4a04-87b1-c07dd3c71619" providerId="ADAL" clId="{54D0157F-39E0-46D2-876C-609AB220ABA9}" dt="2025-05-09T05:17:06.988" v="7359" actId="1037"/>
          <ac:spMkLst>
            <pc:docMk/>
            <pc:sldMk cId="3830345923" sldId="291"/>
            <ac:spMk id="56" creationId="{AA538019-7F97-CC19-F5EE-3C9D489A6715}"/>
          </ac:spMkLst>
        </pc:spChg>
        <pc:spChg chg="add mod">
          <ac:chgData name="백 수완" userId="f289e55a-4c5f-4a04-87b1-c07dd3c71619" providerId="ADAL" clId="{54D0157F-39E0-46D2-876C-609AB220ABA9}" dt="2025-05-09T04:59:20.102" v="6850"/>
          <ac:spMkLst>
            <pc:docMk/>
            <pc:sldMk cId="3830345923" sldId="291"/>
            <ac:spMk id="58" creationId="{2DA8C581-627B-110D-513A-E8DE60F59F0D}"/>
          </ac:spMkLst>
        </pc:spChg>
        <pc:spChg chg="add mod">
          <ac:chgData name="백 수완" userId="f289e55a-4c5f-4a04-87b1-c07dd3c71619" providerId="ADAL" clId="{54D0157F-39E0-46D2-876C-609AB220ABA9}" dt="2025-05-09T05:19:06.864" v="7387" actId="553"/>
          <ac:spMkLst>
            <pc:docMk/>
            <pc:sldMk cId="3830345923" sldId="291"/>
            <ac:spMk id="59" creationId="{4477344C-CE84-26B2-80DD-44D7C5837A00}"/>
          </ac:spMkLst>
        </pc:spChg>
        <pc:spChg chg="add mod">
          <ac:chgData name="백 수완" userId="f289e55a-4c5f-4a04-87b1-c07dd3c71619" providerId="ADAL" clId="{54D0157F-39E0-46D2-876C-609AB220ABA9}" dt="2025-05-09T05:00:08.328" v="6862" actId="14100"/>
          <ac:spMkLst>
            <pc:docMk/>
            <pc:sldMk cId="3830345923" sldId="291"/>
            <ac:spMk id="60" creationId="{22298B43-75D6-302E-D627-9436B012ED3D}"/>
          </ac:spMkLst>
        </pc:spChg>
        <pc:spChg chg="add mod">
          <ac:chgData name="백 수완" userId="f289e55a-4c5f-4a04-87b1-c07dd3c71619" providerId="ADAL" clId="{54D0157F-39E0-46D2-876C-609AB220ABA9}" dt="2025-05-09T05:22:52.256" v="7576" actId="1035"/>
          <ac:spMkLst>
            <pc:docMk/>
            <pc:sldMk cId="3830345923" sldId="291"/>
            <ac:spMk id="66" creationId="{6487E413-6A03-E632-E5CA-32E7C7937DA8}"/>
          </ac:spMkLst>
        </pc:spChg>
        <pc:spChg chg="add mod">
          <ac:chgData name="백 수완" userId="f289e55a-4c5f-4a04-87b1-c07dd3c71619" providerId="ADAL" clId="{54D0157F-39E0-46D2-876C-609AB220ABA9}" dt="2025-05-09T05:01:42.677" v="6875" actId="207"/>
          <ac:spMkLst>
            <pc:docMk/>
            <pc:sldMk cId="3830345923" sldId="291"/>
            <ac:spMk id="67" creationId="{7C34D479-7D8B-A8AE-7E6B-64C8D62403AE}"/>
          </ac:spMkLst>
        </pc:spChg>
        <pc:spChg chg="add mod">
          <ac:chgData name="백 수완" userId="f289e55a-4c5f-4a04-87b1-c07dd3c71619" providerId="ADAL" clId="{54D0157F-39E0-46D2-876C-609AB220ABA9}" dt="2025-05-09T05:22:52.256" v="7576" actId="1035"/>
          <ac:spMkLst>
            <pc:docMk/>
            <pc:sldMk cId="3830345923" sldId="291"/>
            <ac:spMk id="68" creationId="{00ECACDF-24D5-E896-F83F-E86B5612E5EF}"/>
          </ac:spMkLst>
        </pc:spChg>
        <pc:spChg chg="add mod">
          <ac:chgData name="백 수완" userId="f289e55a-4c5f-4a04-87b1-c07dd3c71619" providerId="ADAL" clId="{54D0157F-39E0-46D2-876C-609AB220ABA9}" dt="2025-05-09T05:01:37.049" v="6871"/>
          <ac:spMkLst>
            <pc:docMk/>
            <pc:sldMk cId="3830345923" sldId="291"/>
            <ac:spMk id="69" creationId="{A7173F20-8DB2-7EB1-6974-AEA204F5E2DC}"/>
          </ac:spMkLst>
        </pc:spChg>
        <pc:spChg chg="add mod">
          <ac:chgData name="백 수완" userId="f289e55a-4c5f-4a04-87b1-c07dd3c71619" providerId="ADAL" clId="{54D0157F-39E0-46D2-876C-609AB220ABA9}" dt="2025-05-09T05:01:49.001" v="6878"/>
          <ac:spMkLst>
            <pc:docMk/>
            <pc:sldMk cId="3830345923" sldId="291"/>
            <ac:spMk id="70" creationId="{6A89FB1C-0802-128B-481F-CE485CAE0B8B}"/>
          </ac:spMkLst>
        </pc:spChg>
        <pc:spChg chg="add mod">
          <ac:chgData name="백 수완" userId="f289e55a-4c5f-4a04-87b1-c07dd3c71619" providerId="ADAL" clId="{54D0157F-39E0-46D2-876C-609AB220ABA9}" dt="2025-05-09T05:22:52.256" v="7576" actId="1035"/>
          <ac:spMkLst>
            <pc:docMk/>
            <pc:sldMk cId="3830345923" sldId="291"/>
            <ac:spMk id="71" creationId="{42456DD8-9DFC-7987-6324-50A5382060BC}"/>
          </ac:spMkLst>
        </pc:spChg>
        <pc:spChg chg="add mod">
          <ac:chgData name="백 수완" userId="f289e55a-4c5f-4a04-87b1-c07dd3c71619" providerId="ADAL" clId="{54D0157F-39E0-46D2-876C-609AB220ABA9}" dt="2025-05-09T05:17:06.988" v="7359" actId="1037"/>
          <ac:spMkLst>
            <pc:docMk/>
            <pc:sldMk cId="3830345923" sldId="291"/>
            <ac:spMk id="73" creationId="{D1ECA864-2D0F-5D43-E556-A89CA3486BE4}"/>
          </ac:spMkLst>
        </pc:spChg>
        <pc:spChg chg="add mod ord">
          <ac:chgData name="백 수완" userId="f289e55a-4c5f-4a04-87b1-c07dd3c71619" providerId="ADAL" clId="{54D0157F-39E0-46D2-876C-609AB220ABA9}" dt="2025-05-09T05:20:03.990" v="7473" actId="167"/>
          <ac:spMkLst>
            <pc:docMk/>
            <pc:sldMk cId="3830345923" sldId="291"/>
            <ac:spMk id="74" creationId="{52E8C01C-EDC6-78F3-C987-E16DA12456BF}"/>
          </ac:spMkLst>
        </pc:spChg>
        <pc:spChg chg="add mod">
          <ac:chgData name="백 수완" userId="f289e55a-4c5f-4a04-87b1-c07dd3c71619" providerId="ADAL" clId="{54D0157F-39E0-46D2-876C-609AB220ABA9}" dt="2025-05-09T05:22:52.256" v="7576" actId="1035"/>
          <ac:spMkLst>
            <pc:docMk/>
            <pc:sldMk cId="3830345923" sldId="291"/>
            <ac:spMk id="77" creationId="{99BB0C78-E7F8-382A-55A6-EB61305143CC}"/>
          </ac:spMkLst>
        </pc:spChg>
        <pc:graphicFrameChg chg="mod">
          <ac:chgData name="백 수완" userId="f289e55a-4c5f-4a04-87b1-c07dd3c71619" providerId="ADAL" clId="{54D0157F-39E0-46D2-876C-609AB220ABA9}" dt="2025-05-09T05:19:22.465" v="7415" actId="12788"/>
          <ac:graphicFrameMkLst>
            <pc:docMk/>
            <pc:sldMk cId="3830345923" sldId="291"/>
            <ac:graphicFrameMk id="37" creationId="{99C314FB-543F-D7E0-F992-C179D2C445B0}"/>
          </ac:graphicFrameMkLst>
        </pc:graphicFrameChg>
        <pc:graphicFrameChg chg="mod">
          <ac:chgData name="백 수완" userId="f289e55a-4c5f-4a04-87b1-c07dd3c71619" providerId="ADAL" clId="{54D0157F-39E0-46D2-876C-609AB220ABA9}" dt="2025-05-09T05:17:06.988" v="7359" actId="1037"/>
          <ac:graphicFrameMkLst>
            <pc:docMk/>
            <pc:sldMk cId="3830345923" sldId="291"/>
            <ac:graphicFrameMk id="52" creationId="{4BEFD1BF-84DA-559C-90D9-6EBABC3BF7A4}"/>
          </ac:graphicFrameMkLst>
        </pc:graphicFrameChg>
        <pc:graphicFrameChg chg="mod">
          <ac:chgData name="백 수완" userId="f289e55a-4c5f-4a04-87b1-c07dd3c71619" providerId="ADAL" clId="{54D0157F-39E0-46D2-876C-609AB220ABA9}" dt="2025-05-09T05:17:06.988" v="7359" actId="1037"/>
          <ac:graphicFrameMkLst>
            <pc:docMk/>
            <pc:sldMk cId="3830345923" sldId="291"/>
            <ac:graphicFrameMk id="55" creationId="{B417E0FC-4C25-43A2-983B-BF624EED50E7}"/>
          </ac:graphicFrameMkLst>
        </pc:graphicFrameChg>
        <pc:graphicFrameChg chg="add mod">
          <ac:chgData name="백 수완" userId="f289e55a-4c5f-4a04-87b1-c07dd3c71619" providerId="ADAL" clId="{54D0157F-39E0-46D2-876C-609AB220ABA9}" dt="2025-05-09T05:23:22.936" v="7598" actId="1076"/>
          <ac:graphicFrameMkLst>
            <pc:docMk/>
            <pc:sldMk cId="3830345923" sldId="291"/>
            <ac:graphicFrameMk id="78" creationId="{864717AF-5862-5703-4ABD-B589EF1D1530}"/>
          </ac:graphicFrameMkLst>
        </pc:graphicFrameChg>
      </pc:sldChg>
      <pc:sldChg chg="addSp delSp modSp mod modClrScheme chgLayout">
        <pc:chgData name="백 수완" userId="f289e55a-4c5f-4a04-87b1-c07dd3c71619" providerId="ADAL" clId="{54D0157F-39E0-46D2-876C-609AB220ABA9}" dt="2025-05-09T05:44:01.843" v="8795" actId="1036"/>
        <pc:sldMkLst>
          <pc:docMk/>
          <pc:sldMk cId="292246260" sldId="292"/>
        </pc:sldMkLst>
        <pc:spChg chg="add mod">
          <ac:chgData name="백 수완" userId="f289e55a-4c5f-4a04-87b1-c07dd3c71619" providerId="ADAL" clId="{54D0157F-39E0-46D2-876C-609AB220ABA9}" dt="2025-05-09T00:43:48.495" v="1698"/>
          <ac:spMkLst>
            <pc:docMk/>
            <pc:sldMk cId="292246260" sldId="292"/>
            <ac:spMk id="5" creationId="{732D3FC8-1BD1-E5B5-83E0-9E5CA64D8EFB}"/>
          </ac:spMkLst>
        </pc:spChg>
        <pc:spChg chg="add mod">
          <ac:chgData name="백 수완" userId="f289e55a-4c5f-4a04-87b1-c07dd3c71619" providerId="ADAL" clId="{54D0157F-39E0-46D2-876C-609AB220ABA9}" dt="2025-05-09T00:43:50.305" v="1700" actId="20577"/>
          <ac:spMkLst>
            <pc:docMk/>
            <pc:sldMk cId="292246260" sldId="292"/>
            <ac:spMk id="8" creationId="{73951C3C-33FD-30F0-5B07-99E4F64AEBB1}"/>
          </ac:spMkLst>
        </pc:spChg>
        <pc:spChg chg="mod">
          <ac:chgData name="백 수완" userId="f289e55a-4c5f-4a04-87b1-c07dd3c71619" providerId="ADAL" clId="{54D0157F-39E0-46D2-876C-609AB220ABA9}" dt="2025-05-09T05:38:18.937" v="8092" actId="208"/>
          <ac:spMkLst>
            <pc:docMk/>
            <pc:sldMk cId="292246260" sldId="292"/>
            <ac:spMk id="21" creationId="{78E78DCE-521D-5967-E52F-C9E8EC3EDBE0}"/>
          </ac:spMkLst>
        </pc:spChg>
        <pc:spChg chg="add mod">
          <ac:chgData name="백 수완" userId="f289e55a-4c5f-4a04-87b1-c07dd3c71619" providerId="ADAL" clId="{54D0157F-39E0-46D2-876C-609AB220ABA9}" dt="2025-05-09T00:43:45.366" v="1695"/>
          <ac:spMkLst>
            <pc:docMk/>
            <pc:sldMk cId="292246260" sldId="292"/>
            <ac:spMk id="22" creationId="{D9435DDA-F0B4-FF95-B6B2-5DDF4CB91C96}"/>
          </ac:spMkLst>
        </pc:spChg>
        <pc:spChg chg="add mod">
          <ac:chgData name="백 수완" userId="f289e55a-4c5f-4a04-87b1-c07dd3c71619" providerId="ADAL" clId="{54D0157F-39E0-46D2-876C-609AB220ABA9}" dt="2025-05-09T05:23:46.998" v="7604" actId="20577"/>
          <ac:spMkLst>
            <pc:docMk/>
            <pc:sldMk cId="292246260" sldId="292"/>
            <ac:spMk id="24" creationId="{6729C260-230D-A45D-35FB-68F556046D55}"/>
          </ac:spMkLst>
        </pc:spChg>
        <pc:spChg chg="mod">
          <ac:chgData name="백 수완" userId="f289e55a-4c5f-4a04-87b1-c07dd3c71619" providerId="ADAL" clId="{54D0157F-39E0-46D2-876C-609AB220ABA9}" dt="2025-05-09T05:43:09.926" v="8627" actId="1036"/>
          <ac:spMkLst>
            <pc:docMk/>
            <pc:sldMk cId="292246260" sldId="292"/>
            <ac:spMk id="26" creationId="{29AF9221-043F-5383-A69B-E81211A352AB}"/>
          </ac:spMkLst>
        </pc:spChg>
        <pc:spChg chg="mod">
          <ac:chgData name="백 수완" userId="f289e55a-4c5f-4a04-87b1-c07dd3c71619" providerId="ADAL" clId="{54D0157F-39E0-46D2-876C-609AB220ABA9}" dt="2025-05-09T05:29:30.135" v="7786"/>
          <ac:spMkLst>
            <pc:docMk/>
            <pc:sldMk cId="292246260" sldId="292"/>
            <ac:spMk id="40" creationId="{0C19042D-F81C-56DE-7EF5-36F738A100E0}"/>
          </ac:spMkLst>
        </pc:spChg>
        <pc:spChg chg="mod">
          <ac:chgData name="백 수완" userId="f289e55a-4c5f-4a04-87b1-c07dd3c71619" providerId="ADAL" clId="{54D0157F-39E0-46D2-876C-609AB220ABA9}" dt="2025-05-09T05:29:30.135" v="7786"/>
          <ac:spMkLst>
            <pc:docMk/>
            <pc:sldMk cId="292246260" sldId="292"/>
            <ac:spMk id="43" creationId="{8F9A8D62-2706-BDE0-9279-11075DD97E5C}"/>
          </ac:spMkLst>
        </pc:spChg>
        <pc:spChg chg="mod">
          <ac:chgData name="백 수완" userId="f289e55a-4c5f-4a04-87b1-c07dd3c71619" providerId="ADAL" clId="{54D0157F-39E0-46D2-876C-609AB220ABA9}" dt="2025-05-09T05:35:03.537" v="7903" actId="164"/>
          <ac:spMkLst>
            <pc:docMk/>
            <pc:sldMk cId="292246260" sldId="292"/>
            <ac:spMk id="44" creationId="{04625457-AE30-9B99-B149-6D3E4630D2AB}"/>
          </ac:spMkLst>
        </pc:spChg>
        <pc:spChg chg="mod">
          <ac:chgData name="백 수완" userId="f289e55a-4c5f-4a04-87b1-c07dd3c71619" providerId="ADAL" clId="{54D0157F-39E0-46D2-876C-609AB220ABA9}" dt="2025-05-09T05:34:57.738" v="7897" actId="164"/>
          <ac:spMkLst>
            <pc:docMk/>
            <pc:sldMk cId="292246260" sldId="292"/>
            <ac:spMk id="45" creationId="{1A260DBE-2267-8DDA-57A0-086CBA42C908}"/>
          </ac:spMkLst>
        </pc:spChg>
        <pc:spChg chg="mod">
          <ac:chgData name="백 수완" userId="f289e55a-4c5f-4a04-87b1-c07dd3c71619" providerId="ADAL" clId="{54D0157F-39E0-46D2-876C-609AB220ABA9}" dt="2025-05-09T05:34:54.076" v="7894" actId="164"/>
          <ac:spMkLst>
            <pc:docMk/>
            <pc:sldMk cId="292246260" sldId="292"/>
            <ac:spMk id="46" creationId="{1AC07E13-AF29-A59D-40E2-01DD323A953F}"/>
          </ac:spMkLst>
        </pc:spChg>
        <pc:spChg chg="mod">
          <ac:chgData name="백 수완" userId="f289e55a-4c5f-4a04-87b1-c07dd3c71619" providerId="ADAL" clId="{54D0157F-39E0-46D2-876C-609AB220ABA9}" dt="2025-05-09T05:29:30.135" v="7786"/>
          <ac:spMkLst>
            <pc:docMk/>
            <pc:sldMk cId="292246260" sldId="292"/>
            <ac:spMk id="48" creationId="{282741A4-C030-671C-731B-A1709D75FDAE}"/>
          </ac:spMkLst>
        </pc:spChg>
        <pc:spChg chg="mod">
          <ac:chgData name="백 수완" userId="f289e55a-4c5f-4a04-87b1-c07dd3c71619" providerId="ADAL" clId="{54D0157F-39E0-46D2-876C-609AB220ABA9}" dt="2025-05-09T05:35:06.519" v="7906" actId="164"/>
          <ac:spMkLst>
            <pc:docMk/>
            <pc:sldMk cId="292246260" sldId="292"/>
            <ac:spMk id="49" creationId="{E0575F4A-2467-4EBE-031F-C803EB021486}"/>
          </ac:spMkLst>
        </pc:spChg>
        <pc:spChg chg="mod">
          <ac:chgData name="백 수완" userId="f289e55a-4c5f-4a04-87b1-c07dd3c71619" providerId="ADAL" clId="{54D0157F-39E0-46D2-876C-609AB220ABA9}" dt="2025-05-09T05:35:01.155" v="7900" actId="164"/>
          <ac:spMkLst>
            <pc:docMk/>
            <pc:sldMk cId="292246260" sldId="292"/>
            <ac:spMk id="50" creationId="{2AEE3D72-9621-D9E9-237F-34472F855AE0}"/>
          </ac:spMkLst>
        </pc:spChg>
        <pc:spChg chg="mod">
          <ac:chgData name="백 수완" userId="f289e55a-4c5f-4a04-87b1-c07dd3c71619" providerId="ADAL" clId="{54D0157F-39E0-46D2-876C-609AB220ABA9}" dt="2025-05-09T05:43:09.926" v="8627" actId="1036"/>
          <ac:spMkLst>
            <pc:docMk/>
            <pc:sldMk cId="292246260" sldId="292"/>
            <ac:spMk id="63" creationId="{4611DA9C-3D3F-C0BA-E81A-70401342B633}"/>
          </ac:spMkLst>
        </pc:spChg>
        <pc:spChg chg="mod">
          <ac:chgData name="백 수완" userId="f289e55a-4c5f-4a04-87b1-c07dd3c71619" providerId="ADAL" clId="{54D0157F-39E0-46D2-876C-609AB220ABA9}" dt="2025-05-09T05:32:39.578" v="7842"/>
          <ac:spMkLst>
            <pc:docMk/>
            <pc:sldMk cId="292246260" sldId="292"/>
            <ac:spMk id="73" creationId="{E7A71361-3CA3-9C7E-7CF5-7F989B4AA26B}"/>
          </ac:spMkLst>
        </pc:spChg>
        <pc:spChg chg="mod">
          <ac:chgData name="백 수완" userId="f289e55a-4c5f-4a04-87b1-c07dd3c71619" providerId="ADAL" clId="{54D0157F-39E0-46D2-876C-609AB220ABA9}" dt="2025-05-09T05:32:59.482" v="7868" actId="12789"/>
          <ac:spMkLst>
            <pc:docMk/>
            <pc:sldMk cId="292246260" sldId="292"/>
            <ac:spMk id="74" creationId="{1DAA2484-8D08-BF26-597C-988410802BB8}"/>
          </ac:spMkLst>
        </pc:spChg>
        <pc:spChg chg="mod">
          <ac:chgData name="백 수완" userId="f289e55a-4c5f-4a04-87b1-c07dd3c71619" providerId="ADAL" clId="{54D0157F-39E0-46D2-876C-609AB220ABA9}" dt="2025-05-09T05:33:03.064" v="7869" actId="403"/>
          <ac:spMkLst>
            <pc:docMk/>
            <pc:sldMk cId="292246260" sldId="292"/>
            <ac:spMk id="76" creationId="{6F99AF66-1808-5FB9-2214-F3914311EC47}"/>
          </ac:spMkLst>
        </pc:spChg>
        <pc:spChg chg="add mod ord">
          <ac:chgData name="백 수완" userId="f289e55a-4c5f-4a04-87b1-c07dd3c71619" providerId="ADAL" clId="{54D0157F-39E0-46D2-876C-609AB220ABA9}" dt="2025-05-09T05:43:09.926" v="8627" actId="1036"/>
          <ac:spMkLst>
            <pc:docMk/>
            <pc:sldMk cId="292246260" sldId="292"/>
            <ac:spMk id="77" creationId="{BEF1AC98-0DB2-3E17-049C-2B88FDA375E5}"/>
          </ac:spMkLst>
        </pc:spChg>
        <pc:spChg chg="add mod ord">
          <ac:chgData name="백 수완" userId="f289e55a-4c5f-4a04-87b1-c07dd3c71619" providerId="ADAL" clId="{54D0157F-39E0-46D2-876C-609AB220ABA9}" dt="2025-05-09T05:43:09.926" v="8627" actId="1036"/>
          <ac:spMkLst>
            <pc:docMk/>
            <pc:sldMk cId="292246260" sldId="292"/>
            <ac:spMk id="78" creationId="{5A321E25-B7D1-75A6-BF01-8C08045E2EED}"/>
          </ac:spMkLst>
        </pc:spChg>
        <pc:spChg chg="mod">
          <ac:chgData name="백 수완" userId="f289e55a-4c5f-4a04-87b1-c07dd3c71619" providerId="ADAL" clId="{54D0157F-39E0-46D2-876C-609AB220ABA9}" dt="2025-05-09T05:39:55.193" v="8186"/>
          <ac:spMkLst>
            <pc:docMk/>
            <pc:sldMk cId="292246260" sldId="292"/>
            <ac:spMk id="86" creationId="{DEFB0D46-C011-ED80-BCE7-7E5CC10CAC7D}"/>
          </ac:spMkLst>
        </pc:spChg>
        <pc:spChg chg="add mod">
          <ac:chgData name="백 수완" userId="f289e55a-4c5f-4a04-87b1-c07dd3c71619" providerId="ADAL" clId="{54D0157F-39E0-46D2-876C-609AB220ABA9}" dt="2025-05-09T05:43:58.993" v="8792" actId="121"/>
          <ac:spMkLst>
            <pc:docMk/>
            <pc:sldMk cId="292246260" sldId="292"/>
            <ac:spMk id="90" creationId="{9A6B3637-A7F8-6533-DA24-60E6DD52B860}"/>
          </ac:spMkLst>
        </pc:spChg>
        <pc:spChg chg="add mod">
          <ac:chgData name="백 수완" userId="f289e55a-4c5f-4a04-87b1-c07dd3c71619" providerId="ADAL" clId="{54D0157F-39E0-46D2-876C-609AB220ABA9}" dt="2025-05-09T05:44:01.843" v="8795" actId="1036"/>
          <ac:spMkLst>
            <pc:docMk/>
            <pc:sldMk cId="292246260" sldId="292"/>
            <ac:spMk id="91" creationId="{F055A43E-23ED-5297-8997-50EBB3266BD9}"/>
          </ac:spMkLst>
        </pc:spChg>
        <pc:grpChg chg="add mod">
          <ac:chgData name="백 수완" userId="f289e55a-4c5f-4a04-87b1-c07dd3c71619" providerId="ADAL" clId="{54D0157F-39E0-46D2-876C-609AB220ABA9}" dt="2025-05-09T05:37:25.229" v="8079" actId="1037"/>
          <ac:grpSpMkLst>
            <pc:docMk/>
            <pc:sldMk cId="292246260" sldId="292"/>
            <ac:grpSpMk id="39" creationId="{78DC26CB-CD8C-E73B-A6B3-FD80C6BE6C2E}"/>
          </ac:grpSpMkLst>
        </pc:grpChg>
        <pc:grpChg chg="mod">
          <ac:chgData name="백 수완" userId="f289e55a-4c5f-4a04-87b1-c07dd3c71619" providerId="ADAL" clId="{54D0157F-39E0-46D2-876C-609AB220ABA9}" dt="2025-05-09T05:40:22.665" v="8287" actId="1036"/>
          <ac:grpSpMkLst>
            <pc:docMk/>
            <pc:sldMk cId="292246260" sldId="292"/>
            <ac:grpSpMk id="51" creationId="{C1095E56-1BAF-18C9-51D7-9093A6A293C0}"/>
          </ac:grpSpMkLst>
        </pc:grpChg>
        <pc:grpChg chg="add mod ord">
          <ac:chgData name="백 수완" userId="f289e55a-4c5f-4a04-87b1-c07dd3c71619" providerId="ADAL" clId="{54D0157F-39E0-46D2-876C-609AB220ABA9}" dt="2025-05-09T05:37:46.816" v="8088" actId="1038"/>
          <ac:grpSpMkLst>
            <pc:docMk/>
            <pc:sldMk cId="292246260" sldId="292"/>
            <ac:grpSpMk id="72" creationId="{CFF60CDA-6BDD-CE54-01E0-B2773D854C2C}"/>
          </ac:grpSpMkLst>
        </pc:grpChg>
        <pc:grpChg chg="add mod">
          <ac:chgData name="백 수완" userId="f289e55a-4c5f-4a04-87b1-c07dd3c71619" providerId="ADAL" clId="{54D0157F-39E0-46D2-876C-609AB220ABA9}" dt="2025-05-09T05:37:46.816" v="8088" actId="1038"/>
          <ac:grpSpMkLst>
            <pc:docMk/>
            <pc:sldMk cId="292246260" sldId="292"/>
            <ac:grpSpMk id="79" creationId="{4F384C46-4071-5C4F-8A52-BE2FC6ED5FD8}"/>
          </ac:grpSpMkLst>
        </pc:grpChg>
        <pc:grpChg chg="add mod">
          <ac:chgData name="백 수완" userId="f289e55a-4c5f-4a04-87b1-c07dd3c71619" providerId="ADAL" clId="{54D0157F-39E0-46D2-876C-609AB220ABA9}" dt="2025-05-09T05:37:46.816" v="8088" actId="1038"/>
          <ac:grpSpMkLst>
            <pc:docMk/>
            <pc:sldMk cId="292246260" sldId="292"/>
            <ac:grpSpMk id="80" creationId="{9D0BEE1E-2BB7-BF3E-3683-AA55E4D85515}"/>
          </ac:grpSpMkLst>
        </pc:grpChg>
        <pc:grpChg chg="add mod">
          <ac:chgData name="백 수완" userId="f289e55a-4c5f-4a04-87b1-c07dd3c71619" providerId="ADAL" clId="{54D0157F-39E0-46D2-876C-609AB220ABA9}" dt="2025-05-09T05:37:46.816" v="8088" actId="1038"/>
          <ac:grpSpMkLst>
            <pc:docMk/>
            <pc:sldMk cId="292246260" sldId="292"/>
            <ac:grpSpMk id="81" creationId="{7B853A4B-E907-4D55-6BEF-73769959321D}"/>
          </ac:grpSpMkLst>
        </pc:grpChg>
        <pc:grpChg chg="add mod">
          <ac:chgData name="백 수완" userId="f289e55a-4c5f-4a04-87b1-c07dd3c71619" providerId="ADAL" clId="{54D0157F-39E0-46D2-876C-609AB220ABA9}" dt="2025-05-09T05:37:46.816" v="8088" actId="1038"/>
          <ac:grpSpMkLst>
            <pc:docMk/>
            <pc:sldMk cId="292246260" sldId="292"/>
            <ac:grpSpMk id="82" creationId="{876F96C4-E42B-CC83-3247-26914152E97D}"/>
          </ac:grpSpMkLst>
        </pc:grpChg>
        <pc:grpChg chg="add mod">
          <ac:chgData name="백 수완" userId="f289e55a-4c5f-4a04-87b1-c07dd3c71619" providerId="ADAL" clId="{54D0157F-39E0-46D2-876C-609AB220ABA9}" dt="2025-05-09T05:37:46.816" v="8088" actId="1038"/>
          <ac:grpSpMkLst>
            <pc:docMk/>
            <pc:sldMk cId="292246260" sldId="292"/>
            <ac:grpSpMk id="83" creationId="{99BC91E7-F294-EB0F-B679-5E096F2F7C89}"/>
          </ac:grpSpMkLst>
        </pc:grpChg>
        <pc:grpChg chg="add mod">
          <ac:chgData name="백 수완" userId="f289e55a-4c5f-4a04-87b1-c07dd3c71619" providerId="ADAL" clId="{54D0157F-39E0-46D2-876C-609AB220ABA9}" dt="2025-05-09T05:40:49.561" v="8340" actId="1036"/>
          <ac:grpSpMkLst>
            <pc:docMk/>
            <pc:sldMk cId="292246260" sldId="292"/>
            <ac:grpSpMk id="85" creationId="{166A1F3E-26CF-1E24-E59D-5EBF477E9121}"/>
          </ac:grpSpMkLst>
        </pc:grpChg>
        <pc:picChg chg="mod">
          <ac:chgData name="백 수완" userId="f289e55a-4c5f-4a04-87b1-c07dd3c71619" providerId="ADAL" clId="{54D0157F-39E0-46D2-876C-609AB220ABA9}" dt="2025-05-09T05:29:30.135" v="7786"/>
          <ac:picMkLst>
            <pc:docMk/>
            <pc:sldMk cId="292246260" sldId="292"/>
            <ac:picMk id="47" creationId="{B936C3D1-2417-31A0-5CA5-C48F53AA951F}"/>
          </ac:picMkLst>
        </pc:picChg>
        <pc:picChg chg="mod ord">
          <ac:chgData name="백 수완" userId="f289e55a-4c5f-4a04-87b1-c07dd3c71619" providerId="ADAL" clId="{54D0157F-39E0-46D2-876C-609AB220ABA9}" dt="2025-05-09T05:43:09.926" v="8627" actId="1036"/>
          <ac:picMkLst>
            <pc:docMk/>
            <pc:sldMk cId="292246260" sldId="292"/>
            <ac:picMk id="53" creationId="{5A39FBFF-BC22-8D71-9175-250FBA504EB8}"/>
          </ac:picMkLst>
        </pc:picChg>
        <pc:picChg chg="mod">
          <ac:chgData name="백 수완" userId="f289e55a-4c5f-4a04-87b1-c07dd3c71619" providerId="ADAL" clId="{54D0157F-39E0-46D2-876C-609AB220ABA9}" dt="2025-05-09T05:35:01.155" v="7900" actId="164"/>
          <ac:picMkLst>
            <pc:docMk/>
            <pc:sldMk cId="292246260" sldId="292"/>
            <ac:picMk id="55" creationId="{7D1F0E71-026C-7641-9FD6-66874C0EB750}"/>
          </ac:picMkLst>
        </pc:picChg>
        <pc:picChg chg="mod">
          <ac:chgData name="백 수완" userId="f289e55a-4c5f-4a04-87b1-c07dd3c71619" providerId="ADAL" clId="{54D0157F-39E0-46D2-876C-609AB220ABA9}" dt="2025-05-09T05:34:54.076" v="7894" actId="164"/>
          <ac:picMkLst>
            <pc:docMk/>
            <pc:sldMk cId="292246260" sldId="292"/>
            <ac:picMk id="56" creationId="{59CDA887-F84F-83BE-F2A9-41A80D47694C}"/>
          </ac:picMkLst>
        </pc:picChg>
        <pc:picChg chg="mod topLvl">
          <ac:chgData name="백 수완" userId="f289e55a-4c5f-4a04-87b1-c07dd3c71619" providerId="ADAL" clId="{54D0157F-39E0-46D2-876C-609AB220ABA9}" dt="2025-05-09T05:40:42.037" v="8332" actId="1035"/>
          <ac:picMkLst>
            <pc:docMk/>
            <pc:sldMk cId="292246260" sldId="292"/>
            <ac:picMk id="57" creationId="{ECABD321-6C00-ADB0-CC95-B632A2D6A9A9}"/>
          </ac:picMkLst>
        </pc:picChg>
        <pc:picChg chg="mod">
          <ac:chgData name="백 수완" userId="f289e55a-4c5f-4a04-87b1-c07dd3c71619" providerId="ADAL" clId="{54D0157F-39E0-46D2-876C-609AB220ABA9}" dt="2025-05-09T05:34:57.738" v="7897" actId="164"/>
          <ac:picMkLst>
            <pc:docMk/>
            <pc:sldMk cId="292246260" sldId="292"/>
            <ac:picMk id="58" creationId="{6D3FAD67-8438-03DD-B2B8-E94C094C336F}"/>
          </ac:picMkLst>
        </pc:picChg>
        <pc:picChg chg="mod topLvl">
          <ac:chgData name="백 수완" userId="f289e55a-4c5f-4a04-87b1-c07dd3c71619" providerId="ADAL" clId="{54D0157F-39E0-46D2-876C-609AB220ABA9}" dt="2025-05-09T05:37:25.229" v="8079" actId="1037"/>
          <ac:picMkLst>
            <pc:docMk/>
            <pc:sldMk cId="292246260" sldId="292"/>
            <ac:picMk id="59" creationId="{86C579E3-4662-E1C4-51B4-5FC8E5FEC931}"/>
          </ac:picMkLst>
        </pc:picChg>
        <pc:picChg chg="mod">
          <ac:chgData name="백 수완" userId="f289e55a-4c5f-4a04-87b1-c07dd3c71619" providerId="ADAL" clId="{54D0157F-39E0-46D2-876C-609AB220ABA9}" dt="2025-05-09T05:35:03.537" v="7903" actId="164"/>
          <ac:picMkLst>
            <pc:docMk/>
            <pc:sldMk cId="292246260" sldId="292"/>
            <ac:picMk id="60" creationId="{9E7F0D83-D4BD-BE4A-2F7C-1A240EEE9215}"/>
          </ac:picMkLst>
        </pc:picChg>
        <pc:picChg chg="mod topLvl">
          <ac:chgData name="백 수완" userId="f289e55a-4c5f-4a04-87b1-c07dd3c71619" providerId="ADAL" clId="{54D0157F-39E0-46D2-876C-609AB220ABA9}" dt="2025-05-09T05:43:09.926" v="8627" actId="1036"/>
          <ac:picMkLst>
            <pc:docMk/>
            <pc:sldMk cId="292246260" sldId="292"/>
            <ac:picMk id="61" creationId="{9EADA128-141B-FCE8-44EA-B5735B89CAB2}"/>
          </ac:picMkLst>
        </pc:picChg>
        <pc:picChg chg="mod">
          <ac:chgData name="백 수완" userId="f289e55a-4c5f-4a04-87b1-c07dd3c71619" providerId="ADAL" clId="{54D0157F-39E0-46D2-876C-609AB220ABA9}" dt="2025-05-09T05:35:06.519" v="7906" actId="164"/>
          <ac:picMkLst>
            <pc:docMk/>
            <pc:sldMk cId="292246260" sldId="292"/>
            <ac:picMk id="62" creationId="{9F2DD489-A9B8-0E2C-EA47-A6328B351092}"/>
          </ac:picMkLst>
        </pc:picChg>
        <pc:picChg chg="mod topLvl">
          <ac:chgData name="백 수완" userId="f289e55a-4c5f-4a04-87b1-c07dd3c71619" providerId="ADAL" clId="{54D0157F-39E0-46D2-876C-609AB220ABA9}" dt="2025-05-09T05:43:09.926" v="8627" actId="1036"/>
          <ac:picMkLst>
            <pc:docMk/>
            <pc:sldMk cId="292246260" sldId="292"/>
            <ac:picMk id="67" creationId="{011B479B-2868-A6AB-91A4-3427FABC77B2}"/>
          </ac:picMkLst>
        </pc:picChg>
        <pc:picChg chg="add mod">
          <ac:chgData name="백 수완" userId="f289e55a-4c5f-4a04-87b1-c07dd3c71619" providerId="ADAL" clId="{54D0157F-39E0-46D2-876C-609AB220ABA9}" dt="2025-05-09T05:40:42.037" v="8332" actId="1035"/>
          <ac:picMkLst>
            <pc:docMk/>
            <pc:sldMk cId="292246260" sldId="292"/>
            <ac:picMk id="69" creationId="{A9FF0724-696C-AABF-0D94-7DC09ADFCDCA}"/>
          </ac:picMkLst>
        </pc:picChg>
        <pc:picChg chg="add mod">
          <ac:chgData name="백 수완" userId="f289e55a-4c5f-4a04-87b1-c07dd3c71619" providerId="ADAL" clId="{54D0157F-39E0-46D2-876C-609AB220ABA9}" dt="2025-05-09T05:43:09.926" v="8627" actId="1036"/>
          <ac:picMkLst>
            <pc:docMk/>
            <pc:sldMk cId="292246260" sldId="292"/>
            <ac:picMk id="70" creationId="{5C4F2B3B-60C7-B74D-778E-6604C346BC4A}"/>
          </ac:picMkLst>
        </pc:picChg>
        <pc:picChg chg="add mod">
          <ac:chgData name="백 수완" userId="f289e55a-4c5f-4a04-87b1-c07dd3c71619" providerId="ADAL" clId="{54D0157F-39E0-46D2-876C-609AB220ABA9}" dt="2025-05-09T05:41:12.090" v="8346" actId="552"/>
          <ac:picMkLst>
            <pc:docMk/>
            <pc:sldMk cId="292246260" sldId="292"/>
            <ac:picMk id="84" creationId="{BFA81E11-DC4F-B907-C0CD-FE5C5CFF17EE}"/>
          </ac:picMkLst>
        </pc:picChg>
        <pc:picChg chg="add mod">
          <ac:chgData name="백 수완" userId="f289e55a-4c5f-4a04-87b1-c07dd3c71619" providerId="ADAL" clId="{54D0157F-39E0-46D2-876C-609AB220ABA9}" dt="2025-05-09T05:41:16.816" v="8349" actId="1036"/>
          <ac:picMkLst>
            <pc:docMk/>
            <pc:sldMk cId="292246260" sldId="292"/>
            <ac:picMk id="88" creationId="{991F9B86-53B3-9132-E29E-057CD99CEA52}"/>
          </ac:picMkLst>
        </pc:picChg>
        <pc:cxnChg chg="mod">
          <ac:chgData name="백 수완" userId="f289e55a-4c5f-4a04-87b1-c07dd3c71619" providerId="ADAL" clId="{54D0157F-39E0-46D2-876C-609AB220ABA9}" dt="2025-05-09T05:38:18.937" v="8092" actId="208"/>
          <ac:cxnSpMkLst>
            <pc:docMk/>
            <pc:sldMk cId="292246260" sldId="292"/>
            <ac:cxnSpMk id="23" creationId="{C4CACF03-A33E-9535-CBEC-0FB8D0B37F2B}"/>
          </ac:cxnSpMkLst>
        </pc:cxnChg>
        <pc:cxnChg chg="mod">
          <ac:chgData name="백 수완" userId="f289e55a-4c5f-4a04-87b1-c07dd3c71619" providerId="ADAL" clId="{54D0157F-39E0-46D2-876C-609AB220ABA9}" dt="2025-05-09T05:39:55.193" v="8186"/>
          <ac:cxnSpMkLst>
            <pc:docMk/>
            <pc:sldMk cId="292246260" sldId="292"/>
            <ac:cxnSpMk id="87" creationId="{4A34B0AD-5356-E283-439A-9E3D23583D9F}"/>
          </ac:cxnSpMkLst>
        </pc:cxnChg>
      </pc:sldChg>
      <pc:sldChg chg="addSp delSp modSp mod chgLayout">
        <pc:chgData name="백 수완" userId="f289e55a-4c5f-4a04-87b1-c07dd3c71619" providerId="ADAL" clId="{54D0157F-39E0-46D2-876C-609AB220ABA9}" dt="2025-05-09T05:27:43.918" v="7759" actId="20577"/>
        <pc:sldMkLst>
          <pc:docMk/>
          <pc:sldMk cId="2684221587" sldId="293"/>
        </pc:sldMkLst>
        <pc:spChg chg="mod">
          <ac:chgData name="백 수완" userId="f289e55a-4c5f-4a04-87b1-c07dd3c71619" providerId="ADAL" clId="{54D0157F-39E0-46D2-876C-609AB220ABA9}" dt="2025-05-09T02:09:30.657" v="4474" actId="12788"/>
          <ac:spMkLst>
            <pc:docMk/>
            <pc:sldMk cId="2684221587" sldId="293"/>
            <ac:spMk id="3" creationId="{B8C9563C-DEE7-B6BD-0768-431D2AAFF8EF}"/>
          </ac:spMkLst>
        </pc:spChg>
        <pc:spChg chg="mod">
          <ac:chgData name="백 수완" userId="f289e55a-4c5f-4a04-87b1-c07dd3c71619" providerId="ADAL" clId="{54D0157F-39E0-46D2-876C-609AB220ABA9}" dt="2025-05-09T02:09:33.612" v="4476" actId="12788"/>
          <ac:spMkLst>
            <pc:docMk/>
            <pc:sldMk cId="2684221587" sldId="293"/>
            <ac:spMk id="7" creationId="{EDB48172-0570-24A2-2AF8-88893C002A79}"/>
          </ac:spMkLst>
        </pc:spChg>
        <pc:spChg chg="mod">
          <ac:chgData name="백 수완" userId="f289e55a-4c5f-4a04-87b1-c07dd3c71619" providerId="ADAL" clId="{54D0157F-39E0-46D2-876C-609AB220ABA9}" dt="2025-05-09T02:09:40.384" v="4479" actId="12788"/>
          <ac:spMkLst>
            <pc:docMk/>
            <pc:sldMk cId="2684221587" sldId="293"/>
            <ac:spMk id="8" creationId="{2E81E3B5-3897-DC7C-9A33-378BE7793D68}"/>
          </ac:spMkLst>
        </pc:spChg>
        <pc:spChg chg="mod">
          <ac:chgData name="백 수완" userId="f289e55a-4c5f-4a04-87b1-c07dd3c71619" providerId="ADAL" clId="{54D0157F-39E0-46D2-876C-609AB220ABA9}" dt="2025-05-09T02:09:43.483" v="4481" actId="12788"/>
          <ac:spMkLst>
            <pc:docMk/>
            <pc:sldMk cId="2684221587" sldId="293"/>
            <ac:spMk id="9" creationId="{BE842373-09BB-BE30-4FF4-AD2981B8C9D4}"/>
          </ac:spMkLst>
        </pc:spChg>
        <pc:spChg chg="add mod">
          <ac:chgData name="백 수완" userId="f289e55a-4c5f-4a04-87b1-c07dd3c71619" providerId="ADAL" clId="{54D0157F-39E0-46D2-876C-609AB220ABA9}" dt="2025-05-09T00:44:52.165" v="1781" actId="20577"/>
          <ac:spMkLst>
            <pc:docMk/>
            <pc:sldMk cId="2684221587" sldId="293"/>
            <ac:spMk id="10" creationId="{F46321E6-967E-C3B8-BA64-8EA1A1A25846}"/>
          </ac:spMkLst>
        </pc:spChg>
        <pc:spChg chg="mod">
          <ac:chgData name="백 수완" userId="f289e55a-4c5f-4a04-87b1-c07dd3c71619" providerId="ADAL" clId="{54D0157F-39E0-46D2-876C-609AB220ABA9}" dt="2025-05-09T02:09:46.583" v="4483" actId="12788"/>
          <ac:spMkLst>
            <pc:docMk/>
            <pc:sldMk cId="2684221587" sldId="293"/>
            <ac:spMk id="11" creationId="{287E874D-13E0-2439-0E45-18AEEDE91C68}"/>
          </ac:spMkLst>
        </pc:spChg>
        <pc:spChg chg="add mod">
          <ac:chgData name="백 수완" userId="f289e55a-4c5f-4a04-87b1-c07dd3c71619" providerId="ADAL" clId="{54D0157F-39E0-46D2-876C-609AB220ABA9}" dt="2025-05-09T00:44:24.850" v="1711"/>
          <ac:spMkLst>
            <pc:docMk/>
            <pc:sldMk cId="2684221587" sldId="293"/>
            <ac:spMk id="12" creationId="{B2A125D3-AE01-CED2-6656-72D5161360A7}"/>
          </ac:spMkLst>
        </pc:spChg>
        <pc:spChg chg="mod">
          <ac:chgData name="백 수완" userId="f289e55a-4c5f-4a04-87b1-c07dd3c71619" providerId="ADAL" clId="{54D0157F-39E0-46D2-876C-609AB220ABA9}" dt="2025-05-09T02:09:27.814" v="4472" actId="12788"/>
          <ac:spMkLst>
            <pc:docMk/>
            <pc:sldMk cId="2684221587" sldId="293"/>
            <ac:spMk id="13" creationId="{4D11F5E6-99B2-A750-464B-BDFFCF50B9B8}"/>
          </ac:spMkLst>
        </pc:spChg>
        <pc:spChg chg="mod">
          <ac:chgData name="백 수완" userId="f289e55a-4c5f-4a04-87b1-c07dd3c71619" providerId="ADAL" clId="{54D0157F-39E0-46D2-876C-609AB220ABA9}" dt="2025-05-09T02:09:50.236" v="4485" actId="12788"/>
          <ac:spMkLst>
            <pc:docMk/>
            <pc:sldMk cId="2684221587" sldId="293"/>
            <ac:spMk id="14" creationId="{DBD0A0D4-0962-DC66-9B8C-5DC66354C844}"/>
          </ac:spMkLst>
        </pc:spChg>
        <pc:spChg chg="mod">
          <ac:chgData name="백 수완" userId="f289e55a-4c5f-4a04-87b1-c07dd3c71619" providerId="ADAL" clId="{54D0157F-39E0-46D2-876C-609AB220ABA9}" dt="2025-05-09T02:09:56.380" v="4489" actId="12788"/>
          <ac:spMkLst>
            <pc:docMk/>
            <pc:sldMk cId="2684221587" sldId="293"/>
            <ac:spMk id="15" creationId="{451C08F7-6BCE-4B54-B8A9-46D28669A39C}"/>
          </ac:spMkLst>
        </pc:spChg>
        <pc:spChg chg="mod">
          <ac:chgData name="백 수완" userId="f289e55a-4c5f-4a04-87b1-c07dd3c71619" providerId="ADAL" clId="{54D0157F-39E0-46D2-876C-609AB220ABA9}" dt="2025-05-09T02:09:53.647" v="4487" actId="12788"/>
          <ac:spMkLst>
            <pc:docMk/>
            <pc:sldMk cId="2684221587" sldId="293"/>
            <ac:spMk id="16" creationId="{8EBD29D4-1459-02A2-7700-F9AF31B139CB}"/>
          </ac:spMkLst>
        </pc:spChg>
        <pc:spChg chg="mod">
          <ac:chgData name="백 수완" userId="f289e55a-4c5f-4a04-87b1-c07dd3c71619" providerId="ADAL" clId="{54D0157F-39E0-46D2-876C-609AB220ABA9}" dt="2025-05-09T02:09:27.814" v="4472" actId="12788"/>
          <ac:spMkLst>
            <pc:docMk/>
            <pc:sldMk cId="2684221587" sldId="293"/>
            <ac:spMk id="17" creationId="{0CC1C475-530E-A355-E11D-F924552A6F31}"/>
          </ac:spMkLst>
        </pc:spChg>
        <pc:spChg chg="mod">
          <ac:chgData name="백 수완" userId="f289e55a-4c5f-4a04-87b1-c07dd3c71619" providerId="ADAL" clId="{54D0157F-39E0-46D2-876C-609AB220ABA9}" dt="2025-05-09T02:09:27.814" v="4472" actId="12788"/>
          <ac:spMkLst>
            <pc:docMk/>
            <pc:sldMk cId="2684221587" sldId="293"/>
            <ac:spMk id="18" creationId="{D4AC9CE5-5917-19E1-2A33-C8069AAFF29A}"/>
          </ac:spMkLst>
        </pc:spChg>
        <pc:spChg chg="mod">
          <ac:chgData name="백 수완" userId="f289e55a-4c5f-4a04-87b1-c07dd3c71619" providerId="ADAL" clId="{54D0157F-39E0-46D2-876C-609AB220ABA9}" dt="2025-05-09T02:09:33.612" v="4476" actId="12788"/>
          <ac:spMkLst>
            <pc:docMk/>
            <pc:sldMk cId="2684221587" sldId="293"/>
            <ac:spMk id="19" creationId="{3B546152-0DB9-5891-42FC-16AB59F3D242}"/>
          </ac:spMkLst>
        </pc:spChg>
        <pc:spChg chg="mod">
          <ac:chgData name="백 수완" userId="f289e55a-4c5f-4a04-87b1-c07dd3c71619" providerId="ADAL" clId="{54D0157F-39E0-46D2-876C-609AB220ABA9}" dt="2025-05-09T02:09:33.612" v="4476" actId="12788"/>
          <ac:spMkLst>
            <pc:docMk/>
            <pc:sldMk cId="2684221587" sldId="293"/>
            <ac:spMk id="20" creationId="{DF73F5E3-DE6D-FF70-9D45-61908FE512DB}"/>
          </ac:spMkLst>
        </pc:spChg>
        <pc:spChg chg="mod">
          <ac:chgData name="백 수완" userId="f289e55a-4c5f-4a04-87b1-c07dd3c71619" providerId="ADAL" clId="{54D0157F-39E0-46D2-876C-609AB220ABA9}" dt="2025-05-09T02:09:40.384" v="4479" actId="12788"/>
          <ac:spMkLst>
            <pc:docMk/>
            <pc:sldMk cId="2684221587" sldId="293"/>
            <ac:spMk id="21" creationId="{A8D6DCE8-0131-B2D7-DB0F-4944DD2106DA}"/>
          </ac:spMkLst>
        </pc:spChg>
        <pc:spChg chg="mod">
          <ac:chgData name="백 수완" userId="f289e55a-4c5f-4a04-87b1-c07dd3c71619" providerId="ADAL" clId="{54D0157F-39E0-46D2-876C-609AB220ABA9}" dt="2025-05-09T02:09:40.384" v="4479" actId="12788"/>
          <ac:spMkLst>
            <pc:docMk/>
            <pc:sldMk cId="2684221587" sldId="293"/>
            <ac:spMk id="22" creationId="{484152EA-402F-C293-7D7F-BE721B5FBE53}"/>
          </ac:spMkLst>
        </pc:spChg>
        <pc:spChg chg="mod">
          <ac:chgData name="백 수완" userId="f289e55a-4c5f-4a04-87b1-c07dd3c71619" providerId="ADAL" clId="{54D0157F-39E0-46D2-876C-609AB220ABA9}" dt="2025-05-09T02:09:46.583" v="4483" actId="12788"/>
          <ac:spMkLst>
            <pc:docMk/>
            <pc:sldMk cId="2684221587" sldId="293"/>
            <ac:spMk id="23" creationId="{840F12AD-CE0F-60C7-A88D-509E71A7D414}"/>
          </ac:spMkLst>
        </pc:spChg>
        <pc:spChg chg="mod">
          <ac:chgData name="백 수완" userId="f289e55a-4c5f-4a04-87b1-c07dd3c71619" providerId="ADAL" clId="{54D0157F-39E0-46D2-876C-609AB220ABA9}" dt="2025-05-09T02:09:46.583" v="4483" actId="12788"/>
          <ac:spMkLst>
            <pc:docMk/>
            <pc:sldMk cId="2684221587" sldId="293"/>
            <ac:spMk id="24" creationId="{35D1D509-BBBE-ABF9-037F-822F9F88CB2C}"/>
          </ac:spMkLst>
        </pc:spChg>
        <pc:spChg chg="mod">
          <ac:chgData name="백 수완" userId="f289e55a-4c5f-4a04-87b1-c07dd3c71619" providerId="ADAL" clId="{54D0157F-39E0-46D2-876C-609AB220ABA9}" dt="2025-05-09T02:09:50.236" v="4485" actId="12788"/>
          <ac:spMkLst>
            <pc:docMk/>
            <pc:sldMk cId="2684221587" sldId="293"/>
            <ac:spMk id="25" creationId="{2506116D-3685-5A55-937F-83765BCB6676}"/>
          </ac:spMkLst>
        </pc:spChg>
        <pc:spChg chg="mod">
          <ac:chgData name="백 수완" userId="f289e55a-4c5f-4a04-87b1-c07dd3c71619" providerId="ADAL" clId="{54D0157F-39E0-46D2-876C-609AB220ABA9}" dt="2025-05-09T02:09:50.236" v="4485" actId="12788"/>
          <ac:spMkLst>
            <pc:docMk/>
            <pc:sldMk cId="2684221587" sldId="293"/>
            <ac:spMk id="26" creationId="{5E93F880-D49A-5E5C-B96F-B18DE631F9EC}"/>
          </ac:spMkLst>
        </pc:spChg>
        <pc:spChg chg="mod">
          <ac:chgData name="백 수완" userId="f289e55a-4c5f-4a04-87b1-c07dd3c71619" providerId="ADAL" clId="{54D0157F-39E0-46D2-876C-609AB220ABA9}" dt="2025-05-09T02:09:27.814" v="4472" actId="12788"/>
          <ac:spMkLst>
            <pc:docMk/>
            <pc:sldMk cId="2684221587" sldId="293"/>
            <ac:spMk id="27" creationId="{36C455AB-55AA-02A9-C542-51B5710D8DCD}"/>
          </ac:spMkLst>
        </pc:spChg>
        <pc:spChg chg="mod">
          <ac:chgData name="백 수완" userId="f289e55a-4c5f-4a04-87b1-c07dd3c71619" providerId="ADAL" clId="{54D0157F-39E0-46D2-876C-609AB220ABA9}" dt="2025-05-09T04:41:08.331" v="6200" actId="208"/>
          <ac:spMkLst>
            <pc:docMk/>
            <pc:sldMk cId="2684221587" sldId="293"/>
            <ac:spMk id="28" creationId="{3E7402E4-9187-58D9-1A57-C8A3053D56D8}"/>
          </ac:spMkLst>
        </pc:spChg>
        <pc:spChg chg="mod">
          <ac:chgData name="백 수완" userId="f289e55a-4c5f-4a04-87b1-c07dd3c71619" providerId="ADAL" clId="{54D0157F-39E0-46D2-876C-609AB220ABA9}" dt="2025-05-09T02:09:43.483" v="4481" actId="12788"/>
          <ac:spMkLst>
            <pc:docMk/>
            <pc:sldMk cId="2684221587" sldId="293"/>
            <ac:spMk id="29" creationId="{29B46423-FAB1-B44C-2BD8-D08DBAFDF1F0}"/>
          </ac:spMkLst>
        </pc:spChg>
        <pc:spChg chg="mod">
          <ac:chgData name="백 수완" userId="f289e55a-4c5f-4a04-87b1-c07dd3c71619" providerId="ADAL" clId="{54D0157F-39E0-46D2-876C-609AB220ABA9}" dt="2025-05-09T02:09:43.483" v="4481" actId="12788"/>
          <ac:spMkLst>
            <pc:docMk/>
            <pc:sldMk cId="2684221587" sldId="293"/>
            <ac:spMk id="30" creationId="{14B3EC80-1546-BA74-BB6F-CAD96C355F72}"/>
          </ac:spMkLst>
        </pc:spChg>
        <pc:spChg chg="mod">
          <ac:chgData name="백 수완" userId="f289e55a-4c5f-4a04-87b1-c07dd3c71619" providerId="ADAL" clId="{54D0157F-39E0-46D2-876C-609AB220ABA9}" dt="2025-05-09T02:09:50.236" v="4485" actId="12788"/>
          <ac:spMkLst>
            <pc:docMk/>
            <pc:sldMk cId="2684221587" sldId="293"/>
            <ac:spMk id="31" creationId="{67A353EA-0D8A-6BB6-59D9-8310F126760C}"/>
          </ac:spMkLst>
        </pc:spChg>
        <pc:spChg chg="mod">
          <ac:chgData name="백 수완" userId="f289e55a-4c5f-4a04-87b1-c07dd3c71619" providerId="ADAL" clId="{54D0157F-39E0-46D2-876C-609AB220ABA9}" dt="2025-05-09T04:41:08.331" v="6200" actId="208"/>
          <ac:spMkLst>
            <pc:docMk/>
            <pc:sldMk cId="2684221587" sldId="293"/>
            <ac:spMk id="32" creationId="{08A5DDC9-7120-6DFB-74E6-A752F1CA2E83}"/>
          </ac:spMkLst>
        </pc:spChg>
        <pc:spChg chg="mod">
          <ac:chgData name="백 수완" userId="f289e55a-4c5f-4a04-87b1-c07dd3c71619" providerId="ADAL" clId="{54D0157F-39E0-46D2-876C-609AB220ABA9}" dt="2025-05-09T02:09:50.236" v="4485" actId="12788"/>
          <ac:spMkLst>
            <pc:docMk/>
            <pc:sldMk cId="2684221587" sldId="293"/>
            <ac:spMk id="33" creationId="{B13D2D17-6E3A-D336-78D0-AC12667CF6BD}"/>
          </ac:spMkLst>
        </pc:spChg>
        <pc:spChg chg="mod">
          <ac:chgData name="백 수완" userId="f289e55a-4c5f-4a04-87b1-c07dd3c71619" providerId="ADAL" clId="{54D0157F-39E0-46D2-876C-609AB220ABA9}" dt="2025-05-09T02:09:50.236" v="4485" actId="12788"/>
          <ac:spMkLst>
            <pc:docMk/>
            <pc:sldMk cId="2684221587" sldId="293"/>
            <ac:spMk id="34" creationId="{E7B434EB-5E9E-F42B-299C-C055D49D15AE}"/>
          </ac:spMkLst>
        </pc:spChg>
        <pc:spChg chg="mod">
          <ac:chgData name="백 수완" userId="f289e55a-4c5f-4a04-87b1-c07dd3c71619" providerId="ADAL" clId="{54D0157F-39E0-46D2-876C-609AB220ABA9}" dt="2025-05-09T02:09:50.236" v="4485" actId="12788"/>
          <ac:spMkLst>
            <pc:docMk/>
            <pc:sldMk cId="2684221587" sldId="293"/>
            <ac:spMk id="35" creationId="{713618F3-1D60-B27F-B4A5-CC3EC445F530}"/>
          </ac:spMkLst>
        </pc:spChg>
        <pc:spChg chg="mod">
          <ac:chgData name="백 수완" userId="f289e55a-4c5f-4a04-87b1-c07dd3c71619" providerId="ADAL" clId="{54D0157F-39E0-46D2-876C-609AB220ABA9}" dt="2025-05-09T02:09:50.236" v="4485" actId="12788"/>
          <ac:spMkLst>
            <pc:docMk/>
            <pc:sldMk cId="2684221587" sldId="293"/>
            <ac:spMk id="36" creationId="{556D0413-E360-D693-9797-FDDD55932584}"/>
          </ac:spMkLst>
        </pc:spChg>
        <pc:spChg chg="mod">
          <ac:chgData name="백 수완" userId="f289e55a-4c5f-4a04-87b1-c07dd3c71619" providerId="ADAL" clId="{54D0157F-39E0-46D2-876C-609AB220ABA9}" dt="2025-05-09T02:09:46.583" v="4483" actId="12788"/>
          <ac:spMkLst>
            <pc:docMk/>
            <pc:sldMk cId="2684221587" sldId="293"/>
            <ac:spMk id="37" creationId="{749DA5A5-1F14-FB3D-E87A-93940E1C4CD3}"/>
          </ac:spMkLst>
        </pc:spChg>
        <pc:spChg chg="mod">
          <ac:chgData name="백 수완" userId="f289e55a-4c5f-4a04-87b1-c07dd3c71619" providerId="ADAL" clId="{54D0157F-39E0-46D2-876C-609AB220ABA9}" dt="2025-05-09T02:09:46.583" v="4483" actId="12788"/>
          <ac:spMkLst>
            <pc:docMk/>
            <pc:sldMk cId="2684221587" sldId="293"/>
            <ac:spMk id="38" creationId="{3AFED797-BD58-7D15-CA3B-F656C4040F66}"/>
          </ac:spMkLst>
        </pc:spChg>
        <pc:spChg chg="mod">
          <ac:chgData name="백 수완" userId="f289e55a-4c5f-4a04-87b1-c07dd3c71619" providerId="ADAL" clId="{54D0157F-39E0-46D2-876C-609AB220ABA9}" dt="2025-05-09T02:09:46.583" v="4483" actId="12788"/>
          <ac:spMkLst>
            <pc:docMk/>
            <pc:sldMk cId="2684221587" sldId="293"/>
            <ac:spMk id="39" creationId="{1F1702D2-4B44-A61E-3E3E-47A221282C24}"/>
          </ac:spMkLst>
        </pc:spChg>
        <pc:spChg chg="mod">
          <ac:chgData name="백 수완" userId="f289e55a-4c5f-4a04-87b1-c07dd3c71619" providerId="ADAL" clId="{54D0157F-39E0-46D2-876C-609AB220ABA9}" dt="2025-05-09T04:41:08.331" v="6200" actId="208"/>
          <ac:spMkLst>
            <pc:docMk/>
            <pc:sldMk cId="2684221587" sldId="293"/>
            <ac:spMk id="40" creationId="{B8C59E9E-2127-970F-43C6-B1EAB3E56E4B}"/>
          </ac:spMkLst>
        </pc:spChg>
        <pc:spChg chg="mod">
          <ac:chgData name="백 수완" userId="f289e55a-4c5f-4a04-87b1-c07dd3c71619" providerId="ADAL" clId="{54D0157F-39E0-46D2-876C-609AB220ABA9}" dt="2025-05-09T02:09:46.583" v="4483" actId="12788"/>
          <ac:spMkLst>
            <pc:docMk/>
            <pc:sldMk cId="2684221587" sldId="293"/>
            <ac:spMk id="41" creationId="{68671DD5-C618-5572-1B02-5279B500FEA9}"/>
          </ac:spMkLst>
        </pc:spChg>
        <pc:spChg chg="mod">
          <ac:chgData name="백 수완" userId="f289e55a-4c5f-4a04-87b1-c07dd3c71619" providerId="ADAL" clId="{54D0157F-39E0-46D2-876C-609AB220ABA9}" dt="2025-05-09T04:41:08.331" v="6200" actId="208"/>
          <ac:spMkLst>
            <pc:docMk/>
            <pc:sldMk cId="2684221587" sldId="293"/>
            <ac:spMk id="42" creationId="{FF1973A2-880A-8E8B-420B-5B97036270FB}"/>
          </ac:spMkLst>
        </pc:spChg>
        <pc:spChg chg="mod">
          <ac:chgData name="백 수완" userId="f289e55a-4c5f-4a04-87b1-c07dd3c71619" providerId="ADAL" clId="{54D0157F-39E0-46D2-876C-609AB220ABA9}" dt="2025-05-09T02:09:33.612" v="4476" actId="12788"/>
          <ac:spMkLst>
            <pc:docMk/>
            <pc:sldMk cId="2684221587" sldId="293"/>
            <ac:spMk id="43" creationId="{F0FC5BAF-2031-FDC4-D717-E20B1F6BE920}"/>
          </ac:spMkLst>
        </pc:spChg>
        <pc:spChg chg="mod">
          <ac:chgData name="백 수완" userId="f289e55a-4c5f-4a04-87b1-c07dd3c71619" providerId="ADAL" clId="{54D0157F-39E0-46D2-876C-609AB220ABA9}" dt="2025-05-09T02:09:33.612" v="4476" actId="12788"/>
          <ac:spMkLst>
            <pc:docMk/>
            <pc:sldMk cId="2684221587" sldId="293"/>
            <ac:spMk id="44" creationId="{1D867A50-A750-977C-F771-528F118CA35D}"/>
          </ac:spMkLst>
        </pc:spChg>
        <pc:spChg chg="mod">
          <ac:chgData name="백 수완" userId="f289e55a-4c5f-4a04-87b1-c07dd3c71619" providerId="ADAL" clId="{54D0157F-39E0-46D2-876C-609AB220ABA9}" dt="2025-05-09T02:09:27.814" v="4472" actId="12788"/>
          <ac:spMkLst>
            <pc:docMk/>
            <pc:sldMk cId="2684221587" sldId="293"/>
            <ac:spMk id="45" creationId="{305A57B6-892F-9145-D5DE-9FE1D283690E}"/>
          </ac:spMkLst>
        </pc:spChg>
        <pc:spChg chg="add mod">
          <ac:chgData name="백 수완" userId="f289e55a-4c5f-4a04-87b1-c07dd3c71619" providerId="ADAL" clId="{54D0157F-39E0-46D2-876C-609AB220ABA9}" dt="2025-05-09T00:45:48.668" v="1842" actId="20577"/>
          <ac:spMkLst>
            <pc:docMk/>
            <pc:sldMk cId="2684221587" sldId="293"/>
            <ac:spMk id="46" creationId="{2CECA606-0DB9-D5A1-3AEE-5211C93593E0}"/>
          </ac:spMkLst>
        </pc:spChg>
        <pc:spChg chg="mod">
          <ac:chgData name="백 수완" userId="f289e55a-4c5f-4a04-87b1-c07dd3c71619" providerId="ADAL" clId="{54D0157F-39E0-46D2-876C-609AB220ABA9}" dt="2025-05-09T02:09:33.612" v="4476" actId="12788"/>
          <ac:spMkLst>
            <pc:docMk/>
            <pc:sldMk cId="2684221587" sldId="293"/>
            <ac:spMk id="47" creationId="{8971EBDA-AD5C-1B5C-BBD0-A80091D29C31}"/>
          </ac:spMkLst>
        </pc:spChg>
        <pc:spChg chg="mod">
          <ac:chgData name="백 수완" userId="f289e55a-4c5f-4a04-87b1-c07dd3c71619" providerId="ADAL" clId="{54D0157F-39E0-46D2-876C-609AB220ABA9}" dt="2025-05-09T04:41:08.331" v="6200" actId="208"/>
          <ac:spMkLst>
            <pc:docMk/>
            <pc:sldMk cId="2684221587" sldId="293"/>
            <ac:spMk id="48" creationId="{1A1F2D98-9144-70AD-C0FA-544225AEE6D4}"/>
          </ac:spMkLst>
        </pc:spChg>
        <pc:spChg chg="mod">
          <ac:chgData name="백 수완" userId="f289e55a-4c5f-4a04-87b1-c07dd3c71619" providerId="ADAL" clId="{54D0157F-39E0-46D2-876C-609AB220ABA9}" dt="2025-05-09T02:09:43.483" v="4481" actId="12788"/>
          <ac:spMkLst>
            <pc:docMk/>
            <pc:sldMk cId="2684221587" sldId="293"/>
            <ac:spMk id="49" creationId="{D6E3B255-48D6-BC34-C738-1C3DC3FEB02B}"/>
          </ac:spMkLst>
        </pc:spChg>
        <pc:spChg chg="mod">
          <ac:chgData name="백 수완" userId="f289e55a-4c5f-4a04-87b1-c07dd3c71619" providerId="ADAL" clId="{54D0157F-39E0-46D2-876C-609AB220ABA9}" dt="2025-05-09T02:09:43.483" v="4481" actId="12788"/>
          <ac:spMkLst>
            <pc:docMk/>
            <pc:sldMk cId="2684221587" sldId="293"/>
            <ac:spMk id="50" creationId="{12019ABC-4592-350C-D0B4-FA9C71D1120F}"/>
          </ac:spMkLst>
        </pc:spChg>
        <pc:spChg chg="mod">
          <ac:chgData name="백 수완" userId="f289e55a-4c5f-4a04-87b1-c07dd3c71619" providerId="ADAL" clId="{54D0157F-39E0-46D2-876C-609AB220ABA9}" dt="2025-05-09T02:09:53.647" v="4487" actId="12788"/>
          <ac:spMkLst>
            <pc:docMk/>
            <pc:sldMk cId="2684221587" sldId="293"/>
            <ac:spMk id="51" creationId="{BEF27520-B472-CC00-E3FF-97AB20158983}"/>
          </ac:spMkLst>
        </pc:spChg>
        <pc:spChg chg="mod">
          <ac:chgData name="백 수완" userId="f289e55a-4c5f-4a04-87b1-c07dd3c71619" providerId="ADAL" clId="{54D0157F-39E0-46D2-876C-609AB220ABA9}" dt="2025-05-09T04:41:08.331" v="6200" actId="208"/>
          <ac:spMkLst>
            <pc:docMk/>
            <pc:sldMk cId="2684221587" sldId="293"/>
            <ac:spMk id="52" creationId="{48AE77AD-59B3-EC44-51EB-1C64A4F9EC1B}"/>
          </ac:spMkLst>
        </pc:spChg>
        <pc:spChg chg="mod">
          <ac:chgData name="백 수완" userId="f289e55a-4c5f-4a04-87b1-c07dd3c71619" providerId="ADAL" clId="{54D0157F-39E0-46D2-876C-609AB220ABA9}" dt="2025-05-09T02:09:53.647" v="4487" actId="12788"/>
          <ac:spMkLst>
            <pc:docMk/>
            <pc:sldMk cId="2684221587" sldId="293"/>
            <ac:spMk id="53" creationId="{3EB5904C-D030-982A-0085-749567F92A93}"/>
          </ac:spMkLst>
        </pc:spChg>
        <pc:spChg chg="mod">
          <ac:chgData name="백 수완" userId="f289e55a-4c5f-4a04-87b1-c07dd3c71619" providerId="ADAL" clId="{54D0157F-39E0-46D2-876C-609AB220ABA9}" dt="2025-05-09T04:41:08.331" v="6200" actId="208"/>
          <ac:spMkLst>
            <pc:docMk/>
            <pc:sldMk cId="2684221587" sldId="293"/>
            <ac:spMk id="54" creationId="{8C8FBD84-95AA-647E-6657-C9EA70EAA543}"/>
          </ac:spMkLst>
        </pc:spChg>
        <pc:spChg chg="mod">
          <ac:chgData name="백 수완" userId="f289e55a-4c5f-4a04-87b1-c07dd3c71619" providerId="ADAL" clId="{54D0157F-39E0-46D2-876C-609AB220ABA9}" dt="2025-05-09T02:09:56.380" v="4489" actId="12788"/>
          <ac:spMkLst>
            <pc:docMk/>
            <pc:sldMk cId="2684221587" sldId="293"/>
            <ac:spMk id="55" creationId="{712CBEE6-8626-01B6-53C7-CE0704EBF514}"/>
          </ac:spMkLst>
        </pc:spChg>
        <pc:spChg chg="mod">
          <ac:chgData name="백 수완" userId="f289e55a-4c5f-4a04-87b1-c07dd3c71619" providerId="ADAL" clId="{54D0157F-39E0-46D2-876C-609AB220ABA9}" dt="2025-05-09T02:09:56.380" v="4489" actId="12788"/>
          <ac:spMkLst>
            <pc:docMk/>
            <pc:sldMk cId="2684221587" sldId="293"/>
            <ac:spMk id="56" creationId="{B53CAD4A-B110-8A23-EC7C-492AE99F8D02}"/>
          </ac:spMkLst>
        </pc:spChg>
        <pc:spChg chg="mod">
          <ac:chgData name="백 수완" userId="f289e55a-4c5f-4a04-87b1-c07dd3c71619" providerId="ADAL" clId="{54D0157F-39E0-46D2-876C-609AB220ABA9}" dt="2025-05-09T02:09:56.380" v="4489" actId="12788"/>
          <ac:spMkLst>
            <pc:docMk/>
            <pc:sldMk cId="2684221587" sldId="293"/>
            <ac:spMk id="57" creationId="{5A961252-7C70-44BF-C1D8-AF8F66D4FB98}"/>
          </ac:spMkLst>
        </pc:spChg>
        <pc:spChg chg="mod">
          <ac:chgData name="백 수완" userId="f289e55a-4c5f-4a04-87b1-c07dd3c71619" providerId="ADAL" clId="{54D0157F-39E0-46D2-876C-609AB220ABA9}" dt="2025-05-09T02:09:56.380" v="4489" actId="12788"/>
          <ac:spMkLst>
            <pc:docMk/>
            <pc:sldMk cId="2684221587" sldId="293"/>
            <ac:spMk id="58" creationId="{A82A4C21-FCA7-D921-FCFF-8C8E9AF08CBB}"/>
          </ac:spMkLst>
        </pc:spChg>
        <pc:spChg chg="mod">
          <ac:chgData name="백 수완" userId="f289e55a-4c5f-4a04-87b1-c07dd3c71619" providerId="ADAL" clId="{54D0157F-39E0-46D2-876C-609AB220ABA9}" dt="2025-05-09T02:09:36.987" v="4478" actId="12788"/>
          <ac:spMkLst>
            <pc:docMk/>
            <pc:sldMk cId="2684221587" sldId="293"/>
            <ac:spMk id="59" creationId="{D9893A96-65FD-BDF2-98E6-8DF5FF9AB1C7}"/>
          </ac:spMkLst>
        </pc:spChg>
        <pc:spChg chg="mod">
          <ac:chgData name="백 수완" userId="f289e55a-4c5f-4a04-87b1-c07dd3c71619" providerId="ADAL" clId="{54D0157F-39E0-46D2-876C-609AB220ABA9}" dt="2025-05-09T04:41:08.331" v="6200" actId="208"/>
          <ac:spMkLst>
            <pc:docMk/>
            <pc:sldMk cId="2684221587" sldId="293"/>
            <ac:spMk id="60" creationId="{82A70C2F-FAD7-A3C7-3490-DA226B580B05}"/>
          </ac:spMkLst>
        </pc:spChg>
        <pc:spChg chg="mod">
          <ac:chgData name="백 수완" userId="f289e55a-4c5f-4a04-87b1-c07dd3c71619" providerId="ADAL" clId="{54D0157F-39E0-46D2-876C-609AB220ABA9}" dt="2025-05-09T02:09:56.380" v="4489" actId="12788"/>
          <ac:spMkLst>
            <pc:docMk/>
            <pc:sldMk cId="2684221587" sldId="293"/>
            <ac:spMk id="61" creationId="{B776DF71-4278-2AA1-5E08-A79DA5A8EC77}"/>
          </ac:spMkLst>
        </pc:spChg>
        <pc:spChg chg="mod">
          <ac:chgData name="백 수완" userId="f289e55a-4c5f-4a04-87b1-c07dd3c71619" providerId="ADAL" clId="{54D0157F-39E0-46D2-876C-609AB220ABA9}" dt="2025-05-09T04:41:08.331" v="6200" actId="208"/>
          <ac:spMkLst>
            <pc:docMk/>
            <pc:sldMk cId="2684221587" sldId="293"/>
            <ac:spMk id="62" creationId="{5B42E8A1-808E-3160-AED3-37ACBE5F0B1B}"/>
          </ac:spMkLst>
        </pc:spChg>
        <pc:spChg chg="mod">
          <ac:chgData name="백 수완" userId="f289e55a-4c5f-4a04-87b1-c07dd3c71619" providerId="ADAL" clId="{54D0157F-39E0-46D2-876C-609AB220ABA9}" dt="2025-05-09T02:09:40.384" v="4479" actId="12788"/>
          <ac:spMkLst>
            <pc:docMk/>
            <pc:sldMk cId="2684221587" sldId="293"/>
            <ac:spMk id="63" creationId="{B7E80DEC-5F27-BC69-1E96-14B6418E264D}"/>
          </ac:spMkLst>
        </pc:spChg>
        <pc:spChg chg="mod">
          <ac:chgData name="백 수완" userId="f289e55a-4c5f-4a04-87b1-c07dd3c71619" providerId="ADAL" clId="{54D0157F-39E0-46D2-876C-609AB220ABA9}" dt="2025-05-09T02:09:40.384" v="4479" actId="12788"/>
          <ac:spMkLst>
            <pc:docMk/>
            <pc:sldMk cId="2684221587" sldId="293"/>
            <ac:spMk id="65" creationId="{1D1AA9BE-5E60-14C1-F435-86380E388201}"/>
          </ac:spMkLst>
        </pc:spChg>
        <pc:spChg chg="mod">
          <ac:chgData name="백 수완" userId="f289e55a-4c5f-4a04-87b1-c07dd3c71619" providerId="ADAL" clId="{54D0157F-39E0-46D2-876C-609AB220ABA9}" dt="2025-05-09T02:09:27.814" v="4472" actId="12788"/>
          <ac:spMkLst>
            <pc:docMk/>
            <pc:sldMk cId="2684221587" sldId="293"/>
            <ac:spMk id="66" creationId="{185E0C60-9F40-34E0-8B71-9E68D8567EB1}"/>
          </ac:spMkLst>
        </pc:spChg>
        <pc:spChg chg="mod">
          <ac:chgData name="백 수완" userId="f289e55a-4c5f-4a04-87b1-c07dd3c71619" providerId="ADAL" clId="{54D0157F-39E0-46D2-876C-609AB220ABA9}" dt="2025-05-09T02:09:27.814" v="4472" actId="12788"/>
          <ac:spMkLst>
            <pc:docMk/>
            <pc:sldMk cId="2684221587" sldId="293"/>
            <ac:spMk id="67" creationId="{01AA7D47-5119-4172-2260-D1C7683B38D7}"/>
          </ac:spMkLst>
        </pc:spChg>
        <pc:spChg chg="add mod">
          <ac:chgData name="백 수완" userId="f289e55a-4c5f-4a04-87b1-c07dd3c71619" providerId="ADAL" clId="{54D0157F-39E0-46D2-876C-609AB220ABA9}" dt="2025-05-09T04:39:30.347" v="6194" actId="404"/>
          <ac:spMkLst>
            <pc:docMk/>
            <pc:sldMk cId="2684221587" sldId="293"/>
            <ac:spMk id="68" creationId="{102B1423-D4C4-B036-E442-BD11397D6438}"/>
          </ac:spMkLst>
        </pc:spChg>
        <pc:spChg chg="mod">
          <ac:chgData name="백 수완" userId="f289e55a-4c5f-4a04-87b1-c07dd3c71619" providerId="ADAL" clId="{54D0157F-39E0-46D2-876C-609AB220ABA9}" dt="2025-05-09T02:09:33.612" v="4476" actId="12788"/>
          <ac:spMkLst>
            <pc:docMk/>
            <pc:sldMk cId="2684221587" sldId="293"/>
            <ac:spMk id="69" creationId="{998FC98E-C3A2-D8B0-BB76-65A142C1B799}"/>
          </ac:spMkLst>
        </pc:spChg>
        <pc:spChg chg="mod">
          <ac:chgData name="백 수완" userId="f289e55a-4c5f-4a04-87b1-c07dd3c71619" providerId="ADAL" clId="{54D0157F-39E0-46D2-876C-609AB220ABA9}" dt="2025-05-09T04:41:08.331" v="6200" actId="208"/>
          <ac:spMkLst>
            <pc:docMk/>
            <pc:sldMk cId="2684221587" sldId="293"/>
            <ac:spMk id="70" creationId="{882426A4-46CF-CABF-A7F3-6DE8E3E75F65}"/>
          </ac:spMkLst>
        </pc:spChg>
        <pc:spChg chg="mod">
          <ac:chgData name="백 수완" userId="f289e55a-4c5f-4a04-87b1-c07dd3c71619" providerId="ADAL" clId="{54D0157F-39E0-46D2-876C-609AB220ABA9}" dt="2025-05-09T02:09:30.657" v="4474" actId="12788"/>
          <ac:spMkLst>
            <pc:docMk/>
            <pc:sldMk cId="2684221587" sldId="293"/>
            <ac:spMk id="72" creationId="{6C1A5A94-18F3-1C55-5ACD-C036F3C707C0}"/>
          </ac:spMkLst>
        </pc:spChg>
        <pc:spChg chg="mod">
          <ac:chgData name="백 수완" userId="f289e55a-4c5f-4a04-87b1-c07dd3c71619" providerId="ADAL" clId="{54D0157F-39E0-46D2-876C-609AB220ABA9}" dt="2025-05-09T02:09:30.657" v="4474" actId="12788"/>
          <ac:spMkLst>
            <pc:docMk/>
            <pc:sldMk cId="2684221587" sldId="293"/>
            <ac:spMk id="73" creationId="{3D5B6A53-B666-4005-4456-4E45747A86E8}"/>
          </ac:spMkLst>
        </pc:spChg>
        <pc:spChg chg="mod">
          <ac:chgData name="백 수완" userId="f289e55a-4c5f-4a04-87b1-c07dd3c71619" providerId="ADAL" clId="{54D0157F-39E0-46D2-876C-609AB220ABA9}" dt="2025-05-09T02:09:50.236" v="4485" actId="12788"/>
          <ac:spMkLst>
            <pc:docMk/>
            <pc:sldMk cId="2684221587" sldId="293"/>
            <ac:spMk id="77" creationId="{C77F6913-CCB1-0A54-3B50-4743D6016D0B}"/>
          </ac:spMkLst>
        </pc:spChg>
        <pc:spChg chg="mod">
          <ac:chgData name="백 수완" userId="f289e55a-4c5f-4a04-87b1-c07dd3c71619" providerId="ADAL" clId="{54D0157F-39E0-46D2-876C-609AB220ABA9}" dt="2025-05-09T02:09:36.987" v="4478" actId="12788"/>
          <ac:spMkLst>
            <pc:docMk/>
            <pc:sldMk cId="2684221587" sldId="293"/>
            <ac:spMk id="78" creationId="{C702F715-6A0D-C26F-746A-0BDDA4A93317}"/>
          </ac:spMkLst>
        </pc:spChg>
        <pc:spChg chg="mod">
          <ac:chgData name="백 수완" userId="f289e55a-4c5f-4a04-87b1-c07dd3c71619" providerId="ADAL" clId="{54D0157F-39E0-46D2-876C-609AB220ABA9}" dt="2025-05-09T02:09:30.657" v="4474" actId="12788"/>
          <ac:spMkLst>
            <pc:docMk/>
            <pc:sldMk cId="2684221587" sldId="293"/>
            <ac:spMk id="79" creationId="{78CBD30A-A3B6-FBFE-C8E2-5BC529643926}"/>
          </ac:spMkLst>
        </pc:spChg>
        <pc:spChg chg="mod">
          <ac:chgData name="백 수완" userId="f289e55a-4c5f-4a04-87b1-c07dd3c71619" providerId="ADAL" clId="{54D0157F-39E0-46D2-876C-609AB220ABA9}" dt="2025-05-09T02:09:30.657" v="4474" actId="12788"/>
          <ac:spMkLst>
            <pc:docMk/>
            <pc:sldMk cId="2684221587" sldId="293"/>
            <ac:spMk id="80" creationId="{8EEBE7B9-C7FC-FD6A-FE15-059799FFBEA1}"/>
          </ac:spMkLst>
        </pc:spChg>
        <pc:spChg chg="mod">
          <ac:chgData name="백 수완" userId="f289e55a-4c5f-4a04-87b1-c07dd3c71619" providerId="ADAL" clId="{54D0157F-39E0-46D2-876C-609AB220ABA9}" dt="2025-05-09T02:09:27.814" v="4472" actId="12788"/>
          <ac:spMkLst>
            <pc:docMk/>
            <pc:sldMk cId="2684221587" sldId="293"/>
            <ac:spMk id="81" creationId="{FC3FA4DD-7A06-C63D-C670-C60B03BBA17C}"/>
          </ac:spMkLst>
        </pc:spChg>
        <pc:spChg chg="mod">
          <ac:chgData name="백 수완" userId="f289e55a-4c5f-4a04-87b1-c07dd3c71619" providerId="ADAL" clId="{54D0157F-39E0-46D2-876C-609AB220ABA9}" dt="2025-05-09T02:09:46.583" v="4483" actId="12788"/>
          <ac:spMkLst>
            <pc:docMk/>
            <pc:sldMk cId="2684221587" sldId="293"/>
            <ac:spMk id="83" creationId="{CD05FC0F-FB3A-FD9A-2DE0-AFA20C5F25D3}"/>
          </ac:spMkLst>
        </pc:spChg>
        <pc:spChg chg="mod">
          <ac:chgData name="백 수완" userId="f289e55a-4c5f-4a04-87b1-c07dd3c71619" providerId="ADAL" clId="{54D0157F-39E0-46D2-876C-609AB220ABA9}" dt="2025-05-09T02:09:27.814" v="4472" actId="12788"/>
          <ac:spMkLst>
            <pc:docMk/>
            <pc:sldMk cId="2684221587" sldId="293"/>
            <ac:spMk id="92" creationId="{5F5E1120-BCB1-120B-F63D-7274EABD9A12}"/>
          </ac:spMkLst>
        </pc:spChg>
        <pc:picChg chg="mod">
          <ac:chgData name="백 수완" userId="f289e55a-4c5f-4a04-87b1-c07dd3c71619" providerId="ADAL" clId="{54D0157F-39E0-46D2-876C-609AB220ABA9}" dt="2025-05-09T02:10:58.174" v="4501" actId="29295"/>
          <ac:picMkLst>
            <pc:docMk/>
            <pc:sldMk cId="2684221587" sldId="293"/>
            <ac:picMk id="87" creationId="{B29C84FB-DEC9-B1A5-0590-95987E5724A1}"/>
          </ac:picMkLst>
        </pc:picChg>
        <pc:picChg chg="mod">
          <ac:chgData name="백 수완" userId="f289e55a-4c5f-4a04-87b1-c07dd3c71619" providerId="ADAL" clId="{54D0157F-39E0-46D2-876C-609AB220ABA9}" dt="2025-05-09T02:11:11.141" v="4503" actId="29295"/>
          <ac:picMkLst>
            <pc:docMk/>
            <pc:sldMk cId="2684221587" sldId="293"/>
            <ac:picMk id="89" creationId="{1B4D14C1-1D13-069A-71DE-153B8195A0A5}"/>
          </ac:picMkLst>
        </pc:picChg>
        <pc:picChg chg="mod">
          <ac:chgData name="백 수완" userId="f289e55a-4c5f-4a04-87b1-c07dd3c71619" providerId="ADAL" clId="{54D0157F-39E0-46D2-876C-609AB220ABA9}" dt="2025-05-09T02:11:11.141" v="4503" actId="29295"/>
          <ac:picMkLst>
            <pc:docMk/>
            <pc:sldMk cId="2684221587" sldId="293"/>
            <ac:picMk id="91" creationId="{CDF4062B-7F4C-E859-B464-96C93EFA7A4A}"/>
          </ac:picMkLst>
        </pc:picChg>
        <pc:picChg chg="mod">
          <ac:chgData name="백 수완" userId="f289e55a-4c5f-4a04-87b1-c07dd3c71619" providerId="ADAL" clId="{54D0157F-39E0-46D2-876C-609AB220ABA9}" dt="2025-05-09T02:10:27.419" v="4491"/>
          <ac:picMkLst>
            <pc:docMk/>
            <pc:sldMk cId="2684221587" sldId="293"/>
            <ac:picMk id="94" creationId="{83AFB65A-0D0A-B302-AB42-B1C66D7643E1}"/>
          </ac:picMkLst>
        </pc:picChg>
        <pc:picChg chg="mod">
          <ac:chgData name="백 수완" userId="f289e55a-4c5f-4a04-87b1-c07dd3c71619" providerId="ADAL" clId="{54D0157F-39E0-46D2-876C-609AB220ABA9}" dt="2025-05-09T02:09:09.571" v="4453" actId="1036"/>
          <ac:picMkLst>
            <pc:docMk/>
            <pc:sldMk cId="2684221587" sldId="293"/>
            <ac:picMk id="96" creationId="{D030F97C-BB7D-B644-9376-CCB96FF620A2}"/>
          </ac:picMkLst>
        </pc:picChg>
        <pc:picChg chg="mod">
          <ac:chgData name="백 수완" userId="f289e55a-4c5f-4a04-87b1-c07dd3c71619" providerId="ADAL" clId="{54D0157F-39E0-46D2-876C-609AB220ABA9}" dt="2025-05-09T02:10:58.174" v="4501" actId="29295"/>
          <ac:picMkLst>
            <pc:docMk/>
            <pc:sldMk cId="2684221587" sldId="293"/>
            <ac:picMk id="98" creationId="{29A973A5-59CD-46E4-E1D8-25184B2ADFD6}"/>
          </ac:picMkLst>
        </pc:picChg>
        <pc:picChg chg="mod">
          <ac:chgData name="백 수완" userId="f289e55a-4c5f-4a04-87b1-c07dd3c71619" providerId="ADAL" clId="{54D0157F-39E0-46D2-876C-609AB220ABA9}" dt="2025-05-09T02:10:25.317" v="4490"/>
          <ac:picMkLst>
            <pc:docMk/>
            <pc:sldMk cId="2684221587" sldId="293"/>
            <ac:picMk id="100" creationId="{9FCEC8AD-1DD9-30BE-A268-8C4197D34C2A}"/>
          </ac:picMkLst>
        </pc:picChg>
        <pc:picChg chg="mod">
          <ac:chgData name="백 수완" userId="f289e55a-4c5f-4a04-87b1-c07dd3c71619" providerId="ADAL" clId="{54D0157F-39E0-46D2-876C-609AB220ABA9}" dt="2025-05-09T02:10:29.825" v="4494"/>
          <ac:picMkLst>
            <pc:docMk/>
            <pc:sldMk cId="2684221587" sldId="293"/>
            <ac:picMk id="102" creationId="{2456188F-BB4B-7693-8DC4-FF7EDF6F14F2}"/>
          </ac:picMkLst>
        </pc:picChg>
        <pc:picChg chg="mod">
          <ac:chgData name="백 수완" userId="f289e55a-4c5f-4a04-87b1-c07dd3c71619" providerId="ADAL" clId="{54D0157F-39E0-46D2-876C-609AB220ABA9}" dt="2025-05-09T02:10:58.174" v="4501" actId="29295"/>
          <ac:picMkLst>
            <pc:docMk/>
            <pc:sldMk cId="2684221587" sldId="293"/>
            <ac:picMk id="104" creationId="{4B87D3A6-35A8-07A6-517B-150643488A09}"/>
          </ac:picMkLst>
        </pc:picChg>
        <pc:picChg chg="mod">
          <ac:chgData name="백 수완" userId="f289e55a-4c5f-4a04-87b1-c07dd3c71619" providerId="ADAL" clId="{54D0157F-39E0-46D2-876C-609AB220ABA9}" dt="2025-05-09T02:10:58.174" v="4501" actId="29295"/>
          <ac:picMkLst>
            <pc:docMk/>
            <pc:sldMk cId="2684221587" sldId="293"/>
            <ac:picMk id="106" creationId="{A37854F9-F760-BEE1-D65A-30C4B09AF46A}"/>
          </ac:picMkLst>
        </pc:picChg>
        <pc:picChg chg="mod">
          <ac:chgData name="백 수완" userId="f289e55a-4c5f-4a04-87b1-c07dd3c71619" providerId="ADAL" clId="{54D0157F-39E0-46D2-876C-609AB220ABA9}" dt="2025-05-09T02:10:28.959" v="4493"/>
          <ac:picMkLst>
            <pc:docMk/>
            <pc:sldMk cId="2684221587" sldId="293"/>
            <ac:picMk id="108" creationId="{5A5D48DA-4C4E-73F2-6D9C-6D7C5AA652B4}"/>
          </ac:picMkLst>
        </pc:picChg>
        <pc:picChg chg="mod">
          <ac:chgData name="백 수완" userId="f289e55a-4c5f-4a04-87b1-c07dd3c71619" providerId="ADAL" clId="{54D0157F-39E0-46D2-876C-609AB220ABA9}" dt="2025-05-09T02:11:11.141" v="4503" actId="29295"/>
          <ac:picMkLst>
            <pc:docMk/>
            <pc:sldMk cId="2684221587" sldId="293"/>
            <ac:picMk id="110" creationId="{3695CC02-3664-6635-A0EF-07A0D88C2B63}"/>
          </ac:picMkLst>
        </pc:picChg>
        <pc:picChg chg="mod">
          <ac:chgData name="백 수완" userId="f289e55a-4c5f-4a04-87b1-c07dd3c71619" providerId="ADAL" clId="{54D0157F-39E0-46D2-876C-609AB220ABA9}" dt="2025-05-09T02:10:58.174" v="4501" actId="29295"/>
          <ac:picMkLst>
            <pc:docMk/>
            <pc:sldMk cId="2684221587" sldId="293"/>
            <ac:picMk id="112" creationId="{F99B9C13-1ABD-FA06-BBB2-5120015C2681}"/>
          </ac:picMkLst>
        </pc:picChg>
        <pc:picChg chg="mod">
          <ac:chgData name="백 수완" userId="f289e55a-4c5f-4a04-87b1-c07dd3c71619" providerId="ADAL" clId="{54D0157F-39E0-46D2-876C-609AB220ABA9}" dt="2025-05-09T02:10:58.174" v="4501" actId="29295"/>
          <ac:picMkLst>
            <pc:docMk/>
            <pc:sldMk cId="2684221587" sldId="293"/>
            <ac:picMk id="114" creationId="{C5AD3C54-146B-B30A-375D-7F14AA345589}"/>
          </ac:picMkLst>
        </pc:picChg>
        <pc:picChg chg="mod">
          <ac:chgData name="백 수완" userId="f289e55a-4c5f-4a04-87b1-c07dd3c71619" providerId="ADAL" clId="{54D0157F-39E0-46D2-876C-609AB220ABA9}" dt="2025-05-09T02:10:31.709" v="4496"/>
          <ac:picMkLst>
            <pc:docMk/>
            <pc:sldMk cId="2684221587" sldId="293"/>
            <ac:picMk id="116" creationId="{72799992-0EA4-30B5-126E-5614996BD9D4}"/>
          </ac:picMkLst>
        </pc:picChg>
        <pc:picChg chg="mod">
          <ac:chgData name="백 수완" userId="f289e55a-4c5f-4a04-87b1-c07dd3c71619" providerId="ADAL" clId="{54D0157F-39E0-46D2-876C-609AB220ABA9}" dt="2025-05-09T02:10:58.174" v="4501" actId="29295"/>
          <ac:picMkLst>
            <pc:docMk/>
            <pc:sldMk cId="2684221587" sldId="293"/>
            <ac:picMk id="118" creationId="{D9360209-1533-99DE-6024-D3736DF5DD0B}"/>
          </ac:picMkLst>
        </pc:picChg>
        <pc:picChg chg="mod">
          <ac:chgData name="백 수완" userId="f289e55a-4c5f-4a04-87b1-c07dd3c71619" providerId="ADAL" clId="{54D0157F-39E0-46D2-876C-609AB220ABA9}" dt="2025-05-09T02:10:58.174" v="4501" actId="29295"/>
          <ac:picMkLst>
            <pc:docMk/>
            <pc:sldMk cId="2684221587" sldId="293"/>
            <ac:picMk id="120" creationId="{7D6BF22B-A92E-D0BC-F698-860ACDA623C9}"/>
          </ac:picMkLst>
        </pc:picChg>
        <pc:picChg chg="mod">
          <ac:chgData name="백 수완" userId="f289e55a-4c5f-4a04-87b1-c07dd3c71619" providerId="ADAL" clId="{54D0157F-39E0-46D2-876C-609AB220ABA9}" dt="2025-05-09T02:10:28.443" v="4492"/>
          <ac:picMkLst>
            <pc:docMk/>
            <pc:sldMk cId="2684221587" sldId="293"/>
            <ac:picMk id="122" creationId="{8E05A5D0-77DD-E257-0885-C666413FF5F9}"/>
          </ac:picMkLst>
        </pc:picChg>
        <pc:picChg chg="mod">
          <ac:chgData name="백 수완" userId="f289e55a-4c5f-4a04-87b1-c07dd3c71619" providerId="ADAL" clId="{54D0157F-39E0-46D2-876C-609AB220ABA9}" dt="2025-05-09T02:10:30.687" v="4495"/>
          <ac:picMkLst>
            <pc:docMk/>
            <pc:sldMk cId="2684221587" sldId="293"/>
            <ac:picMk id="124" creationId="{1E34CA66-8E8A-93B0-7C65-BCF89468AF6A}"/>
          </ac:picMkLst>
        </pc:picChg>
        <pc:picChg chg="mod">
          <ac:chgData name="백 수완" userId="f289e55a-4c5f-4a04-87b1-c07dd3c71619" providerId="ADAL" clId="{54D0157F-39E0-46D2-876C-609AB220ABA9}" dt="2025-05-09T02:10:58.174" v="4501" actId="29295"/>
          <ac:picMkLst>
            <pc:docMk/>
            <pc:sldMk cId="2684221587" sldId="293"/>
            <ac:picMk id="126" creationId="{DAB865B1-75EF-A952-53A4-4E0BCDEC1B7F}"/>
          </ac:picMkLst>
        </pc:picChg>
        <pc:picChg chg="mod">
          <ac:chgData name="백 수완" userId="f289e55a-4c5f-4a04-87b1-c07dd3c71619" providerId="ADAL" clId="{54D0157F-39E0-46D2-876C-609AB220ABA9}" dt="2025-05-09T02:10:58.174" v="4501" actId="29295"/>
          <ac:picMkLst>
            <pc:docMk/>
            <pc:sldMk cId="2684221587" sldId="293"/>
            <ac:picMk id="128" creationId="{5C6048CC-F7B3-186E-493A-D1E370382B99}"/>
          </ac:picMkLst>
        </pc:picChg>
        <pc:picChg chg="mod">
          <ac:chgData name="백 수완" userId="f289e55a-4c5f-4a04-87b1-c07dd3c71619" providerId="ADAL" clId="{54D0157F-39E0-46D2-876C-609AB220ABA9}" dt="2025-05-09T02:10:32.084" v="4497"/>
          <ac:picMkLst>
            <pc:docMk/>
            <pc:sldMk cId="2684221587" sldId="293"/>
            <ac:picMk id="130" creationId="{1CF290DC-CA25-C65D-3B5F-081E5E4550DE}"/>
          </ac:picMkLst>
        </pc:picChg>
        <pc:picChg chg="mod">
          <ac:chgData name="백 수완" userId="f289e55a-4c5f-4a04-87b1-c07dd3c71619" providerId="ADAL" clId="{54D0157F-39E0-46D2-876C-609AB220ABA9}" dt="2025-05-09T02:10:33.150" v="4499"/>
          <ac:picMkLst>
            <pc:docMk/>
            <pc:sldMk cId="2684221587" sldId="293"/>
            <ac:picMk id="131" creationId="{75361C7D-4FB6-AF96-12FE-767512DAFEB6}"/>
          </ac:picMkLst>
        </pc:picChg>
        <pc:picChg chg="mod">
          <ac:chgData name="백 수완" userId="f289e55a-4c5f-4a04-87b1-c07dd3c71619" providerId="ADAL" clId="{54D0157F-39E0-46D2-876C-609AB220ABA9}" dt="2025-05-09T02:11:11.141" v="4503" actId="29295"/>
          <ac:picMkLst>
            <pc:docMk/>
            <pc:sldMk cId="2684221587" sldId="293"/>
            <ac:picMk id="133" creationId="{370F2933-D613-DB9B-E528-D628302A1965}"/>
          </ac:picMkLst>
        </pc:picChg>
        <pc:picChg chg="mod">
          <ac:chgData name="백 수완" userId="f289e55a-4c5f-4a04-87b1-c07dd3c71619" providerId="ADAL" clId="{54D0157F-39E0-46D2-876C-609AB220ABA9}" dt="2025-05-09T02:10:32.612" v="4498"/>
          <ac:picMkLst>
            <pc:docMk/>
            <pc:sldMk cId="2684221587" sldId="293"/>
            <ac:picMk id="135" creationId="{485DD54C-AD2C-3F98-7276-93DA7DFCD581}"/>
          </ac:picMkLst>
        </pc:picChg>
      </pc:sldChg>
      <pc:sldChg chg="addSp delSp modSp mod chgLayout">
        <pc:chgData name="백 수완" userId="f289e55a-4c5f-4a04-87b1-c07dd3c71619" providerId="ADAL" clId="{54D0157F-39E0-46D2-876C-609AB220ABA9}" dt="2025-05-09T05:27:49.636" v="7760"/>
        <pc:sldMkLst>
          <pc:docMk/>
          <pc:sldMk cId="4286597886" sldId="294"/>
        </pc:sldMkLst>
        <pc:spChg chg="add mod">
          <ac:chgData name="백 수완" userId="f289e55a-4c5f-4a04-87b1-c07dd3c71619" providerId="ADAL" clId="{54D0157F-39E0-46D2-876C-609AB220ABA9}" dt="2025-05-09T00:46:23.283" v="1905" actId="20577"/>
          <ac:spMkLst>
            <pc:docMk/>
            <pc:sldMk cId="4286597886" sldId="294"/>
            <ac:spMk id="6" creationId="{AECEA232-CA9E-0CAB-F90C-8706165DDC4D}"/>
          </ac:spMkLst>
        </pc:spChg>
        <pc:spChg chg="add mod">
          <ac:chgData name="백 수완" userId="f289e55a-4c5f-4a04-87b1-c07dd3c71619" providerId="ADAL" clId="{54D0157F-39E0-46D2-876C-609AB220ABA9}" dt="2025-05-09T00:46:33.149" v="1908" actId="20577"/>
          <ac:spMkLst>
            <pc:docMk/>
            <pc:sldMk cId="4286597886" sldId="294"/>
            <ac:spMk id="7" creationId="{4032D6DC-D6A1-AF5F-46E6-4904EBE55AF0}"/>
          </ac:spMkLst>
        </pc:spChg>
        <pc:spChg chg="mod topLvl">
          <ac:chgData name="백 수완" userId="f289e55a-4c5f-4a04-87b1-c07dd3c71619" providerId="ADAL" clId="{54D0157F-39E0-46D2-876C-609AB220ABA9}" dt="2025-05-09T02:22:26.937" v="5060" actId="554"/>
          <ac:spMkLst>
            <pc:docMk/>
            <pc:sldMk cId="4286597886" sldId="294"/>
            <ac:spMk id="10" creationId="{A5E0101E-EE5B-0E12-A0C5-2F9A7A2FBAA5}"/>
          </ac:spMkLst>
        </pc:spChg>
        <pc:spChg chg="mod topLvl">
          <ac:chgData name="백 수완" userId="f289e55a-4c5f-4a04-87b1-c07dd3c71619" providerId="ADAL" clId="{54D0157F-39E0-46D2-876C-609AB220ABA9}" dt="2025-05-09T02:22:26.937" v="5060" actId="554"/>
          <ac:spMkLst>
            <pc:docMk/>
            <pc:sldMk cId="4286597886" sldId="294"/>
            <ac:spMk id="11" creationId="{F7487603-6FD6-6F92-1B12-EB4F37807847}"/>
          </ac:spMkLst>
        </pc:spChg>
        <pc:spChg chg="mod">
          <ac:chgData name="백 수완" userId="f289e55a-4c5f-4a04-87b1-c07dd3c71619" providerId="ADAL" clId="{54D0157F-39E0-46D2-876C-609AB220ABA9}" dt="2025-05-09T02:22:23.574" v="5059" actId="554"/>
          <ac:spMkLst>
            <pc:docMk/>
            <pc:sldMk cId="4286597886" sldId="294"/>
            <ac:spMk id="16" creationId="{94CC575C-19C3-CEF1-4E42-F3D77EEAD285}"/>
          </ac:spMkLst>
        </pc:spChg>
        <pc:spChg chg="mod topLvl">
          <ac:chgData name="백 수완" userId="f289e55a-4c5f-4a04-87b1-c07dd3c71619" providerId="ADAL" clId="{54D0157F-39E0-46D2-876C-609AB220ABA9}" dt="2025-05-09T02:22:23.574" v="5059" actId="554"/>
          <ac:spMkLst>
            <pc:docMk/>
            <pc:sldMk cId="4286597886" sldId="294"/>
            <ac:spMk id="20" creationId="{8154CFE6-97F9-7E3D-C75F-D120EECB013B}"/>
          </ac:spMkLst>
        </pc:spChg>
        <pc:spChg chg="mod">
          <ac:chgData name="백 수완" userId="f289e55a-4c5f-4a04-87b1-c07dd3c71619" providerId="ADAL" clId="{54D0157F-39E0-46D2-876C-609AB220ABA9}" dt="2025-05-09T02:13:55.216" v="4727" actId="164"/>
          <ac:spMkLst>
            <pc:docMk/>
            <pc:sldMk cId="4286597886" sldId="294"/>
            <ac:spMk id="21" creationId="{9F7C1168-2B3A-EDCC-9C21-1CE6D37C5610}"/>
          </ac:spMkLst>
        </pc:spChg>
        <pc:spChg chg="mod topLvl">
          <ac:chgData name="백 수완" userId="f289e55a-4c5f-4a04-87b1-c07dd3c71619" providerId="ADAL" clId="{54D0157F-39E0-46D2-876C-609AB220ABA9}" dt="2025-05-09T02:22:03.883" v="5056" actId="2710"/>
          <ac:spMkLst>
            <pc:docMk/>
            <pc:sldMk cId="4286597886" sldId="294"/>
            <ac:spMk id="22" creationId="{5517A42F-8E38-2FD1-BAD9-0531DF814697}"/>
          </ac:spMkLst>
        </pc:spChg>
        <pc:spChg chg="mod topLvl">
          <ac:chgData name="백 수완" userId="f289e55a-4c5f-4a04-87b1-c07dd3c71619" providerId="ADAL" clId="{54D0157F-39E0-46D2-876C-609AB220ABA9}" dt="2025-05-09T02:22:03.883" v="5056" actId="2710"/>
          <ac:spMkLst>
            <pc:docMk/>
            <pc:sldMk cId="4286597886" sldId="294"/>
            <ac:spMk id="24" creationId="{8783F30B-90E9-4313-A65D-D63AD740671E}"/>
          </ac:spMkLst>
        </pc:spChg>
        <pc:spChg chg="mod topLvl">
          <ac:chgData name="백 수완" userId="f289e55a-4c5f-4a04-87b1-c07dd3c71619" providerId="ADAL" clId="{54D0157F-39E0-46D2-876C-609AB220ABA9}" dt="2025-05-09T02:22:08.629" v="5057" actId="12788"/>
          <ac:spMkLst>
            <pc:docMk/>
            <pc:sldMk cId="4286597886" sldId="294"/>
            <ac:spMk id="29" creationId="{32204863-ABB2-569A-62FC-C290409543F8}"/>
          </ac:spMkLst>
        </pc:spChg>
        <pc:spChg chg="mod">
          <ac:chgData name="백 수완" userId="f289e55a-4c5f-4a04-87b1-c07dd3c71619" providerId="ADAL" clId="{54D0157F-39E0-46D2-876C-609AB220ABA9}" dt="2025-05-09T02:22:15.253" v="5058" actId="12788"/>
          <ac:spMkLst>
            <pc:docMk/>
            <pc:sldMk cId="4286597886" sldId="294"/>
            <ac:spMk id="33" creationId="{FDFE82BE-4825-64D6-5D21-42D8F54BBDDC}"/>
          </ac:spMkLst>
        </pc:spChg>
        <pc:spChg chg="mod topLvl">
          <ac:chgData name="백 수완" userId="f289e55a-4c5f-4a04-87b1-c07dd3c71619" providerId="ADAL" clId="{54D0157F-39E0-46D2-876C-609AB220ABA9}" dt="2025-05-09T02:22:03.883" v="5056" actId="2710"/>
          <ac:spMkLst>
            <pc:docMk/>
            <pc:sldMk cId="4286597886" sldId="294"/>
            <ac:spMk id="38" creationId="{C7097976-3138-D371-80E0-51DE97BC3B40}"/>
          </ac:spMkLst>
        </pc:spChg>
        <pc:spChg chg="mod topLvl">
          <ac:chgData name="백 수완" userId="f289e55a-4c5f-4a04-87b1-c07dd3c71619" providerId="ADAL" clId="{54D0157F-39E0-46D2-876C-609AB220ABA9}" dt="2025-05-09T02:22:03.883" v="5056" actId="2710"/>
          <ac:spMkLst>
            <pc:docMk/>
            <pc:sldMk cId="4286597886" sldId="294"/>
            <ac:spMk id="39" creationId="{1601F919-B49A-6F77-457C-2A90070E98B3}"/>
          </ac:spMkLst>
        </pc:spChg>
        <pc:spChg chg="mod ord topLvl">
          <ac:chgData name="백 수완" userId="f289e55a-4c5f-4a04-87b1-c07dd3c71619" providerId="ADAL" clId="{54D0157F-39E0-46D2-876C-609AB220ABA9}" dt="2025-05-09T02:22:56.464" v="5063" actId="208"/>
          <ac:spMkLst>
            <pc:docMk/>
            <pc:sldMk cId="4286597886" sldId="294"/>
            <ac:spMk id="44" creationId="{A5C7AFA0-1128-FD76-0846-69EC50FE5F78}"/>
          </ac:spMkLst>
        </pc:spChg>
        <pc:spChg chg="mod topLvl">
          <ac:chgData name="백 수완" userId="f289e55a-4c5f-4a04-87b1-c07dd3c71619" providerId="ADAL" clId="{54D0157F-39E0-46D2-876C-609AB220ABA9}" dt="2025-05-09T02:22:03.883" v="5056" actId="2710"/>
          <ac:spMkLst>
            <pc:docMk/>
            <pc:sldMk cId="4286597886" sldId="294"/>
            <ac:spMk id="45" creationId="{4EEE704D-2F18-4B32-1656-EA7A979134EF}"/>
          </ac:spMkLst>
        </pc:spChg>
        <pc:spChg chg="mod topLvl">
          <ac:chgData name="백 수완" userId="f289e55a-4c5f-4a04-87b1-c07dd3c71619" providerId="ADAL" clId="{54D0157F-39E0-46D2-876C-609AB220ABA9}" dt="2025-05-09T02:17:40.348" v="4877" actId="12788"/>
          <ac:spMkLst>
            <pc:docMk/>
            <pc:sldMk cId="4286597886" sldId="294"/>
            <ac:spMk id="47" creationId="{28E8E5CB-CB68-24FD-D29A-17B664996226}"/>
          </ac:spMkLst>
        </pc:spChg>
        <pc:spChg chg="mod">
          <ac:chgData name="백 수완" userId="f289e55a-4c5f-4a04-87b1-c07dd3c71619" providerId="ADAL" clId="{54D0157F-39E0-46D2-876C-609AB220ABA9}" dt="2025-05-09T02:22:03.883" v="5056" actId="2710"/>
          <ac:spMkLst>
            <pc:docMk/>
            <pc:sldMk cId="4286597886" sldId="294"/>
            <ac:spMk id="52" creationId="{31A05738-BD04-FBDA-3173-3D77D40FAC6D}"/>
          </ac:spMkLst>
        </pc:spChg>
        <pc:spChg chg="add mod">
          <ac:chgData name="백 수완" userId="f289e55a-4c5f-4a04-87b1-c07dd3c71619" providerId="ADAL" clId="{54D0157F-39E0-46D2-876C-609AB220ABA9}" dt="2025-05-09T00:45:58.735" v="1845"/>
          <ac:spMkLst>
            <pc:docMk/>
            <pc:sldMk cId="4286597886" sldId="294"/>
            <ac:spMk id="53" creationId="{8004A77B-E663-2737-2076-593E71FE5F96}"/>
          </ac:spMkLst>
        </pc:spChg>
        <pc:spChg chg="add mod">
          <ac:chgData name="백 수완" userId="f289e55a-4c5f-4a04-87b1-c07dd3c71619" providerId="ADAL" clId="{54D0157F-39E0-46D2-876C-609AB220ABA9}" dt="2025-05-09T04:39:27.342" v="6193" actId="404"/>
          <ac:spMkLst>
            <pc:docMk/>
            <pc:sldMk cId="4286597886" sldId="294"/>
            <ac:spMk id="54" creationId="{62C30FE4-7C1E-75C9-3C1E-495F1E4F32DD}"/>
          </ac:spMkLst>
        </pc:spChg>
        <pc:grpChg chg="mod">
          <ac:chgData name="백 수완" userId="f289e55a-4c5f-4a04-87b1-c07dd3c71619" providerId="ADAL" clId="{54D0157F-39E0-46D2-876C-609AB220ABA9}" dt="2025-05-09T02:22:15.253" v="5058" actId="12788"/>
          <ac:grpSpMkLst>
            <pc:docMk/>
            <pc:sldMk cId="4286597886" sldId="294"/>
            <ac:grpSpMk id="12" creationId="{DE5C9462-A367-1A81-BD45-341632614524}"/>
          </ac:grpSpMkLst>
        </pc:grpChg>
        <pc:grpChg chg="add mod">
          <ac:chgData name="백 수완" userId="f289e55a-4c5f-4a04-87b1-c07dd3c71619" providerId="ADAL" clId="{54D0157F-39E0-46D2-876C-609AB220ABA9}" dt="2025-05-09T02:22:08.629" v="5057" actId="12788"/>
          <ac:grpSpMkLst>
            <pc:docMk/>
            <pc:sldMk cId="4286597886" sldId="294"/>
            <ac:grpSpMk id="55" creationId="{3D8B30AB-B800-A14F-79FD-DA6B2CD5875B}"/>
          </ac:grpSpMkLst>
        </pc:grpChg>
        <pc:grpChg chg="add mod">
          <ac:chgData name="백 수완" userId="f289e55a-4c5f-4a04-87b1-c07dd3c71619" providerId="ADAL" clId="{54D0157F-39E0-46D2-876C-609AB220ABA9}" dt="2025-05-09T02:22:15.253" v="5058" actId="12788"/>
          <ac:grpSpMkLst>
            <pc:docMk/>
            <pc:sldMk cId="4286597886" sldId="294"/>
            <ac:grpSpMk id="56" creationId="{E4D6A04D-ABD3-774C-0B78-0657C26A1E9C}"/>
          </ac:grpSpMkLst>
        </pc:grpChg>
        <pc:picChg chg="mod">
          <ac:chgData name="백 수완" userId="f289e55a-4c5f-4a04-87b1-c07dd3c71619" providerId="ADAL" clId="{54D0157F-39E0-46D2-876C-609AB220ABA9}" dt="2025-05-09T02:22:08.629" v="5057" actId="12788"/>
          <ac:picMkLst>
            <pc:docMk/>
            <pc:sldMk cId="4286597886" sldId="294"/>
            <ac:picMk id="9" creationId="{ECA83539-C404-A12A-A9C0-023DD19BA71E}"/>
          </ac:picMkLst>
        </pc:picChg>
        <pc:picChg chg="mod">
          <ac:chgData name="백 수완" userId="f289e55a-4c5f-4a04-87b1-c07dd3c71619" providerId="ADAL" clId="{54D0157F-39E0-46D2-876C-609AB220ABA9}" dt="2025-05-09T02:13:15.390" v="4704" actId="164"/>
          <ac:picMkLst>
            <pc:docMk/>
            <pc:sldMk cId="4286597886" sldId="294"/>
            <ac:picMk id="15" creationId="{550A0544-B511-BC80-5111-8C68DAE26243}"/>
          </ac:picMkLst>
        </pc:picChg>
        <pc:picChg chg="mod">
          <ac:chgData name="백 수완" userId="f289e55a-4c5f-4a04-87b1-c07dd3c71619" providerId="ADAL" clId="{54D0157F-39E0-46D2-876C-609AB220ABA9}" dt="2025-05-09T02:13:55.216" v="4727" actId="164"/>
          <ac:picMkLst>
            <pc:docMk/>
            <pc:sldMk cId="4286597886" sldId="294"/>
            <ac:picMk id="19" creationId="{A58E0DDB-692E-C9DA-47A7-7CBAA0149796}"/>
          </ac:picMkLst>
        </pc:picChg>
        <pc:picChg chg="mod">
          <ac:chgData name="백 수완" userId="f289e55a-4c5f-4a04-87b1-c07dd3c71619" providerId="ADAL" clId="{54D0157F-39E0-46D2-876C-609AB220ABA9}" dt="2025-05-09T02:19:41.304" v="4965" actId="12788"/>
          <ac:picMkLst>
            <pc:docMk/>
            <pc:sldMk cId="4286597886" sldId="294"/>
            <ac:picMk id="23" creationId="{0A921991-65C7-6A2A-5B4C-F3801DA1158E}"/>
          </ac:picMkLst>
        </pc:picChg>
        <pc:picChg chg="mod">
          <ac:chgData name="백 수완" userId="f289e55a-4c5f-4a04-87b1-c07dd3c71619" providerId="ADAL" clId="{54D0157F-39E0-46D2-876C-609AB220ABA9}" dt="2025-05-09T02:19:41.304" v="4965" actId="12788"/>
          <ac:picMkLst>
            <pc:docMk/>
            <pc:sldMk cId="4286597886" sldId="294"/>
            <ac:picMk id="25" creationId="{E0019599-79BA-723E-A6F5-1831EFCC0149}"/>
          </ac:picMkLst>
        </pc:picChg>
        <pc:picChg chg="mod">
          <ac:chgData name="백 수완" userId="f289e55a-4c5f-4a04-87b1-c07dd3c71619" providerId="ADAL" clId="{54D0157F-39E0-46D2-876C-609AB220ABA9}" dt="2025-05-09T02:22:08.629" v="5057" actId="12788"/>
          <ac:picMkLst>
            <pc:docMk/>
            <pc:sldMk cId="4286597886" sldId="294"/>
            <ac:picMk id="28" creationId="{F739F64C-4A2B-37FB-C1BE-6F6A8FE369E1}"/>
          </ac:picMkLst>
        </pc:picChg>
        <pc:picChg chg="mod modCrop">
          <ac:chgData name="백 수완" userId="f289e55a-4c5f-4a04-87b1-c07dd3c71619" providerId="ADAL" clId="{54D0157F-39E0-46D2-876C-609AB220ABA9}" dt="2025-05-09T02:22:15.253" v="5058" actId="12788"/>
          <ac:picMkLst>
            <pc:docMk/>
            <pc:sldMk cId="4286597886" sldId="294"/>
            <ac:picMk id="30" creationId="{965A8EAB-5DCA-D861-CD57-FF7FA47F70A5}"/>
          </ac:picMkLst>
        </pc:picChg>
        <pc:picChg chg="mod modCrop">
          <ac:chgData name="백 수완" userId="f289e55a-4c5f-4a04-87b1-c07dd3c71619" providerId="ADAL" clId="{54D0157F-39E0-46D2-876C-609AB220ABA9}" dt="2025-05-09T02:18:39.983" v="4929" actId="12789"/>
          <ac:picMkLst>
            <pc:docMk/>
            <pc:sldMk cId="4286597886" sldId="294"/>
            <ac:picMk id="31" creationId="{74842CC2-0B22-DF92-A654-1DE92431B32D}"/>
          </ac:picMkLst>
        </pc:picChg>
        <pc:picChg chg="mod topLvl">
          <ac:chgData name="백 수완" userId="f289e55a-4c5f-4a04-87b1-c07dd3c71619" providerId="ADAL" clId="{54D0157F-39E0-46D2-876C-609AB220ABA9}" dt="2025-05-09T02:19:59.585" v="4970" actId="1076"/>
          <ac:picMkLst>
            <pc:docMk/>
            <pc:sldMk cId="4286597886" sldId="294"/>
            <ac:picMk id="35" creationId="{55BADAAE-4F93-D628-98DF-58FAE02F2C47}"/>
          </ac:picMkLst>
        </pc:picChg>
        <pc:picChg chg="mod topLvl">
          <ac:chgData name="백 수완" userId="f289e55a-4c5f-4a04-87b1-c07dd3c71619" providerId="ADAL" clId="{54D0157F-39E0-46D2-876C-609AB220ABA9}" dt="2025-05-09T02:18:53.743" v="4932" actId="12789"/>
          <ac:picMkLst>
            <pc:docMk/>
            <pc:sldMk cId="4286597886" sldId="294"/>
            <ac:picMk id="36" creationId="{B50A1C54-2E18-6A29-86EE-3D9F33F94648}"/>
          </ac:picMkLst>
        </pc:picChg>
        <pc:picChg chg="mod topLvl">
          <ac:chgData name="백 수완" userId="f289e55a-4c5f-4a04-87b1-c07dd3c71619" providerId="ADAL" clId="{54D0157F-39E0-46D2-876C-609AB220ABA9}" dt="2025-05-09T02:18:34.620" v="4928" actId="12789"/>
          <ac:picMkLst>
            <pc:docMk/>
            <pc:sldMk cId="4286597886" sldId="294"/>
            <ac:picMk id="37" creationId="{AE639167-2790-6A47-9F4C-FF3FBB15D142}"/>
          </ac:picMkLst>
        </pc:picChg>
        <pc:picChg chg="mod topLvl">
          <ac:chgData name="백 수완" userId="f289e55a-4c5f-4a04-87b1-c07dd3c71619" providerId="ADAL" clId="{54D0157F-39E0-46D2-876C-609AB220ABA9}" dt="2025-05-09T02:19:41.304" v="4965" actId="12788"/>
          <ac:picMkLst>
            <pc:docMk/>
            <pc:sldMk cId="4286597886" sldId="294"/>
            <ac:picMk id="42" creationId="{42E4423B-1276-E431-FE85-AC7320E914B8}"/>
          </ac:picMkLst>
        </pc:picChg>
        <pc:picChg chg="mod">
          <ac:chgData name="백 수완" userId="f289e55a-4c5f-4a04-87b1-c07dd3c71619" providerId="ADAL" clId="{54D0157F-39E0-46D2-876C-609AB220ABA9}" dt="2025-05-09T02:19:41.304" v="4965" actId="12788"/>
          <ac:picMkLst>
            <pc:docMk/>
            <pc:sldMk cId="4286597886" sldId="294"/>
            <ac:picMk id="43" creationId="{83922C04-8D8B-8C41-D476-13682C6F053A}"/>
          </ac:picMkLst>
        </pc:picChg>
        <pc:picChg chg="mod topLvl">
          <ac:chgData name="백 수완" userId="f289e55a-4c5f-4a04-87b1-c07dd3c71619" providerId="ADAL" clId="{54D0157F-39E0-46D2-876C-609AB220ABA9}" dt="2025-05-09T02:19:41.304" v="4965" actId="12788"/>
          <ac:picMkLst>
            <pc:docMk/>
            <pc:sldMk cId="4286597886" sldId="294"/>
            <ac:picMk id="48" creationId="{6DE22E5A-A99A-32B4-7FE5-B0A648951E24}"/>
          </ac:picMkLst>
        </pc:picChg>
        <pc:cxnChg chg="mod">
          <ac:chgData name="백 수완" userId="f289e55a-4c5f-4a04-87b1-c07dd3c71619" providerId="ADAL" clId="{54D0157F-39E0-46D2-876C-609AB220ABA9}" dt="2025-05-09T02:19:14.091" v="4950" actId="14100"/>
          <ac:cxnSpMkLst>
            <pc:docMk/>
            <pc:sldMk cId="4286597886" sldId="294"/>
            <ac:cxnSpMk id="13" creationId="{51F57FDB-574D-1CE6-1B82-96BE3F88D4C9}"/>
          </ac:cxnSpMkLst>
        </pc:cxnChg>
        <pc:cxnChg chg="mod">
          <ac:chgData name="백 수완" userId="f289e55a-4c5f-4a04-87b1-c07dd3c71619" providerId="ADAL" clId="{54D0157F-39E0-46D2-876C-609AB220ABA9}" dt="2025-05-09T02:18:34.620" v="4928" actId="12789"/>
          <ac:cxnSpMkLst>
            <pc:docMk/>
            <pc:sldMk cId="4286597886" sldId="294"/>
            <ac:cxnSpMk id="14" creationId="{DCCD76CA-CEE0-3F76-9A1A-479FC2C28731}"/>
          </ac:cxnSpMkLst>
        </pc:cxnChg>
        <pc:cxnChg chg="mod">
          <ac:chgData name="백 수완" userId="f289e55a-4c5f-4a04-87b1-c07dd3c71619" providerId="ADAL" clId="{54D0157F-39E0-46D2-876C-609AB220ABA9}" dt="2025-05-09T02:19:36.712" v="4964" actId="14100"/>
          <ac:cxnSpMkLst>
            <pc:docMk/>
            <pc:sldMk cId="4286597886" sldId="294"/>
            <ac:cxnSpMk id="17" creationId="{068F32EB-5796-A957-9E4D-C5E0D54C2726}"/>
          </ac:cxnSpMkLst>
        </pc:cxnChg>
        <pc:cxnChg chg="mod">
          <ac:chgData name="백 수완" userId="f289e55a-4c5f-4a04-87b1-c07dd3c71619" providerId="ADAL" clId="{54D0157F-39E0-46D2-876C-609AB220ABA9}" dt="2025-05-09T02:15:45.706" v="4836" actId="1038"/>
          <ac:cxnSpMkLst>
            <pc:docMk/>
            <pc:sldMk cId="4286597886" sldId="294"/>
            <ac:cxnSpMk id="18" creationId="{AB17353F-E00A-DDCC-A322-282C3BCB0C8D}"/>
          </ac:cxnSpMkLst>
        </pc:cxnChg>
        <pc:cxnChg chg="mod">
          <ac:chgData name="백 수완" userId="f289e55a-4c5f-4a04-87b1-c07dd3c71619" providerId="ADAL" clId="{54D0157F-39E0-46D2-876C-609AB220ABA9}" dt="2025-05-09T02:19:41.304" v="4965" actId="12788"/>
          <ac:cxnSpMkLst>
            <pc:docMk/>
            <pc:sldMk cId="4286597886" sldId="294"/>
            <ac:cxnSpMk id="26" creationId="{062FCB5E-040A-99A7-FF01-C59F009ED37E}"/>
          </ac:cxnSpMkLst>
        </pc:cxnChg>
        <pc:cxnChg chg="mod">
          <ac:chgData name="백 수완" userId="f289e55a-4c5f-4a04-87b1-c07dd3c71619" providerId="ADAL" clId="{54D0157F-39E0-46D2-876C-609AB220ABA9}" dt="2025-05-09T02:18:39.983" v="4929" actId="12789"/>
          <ac:cxnSpMkLst>
            <pc:docMk/>
            <pc:sldMk cId="4286597886" sldId="294"/>
            <ac:cxnSpMk id="32" creationId="{BEACF573-1D46-A12B-4971-D1A39F2A6AFB}"/>
          </ac:cxnSpMkLst>
        </pc:cxnChg>
        <pc:cxnChg chg="mod">
          <ac:chgData name="백 수완" userId="f289e55a-4c5f-4a04-87b1-c07dd3c71619" providerId="ADAL" clId="{54D0157F-39E0-46D2-876C-609AB220ABA9}" dt="2025-05-09T02:18:39.983" v="4929" actId="12789"/>
          <ac:cxnSpMkLst>
            <pc:docMk/>
            <pc:sldMk cId="4286597886" sldId="294"/>
            <ac:cxnSpMk id="34" creationId="{784AEAAF-0382-97B1-6BD1-B155C0CE33A3}"/>
          </ac:cxnSpMkLst>
        </pc:cxnChg>
        <pc:cxnChg chg="mod">
          <ac:chgData name="백 수완" userId="f289e55a-4c5f-4a04-87b1-c07dd3c71619" providerId="ADAL" clId="{54D0157F-39E0-46D2-876C-609AB220ABA9}" dt="2025-05-09T02:19:23.227" v="4962" actId="1038"/>
          <ac:cxnSpMkLst>
            <pc:docMk/>
            <pc:sldMk cId="4286597886" sldId="294"/>
            <ac:cxnSpMk id="40" creationId="{50B13AC4-16D2-B2F2-438E-68C2B5D60C6A}"/>
          </ac:cxnSpMkLst>
        </pc:cxnChg>
        <pc:cxnChg chg="mod">
          <ac:chgData name="백 수완" userId="f289e55a-4c5f-4a04-87b1-c07dd3c71619" providerId="ADAL" clId="{54D0157F-39E0-46D2-876C-609AB220ABA9}" dt="2025-05-09T02:19:05.323" v="4946" actId="1035"/>
          <ac:cxnSpMkLst>
            <pc:docMk/>
            <pc:sldMk cId="4286597886" sldId="294"/>
            <ac:cxnSpMk id="41" creationId="{F617FBA5-E18A-E63B-4C12-B9CF6FF176F1}"/>
          </ac:cxnSpMkLst>
        </pc:cxnChg>
        <pc:cxnChg chg="mod">
          <ac:chgData name="백 수완" userId="f289e55a-4c5f-4a04-87b1-c07dd3c71619" providerId="ADAL" clId="{54D0157F-39E0-46D2-876C-609AB220ABA9}" dt="2025-05-09T02:17:40.348" v="4877" actId="12788"/>
          <ac:cxnSpMkLst>
            <pc:docMk/>
            <pc:sldMk cId="4286597886" sldId="294"/>
            <ac:cxnSpMk id="46" creationId="{7F0B09DC-8CEF-5B75-6B5B-226E909B48D7}"/>
          </ac:cxnSpMkLst>
        </pc:cxnChg>
      </pc:sldChg>
      <pc:sldChg chg="addSp delSp modSp new mod">
        <pc:chgData name="백 수완" userId="f289e55a-4c5f-4a04-87b1-c07dd3c71619" providerId="ADAL" clId="{54D0157F-39E0-46D2-876C-609AB220ABA9}" dt="2025-05-09T05:26:35.583" v="7730" actId="207"/>
        <pc:sldMkLst>
          <pc:docMk/>
          <pc:sldMk cId="3445510507" sldId="296"/>
        </pc:sldMkLst>
        <pc:spChg chg="add mod">
          <ac:chgData name="백 수완" userId="f289e55a-4c5f-4a04-87b1-c07dd3c71619" providerId="ADAL" clId="{54D0157F-39E0-46D2-876C-609AB220ABA9}" dt="2025-05-09T00:39:59.743" v="1449" actId="692"/>
          <ac:spMkLst>
            <pc:docMk/>
            <pc:sldMk cId="3445510507" sldId="296"/>
            <ac:spMk id="2" creationId="{6026B109-D178-181F-754C-279980E5E47B}"/>
          </ac:spMkLst>
        </pc:spChg>
        <pc:spChg chg="add mod">
          <ac:chgData name="백 수완" userId="f289e55a-4c5f-4a04-87b1-c07dd3c71619" providerId="ADAL" clId="{54D0157F-39E0-46D2-876C-609AB220ABA9}" dt="2025-05-09T00:39:59.743" v="1449" actId="692"/>
          <ac:spMkLst>
            <pc:docMk/>
            <pc:sldMk cId="3445510507" sldId="296"/>
            <ac:spMk id="6" creationId="{D8B06519-DA29-4A8F-1510-26348FC57CA3}"/>
          </ac:spMkLst>
        </pc:spChg>
        <pc:spChg chg="add mod">
          <ac:chgData name="백 수완" userId="f289e55a-4c5f-4a04-87b1-c07dd3c71619" providerId="ADAL" clId="{54D0157F-39E0-46D2-876C-609AB220ABA9}" dt="2025-05-09T00:39:59.743" v="1449" actId="692"/>
          <ac:spMkLst>
            <pc:docMk/>
            <pc:sldMk cId="3445510507" sldId="296"/>
            <ac:spMk id="7" creationId="{4E266433-91AE-62F6-BA84-E408F6FF120C}"/>
          </ac:spMkLst>
        </pc:spChg>
      </pc:sldChg>
      <pc:sldMasterChg chg="modSldLayout">
        <pc:chgData name="백 수완" userId="f289e55a-4c5f-4a04-87b1-c07dd3c71619" providerId="ADAL" clId="{54D0157F-39E0-46D2-876C-609AB220ABA9}" dt="2025-05-09T01:07:09.755" v="2607" actId="478"/>
        <pc:sldMasterMkLst>
          <pc:docMk/>
          <pc:sldMasterMk cId="2477805531" sldId="2147483660"/>
        </pc:sldMasterMkLst>
        <pc:sldLayoutChg chg="addSp modSp">
          <pc:chgData name="백 수완" userId="f289e55a-4c5f-4a04-87b1-c07dd3c71619" providerId="ADAL" clId="{54D0157F-39E0-46D2-876C-609AB220ABA9}" dt="2025-05-09T00:26:20.401" v="834"/>
          <pc:sldLayoutMkLst>
            <pc:docMk/>
            <pc:sldMasterMk cId="2477805531" sldId="2147483660"/>
            <pc:sldLayoutMk cId="1620503372" sldId="2147483663"/>
          </pc:sldLayoutMkLst>
        </pc:sldLayoutChg>
        <pc:sldLayoutChg chg="addSp delSp modSp mod">
          <pc:chgData name="백 수완" userId="f289e55a-4c5f-4a04-87b1-c07dd3c71619" providerId="ADAL" clId="{54D0157F-39E0-46D2-876C-609AB220ABA9}" dt="2025-05-09T01:07:09.755" v="2607" actId="478"/>
          <pc:sldLayoutMkLst>
            <pc:docMk/>
            <pc:sldMasterMk cId="2477805531" sldId="2147483660"/>
            <pc:sldLayoutMk cId="4104166687" sldId="2147483664"/>
          </pc:sldLayoutMkLst>
          <pc:spChg chg="add mod">
            <ac:chgData name="백 수완" userId="f289e55a-4c5f-4a04-87b1-c07dd3c71619" providerId="ADAL" clId="{54D0157F-39E0-46D2-876C-609AB220ABA9}" dt="2025-05-09T00:26:30.058" v="837"/>
            <ac:spMkLst>
              <pc:docMk/>
              <pc:sldMasterMk cId="2477805531" sldId="2147483660"/>
              <pc:sldLayoutMk cId="4104166687" sldId="2147483664"/>
              <ac:spMk id="34" creationId="{DDFCA096-C643-8F47-A5F8-9FFA3C34A143}"/>
            </ac:spMkLst>
          </pc:spChg>
          <pc:picChg chg="mod">
            <ac:chgData name="백 수완" userId="f289e55a-4c5f-4a04-87b1-c07dd3c71619" providerId="ADAL" clId="{54D0157F-39E0-46D2-876C-609AB220ABA9}" dt="2025-05-09T00:28:16.715" v="901" actId="553"/>
            <ac:picMkLst>
              <pc:docMk/>
              <pc:sldMasterMk cId="2477805531" sldId="2147483660"/>
              <pc:sldLayoutMk cId="4104166687" sldId="2147483664"/>
              <ac:picMk id="9" creationId="{7D1C32A3-25A5-DF52-C009-D7C544E7536A}"/>
            </ac:picMkLst>
          </pc:picChg>
        </pc:sldLayoutChg>
      </pc:sldMasterChg>
    </pc:docChg>
  </pc:docChgLst>
  <pc:docChgLst>
    <pc:chgData name="백수완" userId="f289e55a-4c5f-4a04-87b1-c07dd3c71619" providerId="ADAL" clId="{3DD9690D-F079-40FC-A102-D0C48F30A750}"/>
    <pc:docChg chg="modSld">
      <pc:chgData name="백수완" userId="f289e55a-4c5f-4a04-87b1-c07dd3c71619" providerId="ADAL" clId="{3DD9690D-F079-40FC-A102-D0C48F30A750}" dt="2025-05-16T08:24:12.390" v="0" actId="1076"/>
      <pc:docMkLst>
        <pc:docMk/>
      </pc:docMkLst>
      <pc:sldChg chg="modSp mod">
        <pc:chgData name="백수완" userId="f289e55a-4c5f-4a04-87b1-c07dd3c71619" providerId="ADAL" clId="{3DD9690D-F079-40FC-A102-D0C48F30A750}" dt="2025-05-16T08:24:12.390" v="0" actId="1076"/>
        <pc:sldMkLst>
          <pc:docMk/>
          <pc:sldMk cId="314214132" sldId="270"/>
        </pc:sldMkLst>
        <pc:spChg chg="mod">
          <ac:chgData name="백수완" userId="f289e55a-4c5f-4a04-87b1-c07dd3c71619" providerId="ADAL" clId="{3DD9690D-F079-40FC-A102-D0C48F30A750}" dt="2025-05-16T08:24:12.390" v="0" actId="1076"/>
          <ac:spMkLst>
            <pc:docMk/>
            <pc:sldMk cId="314214132" sldId="270"/>
            <ac:spMk id="57" creationId="{70931D10-4581-B2B4-09DE-928FA9915AB7}"/>
          </ac:spMkLst>
        </pc:spChg>
        <pc:spChg chg="mod">
          <ac:chgData name="백수완" userId="f289e55a-4c5f-4a04-87b1-c07dd3c71619" providerId="ADAL" clId="{3DD9690D-F079-40FC-A102-D0C48F30A750}" dt="2025-05-16T08:24:12.390" v="0" actId="1076"/>
          <ac:spMkLst>
            <pc:docMk/>
            <pc:sldMk cId="314214132" sldId="270"/>
            <ac:spMk id="58" creationId="{A72E76E3-0508-09A0-C579-28ABD07CB0D4}"/>
          </ac:spMkLst>
        </pc:spChg>
      </pc:sldChg>
    </pc:docChg>
  </pc:docChgLst>
  <pc:docChgLst>
    <pc:chgData name="백수완" userId="f289e55a-4c5f-4a04-87b1-c07dd3c71619" providerId="ADAL" clId="{9D268A1B-3A84-418F-993C-33B0A76D59BA}"/>
    <pc:docChg chg="modSld">
      <pc:chgData name="백수완" userId="f289e55a-4c5f-4a04-87b1-c07dd3c71619" providerId="ADAL" clId="{9D268A1B-3A84-418F-993C-33B0A76D59BA}" dt="2025-05-15T00:50:18.423" v="7" actId="1038"/>
      <pc:docMkLst>
        <pc:docMk/>
      </pc:docMkLst>
      <pc:sldChg chg="modSp mod">
        <pc:chgData name="백수완" userId="f289e55a-4c5f-4a04-87b1-c07dd3c71619" providerId="ADAL" clId="{9D268A1B-3A84-418F-993C-33B0A76D59BA}" dt="2025-05-15T00:50:18.423" v="7" actId="1038"/>
        <pc:sldMkLst>
          <pc:docMk/>
          <pc:sldMk cId="988646595" sldId="264"/>
        </pc:sldMkLst>
        <pc:spChg chg="mod">
          <ac:chgData name="백수완" userId="f289e55a-4c5f-4a04-87b1-c07dd3c71619" providerId="ADAL" clId="{9D268A1B-3A84-418F-993C-33B0A76D59BA}" dt="2025-05-15T00:50:18.423" v="7" actId="1038"/>
          <ac:spMkLst>
            <pc:docMk/>
            <pc:sldMk cId="988646595" sldId="264"/>
            <ac:spMk id="35" creationId="{932B5FB9-2C3C-471B-5D39-A721BCC5ECA5}"/>
          </ac:spMkLst>
        </pc:spChg>
        <pc:spChg chg="mod">
          <ac:chgData name="백수완" userId="f289e55a-4c5f-4a04-87b1-c07dd3c71619" providerId="ADAL" clId="{9D268A1B-3A84-418F-993C-33B0A76D59BA}" dt="2025-05-15T00:50:12.951" v="6" actId="1038"/>
          <ac:spMkLst>
            <pc:docMk/>
            <pc:sldMk cId="988646595" sldId="264"/>
            <ac:spMk id="38" creationId="{F9E40903-191C-BA14-AD06-F219DE7F6C67}"/>
          </ac:spMkLst>
        </pc:spChg>
        <pc:spChg chg="mod">
          <ac:chgData name="백수완" userId="f289e55a-4c5f-4a04-87b1-c07dd3c71619" providerId="ADAL" clId="{9D268A1B-3A84-418F-993C-33B0A76D59BA}" dt="2025-05-15T00:50:18.423" v="7" actId="1038"/>
          <ac:spMkLst>
            <pc:docMk/>
            <pc:sldMk cId="988646595" sldId="264"/>
            <ac:spMk id="51" creationId="{EAE3053D-345C-10CC-CFBE-73652CFD6609}"/>
          </ac:spMkLst>
        </pc:spChg>
        <pc:spChg chg="mod">
          <ac:chgData name="백수완" userId="f289e55a-4c5f-4a04-87b1-c07dd3c71619" providerId="ADAL" clId="{9D268A1B-3A84-418F-993C-33B0A76D59BA}" dt="2025-05-15T00:50:12.951" v="6" actId="1038"/>
          <ac:spMkLst>
            <pc:docMk/>
            <pc:sldMk cId="988646595" sldId="264"/>
            <ac:spMk id="57" creationId="{82264A33-9446-CED8-D7A5-28C62DD77972}"/>
          </ac:spMkLst>
        </pc:spChg>
        <pc:spChg chg="mod">
          <ac:chgData name="백수완" userId="f289e55a-4c5f-4a04-87b1-c07dd3c71619" providerId="ADAL" clId="{9D268A1B-3A84-418F-993C-33B0A76D59BA}" dt="2025-05-15T00:50:18.423" v="7" actId="1038"/>
          <ac:spMkLst>
            <pc:docMk/>
            <pc:sldMk cId="988646595" sldId="264"/>
            <ac:spMk id="170" creationId="{B80D5B74-9110-A5E3-711B-4C69AAB7FC54}"/>
          </ac:spMkLst>
        </pc:spChg>
        <pc:spChg chg="mod">
          <ac:chgData name="백수완" userId="f289e55a-4c5f-4a04-87b1-c07dd3c71619" providerId="ADAL" clId="{9D268A1B-3A84-418F-993C-33B0A76D59BA}" dt="2025-05-15T00:50:12.951" v="6" actId="1038"/>
          <ac:spMkLst>
            <pc:docMk/>
            <pc:sldMk cId="988646595" sldId="264"/>
            <ac:spMk id="171" creationId="{AC3E7278-F250-7D08-BC99-596BA2A40626}"/>
          </ac:spMkLst>
        </pc:spChg>
        <pc:grpChg chg="mod">
          <ac:chgData name="백수완" userId="f289e55a-4c5f-4a04-87b1-c07dd3c71619" providerId="ADAL" clId="{9D268A1B-3A84-418F-993C-33B0A76D59BA}" dt="2025-05-15T00:50:12.951" v="6" actId="1038"/>
          <ac:grpSpMkLst>
            <pc:docMk/>
            <pc:sldMk cId="988646595" sldId="264"/>
            <ac:grpSpMk id="7" creationId="{D8705BAA-712B-6A1C-73C1-D32F1CA6FA3C}"/>
          </ac:grpSpMkLst>
        </pc:grpChg>
        <pc:grpChg chg="mod">
          <ac:chgData name="백수완" userId="f289e55a-4c5f-4a04-87b1-c07dd3c71619" providerId="ADAL" clId="{9D268A1B-3A84-418F-993C-33B0A76D59BA}" dt="2025-05-15T00:50:12.951" v="6" actId="1038"/>
          <ac:grpSpMkLst>
            <pc:docMk/>
            <pc:sldMk cId="988646595" sldId="264"/>
            <ac:grpSpMk id="16" creationId="{7130160C-31AE-6C97-E350-4E187B7FDC25}"/>
          </ac:grpSpMkLst>
        </pc:grpChg>
        <pc:grpChg chg="mod">
          <ac:chgData name="백수완" userId="f289e55a-4c5f-4a04-87b1-c07dd3c71619" providerId="ADAL" clId="{9D268A1B-3A84-418F-993C-33B0A76D59BA}" dt="2025-05-15T00:50:18.423" v="7" actId="1038"/>
          <ac:grpSpMkLst>
            <pc:docMk/>
            <pc:sldMk cId="988646595" sldId="264"/>
            <ac:grpSpMk id="59" creationId="{A5D35AB3-D05F-3B7B-4FF1-75DB0F4CFA9A}"/>
          </ac:grpSpMkLst>
        </pc:grpChg>
        <pc:grpChg chg="mod">
          <ac:chgData name="백수완" userId="f289e55a-4c5f-4a04-87b1-c07dd3c71619" providerId="ADAL" clId="{9D268A1B-3A84-418F-993C-33B0A76D59BA}" dt="2025-05-15T00:50:18.423" v="7" actId="1038"/>
          <ac:grpSpMkLst>
            <pc:docMk/>
            <pc:sldMk cId="988646595" sldId="264"/>
            <ac:grpSpMk id="64" creationId="{48DCD50C-017A-A53B-498C-750FD28E0C37}"/>
          </ac:grpSpMkLst>
        </pc:grpChg>
        <pc:grpChg chg="mod">
          <ac:chgData name="백수완" userId="f289e55a-4c5f-4a04-87b1-c07dd3c71619" providerId="ADAL" clId="{9D268A1B-3A84-418F-993C-33B0A76D59BA}" dt="2025-05-15T00:50:12.951" v="6" actId="1038"/>
          <ac:grpSpMkLst>
            <pc:docMk/>
            <pc:sldMk cId="988646595" sldId="264"/>
            <ac:grpSpMk id="72" creationId="{014D9534-DC9F-D4E6-215D-19941C3B265D}"/>
          </ac:grpSpMkLst>
        </pc:grpChg>
        <pc:grpChg chg="mod">
          <ac:chgData name="백수완" userId="f289e55a-4c5f-4a04-87b1-c07dd3c71619" providerId="ADAL" clId="{9D268A1B-3A84-418F-993C-33B0A76D59BA}" dt="2025-05-15T00:50:18.423" v="7" actId="1038"/>
          <ac:grpSpMkLst>
            <pc:docMk/>
            <pc:sldMk cId="988646595" sldId="264"/>
            <ac:grpSpMk id="73" creationId="{8C77F858-B4BE-572E-638C-B3D23FC0897C}"/>
          </ac:grpSpMkLst>
        </pc:grpChg>
        <pc:grpChg chg="mod">
          <ac:chgData name="백수완" userId="f289e55a-4c5f-4a04-87b1-c07dd3c71619" providerId="ADAL" clId="{9D268A1B-3A84-418F-993C-33B0A76D59BA}" dt="2025-05-15T00:50:18.423" v="7" actId="1038"/>
          <ac:grpSpMkLst>
            <pc:docMk/>
            <pc:sldMk cId="988646595" sldId="264"/>
            <ac:grpSpMk id="156" creationId="{D073D828-5CFF-A337-0110-DE22E5E97923}"/>
          </ac:grpSpMkLst>
        </pc:grpChg>
        <pc:grpChg chg="mod">
          <ac:chgData name="백수완" userId="f289e55a-4c5f-4a04-87b1-c07dd3c71619" providerId="ADAL" clId="{9D268A1B-3A84-418F-993C-33B0A76D59BA}" dt="2025-05-15T00:50:12.951" v="6" actId="1038"/>
          <ac:grpSpMkLst>
            <pc:docMk/>
            <pc:sldMk cId="988646595" sldId="264"/>
            <ac:grpSpMk id="157" creationId="{3831B146-F490-1452-8176-62A2078989A1}"/>
          </ac:grpSpMkLst>
        </pc:grpChg>
        <pc:picChg chg="mod">
          <ac:chgData name="백수완" userId="f289e55a-4c5f-4a04-87b1-c07dd3c71619" providerId="ADAL" clId="{9D268A1B-3A84-418F-993C-33B0A76D59BA}" dt="2025-05-15T00:50:18.423" v="7" actId="1038"/>
          <ac:picMkLst>
            <pc:docMk/>
            <pc:sldMk cId="988646595" sldId="264"/>
            <ac:picMk id="52" creationId="{770AE064-297C-E1C2-FAC1-9D686436AE98}"/>
          </ac:picMkLst>
        </pc:picChg>
        <pc:picChg chg="mod">
          <ac:chgData name="백수완" userId="f289e55a-4c5f-4a04-87b1-c07dd3c71619" providerId="ADAL" clId="{9D268A1B-3A84-418F-993C-33B0A76D59BA}" dt="2025-05-15T00:50:12.951" v="6" actId="1038"/>
          <ac:picMkLst>
            <pc:docMk/>
            <pc:sldMk cId="988646595" sldId="264"/>
            <ac:picMk id="58" creationId="{2BB4FA36-2BCE-97B7-0D03-56CD85503B72}"/>
          </ac:picMkLst>
        </pc:picChg>
        <pc:picChg chg="mod">
          <ac:chgData name="백수완" userId="f289e55a-4c5f-4a04-87b1-c07dd3c71619" providerId="ADAL" clId="{9D268A1B-3A84-418F-993C-33B0A76D59BA}" dt="2025-05-15T00:50:18.423" v="7" actId="1038"/>
          <ac:picMkLst>
            <pc:docMk/>
            <pc:sldMk cId="988646595" sldId="264"/>
            <ac:picMk id="203" creationId="{D0E213BA-03CC-5083-91E2-CD9F44B5967A}"/>
          </ac:picMkLst>
        </pc:picChg>
        <pc:picChg chg="mod">
          <ac:chgData name="백수완" userId="f289e55a-4c5f-4a04-87b1-c07dd3c71619" providerId="ADAL" clId="{9D268A1B-3A84-418F-993C-33B0A76D59BA}" dt="2025-05-15T00:50:12.951" v="6" actId="1038"/>
          <ac:picMkLst>
            <pc:docMk/>
            <pc:sldMk cId="988646595" sldId="264"/>
            <ac:picMk id="205" creationId="{E3E734B9-7825-F4BD-42DE-2A40F4046D2E}"/>
          </ac:picMkLst>
        </pc:picChg>
      </pc:sldChg>
      <pc:sldChg chg="modSp mod">
        <pc:chgData name="백수완" userId="f289e55a-4c5f-4a04-87b1-c07dd3c71619" providerId="ADAL" clId="{9D268A1B-3A84-418F-993C-33B0A76D59BA}" dt="2025-05-15T00:50:01.264" v="5" actId="20577"/>
        <pc:sldMkLst>
          <pc:docMk/>
          <pc:sldMk cId="3830345923" sldId="291"/>
        </pc:sldMkLst>
        <pc:spChg chg="mod">
          <ac:chgData name="백수완" userId="f289e55a-4c5f-4a04-87b1-c07dd3c71619" providerId="ADAL" clId="{9D268A1B-3A84-418F-993C-33B0A76D59BA}" dt="2025-05-15T00:49:58.590" v="3" actId="20577"/>
          <ac:spMkLst>
            <pc:docMk/>
            <pc:sldMk cId="3830345923" sldId="291"/>
            <ac:spMk id="53" creationId="{109F82AC-5727-26F4-9B7B-38B59472B5B7}"/>
          </ac:spMkLst>
        </pc:spChg>
        <pc:spChg chg="mod">
          <ac:chgData name="백수완" userId="f289e55a-4c5f-4a04-87b1-c07dd3c71619" providerId="ADAL" clId="{9D268A1B-3A84-418F-993C-33B0A76D59BA}" dt="2025-05-15T00:50:01.264" v="5" actId="20577"/>
          <ac:spMkLst>
            <pc:docMk/>
            <pc:sldMk cId="3830345923" sldId="291"/>
            <ac:spMk id="56" creationId="{AA538019-7F97-CC19-F5EE-3C9D489A6715}"/>
          </ac:spMkLst>
        </pc:spChg>
      </pc:sldChg>
    </pc:docChg>
  </pc:docChgLst>
  <pc:docChgLst>
    <pc:chgData name="백수완" userId="f289e55a-4c5f-4a04-87b1-c07dd3c71619" providerId="ADAL" clId="{267CC299-18B6-47CC-82BC-136CA69195B2}"/>
    <pc:docChg chg="custSel modSld">
      <pc:chgData name="백수완" userId="f289e55a-4c5f-4a04-87b1-c07dd3c71619" providerId="ADAL" clId="{267CC299-18B6-47CC-82BC-136CA69195B2}" dt="2025-05-16T08:22:20.068" v="84" actId="20577"/>
      <pc:docMkLst>
        <pc:docMk/>
      </pc:docMkLst>
      <pc:sldChg chg="modSp mod">
        <pc:chgData name="백수완" userId="f289e55a-4c5f-4a04-87b1-c07dd3c71619" providerId="ADAL" clId="{267CC299-18B6-47CC-82BC-136CA69195B2}" dt="2025-05-16T08:22:01.181" v="77" actId="14100"/>
        <pc:sldMkLst>
          <pc:docMk/>
          <pc:sldMk cId="3343990983" sldId="267"/>
        </pc:sldMkLst>
        <pc:spChg chg="mod">
          <ac:chgData name="백수완" userId="f289e55a-4c5f-4a04-87b1-c07dd3c71619" providerId="ADAL" clId="{267CC299-18B6-47CC-82BC-136CA69195B2}" dt="2025-05-16T08:22:01.181" v="77" actId="14100"/>
          <ac:spMkLst>
            <pc:docMk/>
            <pc:sldMk cId="3343990983" sldId="267"/>
            <ac:spMk id="17" creationId="{9D1BB408-0FCE-5D65-DF8D-2807B806096B}"/>
          </ac:spMkLst>
        </pc:spChg>
        <pc:spChg chg="mod">
          <ac:chgData name="백수완" userId="f289e55a-4c5f-4a04-87b1-c07dd3c71619" providerId="ADAL" clId="{267CC299-18B6-47CC-82BC-136CA69195B2}" dt="2025-05-16T08:21:34.897" v="64" actId="1037"/>
          <ac:spMkLst>
            <pc:docMk/>
            <pc:sldMk cId="3343990983" sldId="267"/>
            <ac:spMk id="18" creationId="{494BF3CE-9A00-3002-C9AD-37DE14E97B52}"/>
          </ac:spMkLst>
        </pc:spChg>
        <pc:spChg chg="mod">
          <ac:chgData name="백수완" userId="f289e55a-4c5f-4a04-87b1-c07dd3c71619" providerId="ADAL" clId="{267CC299-18B6-47CC-82BC-136CA69195B2}" dt="2025-05-16T08:21:21.601" v="40" actId="20577"/>
          <ac:spMkLst>
            <pc:docMk/>
            <pc:sldMk cId="3343990983" sldId="267"/>
            <ac:spMk id="19" creationId="{29046BD2-620E-CA76-53CC-7E1E442AE05E}"/>
          </ac:spMkLst>
        </pc:spChg>
        <pc:spChg chg="mod">
          <ac:chgData name="백수완" userId="f289e55a-4c5f-4a04-87b1-c07dd3c71619" providerId="ADAL" clId="{267CC299-18B6-47CC-82BC-136CA69195B2}" dt="2025-05-16T08:20:24.999" v="27" actId="12788"/>
          <ac:spMkLst>
            <pc:docMk/>
            <pc:sldMk cId="3343990983" sldId="267"/>
            <ac:spMk id="20" creationId="{2942BF43-AAE5-C054-4D80-DD8A9FB7239F}"/>
          </ac:spMkLst>
        </pc:spChg>
        <pc:spChg chg="mod">
          <ac:chgData name="백수완" userId="f289e55a-4c5f-4a04-87b1-c07dd3c71619" providerId="ADAL" clId="{267CC299-18B6-47CC-82BC-136CA69195B2}" dt="2025-05-16T08:21:46.675" v="72" actId="14100"/>
          <ac:spMkLst>
            <pc:docMk/>
            <pc:sldMk cId="3343990983" sldId="267"/>
            <ac:spMk id="23" creationId="{6C518519-148B-8285-3433-F574810AE0E8}"/>
          </ac:spMkLst>
        </pc:spChg>
        <pc:spChg chg="mod">
          <ac:chgData name="백수완" userId="f289e55a-4c5f-4a04-87b1-c07dd3c71619" providerId="ADAL" clId="{267CC299-18B6-47CC-82BC-136CA69195B2}" dt="2025-05-16T08:20:24.999" v="27" actId="12788"/>
          <ac:spMkLst>
            <pc:docMk/>
            <pc:sldMk cId="3343990983" sldId="267"/>
            <ac:spMk id="39" creationId="{F0246112-3B40-7DCE-7BF0-336C1ACE3837}"/>
          </ac:spMkLst>
        </pc:spChg>
        <pc:grpChg chg="mod">
          <ac:chgData name="백수완" userId="f289e55a-4c5f-4a04-87b1-c07dd3c71619" providerId="ADAL" clId="{267CC299-18B6-47CC-82BC-136CA69195B2}" dt="2025-05-16T08:20:24.999" v="27" actId="12788"/>
          <ac:grpSpMkLst>
            <pc:docMk/>
            <pc:sldMk cId="3343990983" sldId="267"/>
            <ac:grpSpMk id="14" creationId="{D8558593-50B1-9690-CF53-CE6F9D4DB1FF}"/>
          </ac:grpSpMkLst>
        </pc:grpChg>
        <pc:graphicFrameChg chg="mod">
          <ac:chgData name="백수완" userId="f289e55a-4c5f-4a04-87b1-c07dd3c71619" providerId="ADAL" clId="{267CC299-18B6-47CC-82BC-136CA69195B2}" dt="2025-05-16T08:20:24.999" v="27" actId="12788"/>
          <ac:graphicFrameMkLst>
            <pc:docMk/>
            <pc:sldMk cId="3343990983" sldId="267"/>
            <ac:graphicFrameMk id="15" creationId="{6732AF2D-995B-6417-74DB-EAE0163B2CA2}"/>
          </ac:graphicFrameMkLst>
        </pc:graphicFrameChg>
      </pc:sldChg>
      <pc:sldChg chg="modSp">
        <pc:chgData name="백수완" userId="f289e55a-4c5f-4a04-87b1-c07dd3c71619" providerId="ADAL" clId="{267CC299-18B6-47CC-82BC-136CA69195B2}" dt="2025-05-16T08:18:58.294" v="23" actId="1037"/>
        <pc:sldMkLst>
          <pc:docMk/>
          <pc:sldMk cId="3055951960" sldId="268"/>
        </pc:sldMkLst>
        <pc:picChg chg="mod">
          <ac:chgData name="백수완" userId="f289e55a-4c5f-4a04-87b1-c07dd3c71619" providerId="ADAL" clId="{267CC299-18B6-47CC-82BC-136CA69195B2}" dt="2025-05-16T08:18:58.294" v="23" actId="1037"/>
          <ac:picMkLst>
            <pc:docMk/>
            <pc:sldMk cId="3055951960" sldId="268"/>
            <ac:picMk id="82" creationId="{2F8AFD1F-2C7A-E2C0-17B9-E197B985F06F}"/>
          </ac:picMkLst>
        </pc:picChg>
        <pc:picChg chg="mod">
          <ac:chgData name="백수완" userId="f289e55a-4c5f-4a04-87b1-c07dd3c71619" providerId="ADAL" clId="{267CC299-18B6-47CC-82BC-136CA69195B2}" dt="2025-05-16T08:18:58.294" v="23" actId="1037"/>
          <ac:picMkLst>
            <pc:docMk/>
            <pc:sldMk cId="3055951960" sldId="268"/>
            <ac:picMk id="84" creationId="{EDAD25D7-9011-A1BD-4FD5-CE4AD289B9DE}"/>
          </ac:picMkLst>
        </pc:picChg>
        <pc:picChg chg="mod">
          <ac:chgData name="백수완" userId="f289e55a-4c5f-4a04-87b1-c07dd3c71619" providerId="ADAL" clId="{267CC299-18B6-47CC-82BC-136CA69195B2}" dt="2025-05-16T08:18:58.294" v="23" actId="1037"/>
          <ac:picMkLst>
            <pc:docMk/>
            <pc:sldMk cId="3055951960" sldId="268"/>
            <ac:picMk id="94" creationId="{982BCFBD-A4E5-4414-DBA1-72A14341964B}"/>
          </ac:picMkLst>
        </pc:picChg>
      </pc:sldChg>
      <pc:sldChg chg="delSp modSp mod">
        <pc:chgData name="백수완" userId="f289e55a-4c5f-4a04-87b1-c07dd3c71619" providerId="ADAL" clId="{267CC299-18B6-47CC-82BC-136CA69195B2}" dt="2025-05-16T08:18:11.308" v="3" actId="14100"/>
        <pc:sldMkLst>
          <pc:docMk/>
          <pc:sldMk cId="3445510507" sldId="296"/>
        </pc:sldMkLst>
        <pc:spChg chg="mod">
          <ac:chgData name="백수완" userId="f289e55a-4c5f-4a04-87b1-c07dd3c71619" providerId="ADAL" clId="{267CC299-18B6-47CC-82BC-136CA69195B2}" dt="2025-05-16T08:18:11.308" v="3" actId="14100"/>
          <ac:spMkLst>
            <pc:docMk/>
            <pc:sldMk cId="3445510507" sldId="296"/>
            <ac:spMk id="46" creationId="{14D43A83-215E-B9A5-E9B3-74603B53FA88}"/>
          </ac:spMkLst>
        </pc:spChg>
        <pc:picChg chg="topLvl">
          <ac:chgData name="백수완" userId="f289e55a-4c5f-4a04-87b1-c07dd3c71619" providerId="ADAL" clId="{267CC299-18B6-47CC-82BC-136CA69195B2}" dt="2025-05-16T08:18:06.801" v="2" actId="478"/>
          <ac:picMkLst>
            <pc:docMk/>
            <pc:sldMk cId="3445510507" sldId="296"/>
            <ac:picMk id="44" creationId="{AC0D005D-3724-073E-1FAC-C5366742D4A4}"/>
          </ac:picMkLst>
        </pc:picChg>
      </pc:sldChg>
      <pc:sldChg chg="modSp mod">
        <pc:chgData name="백수완" userId="f289e55a-4c5f-4a04-87b1-c07dd3c71619" providerId="ADAL" clId="{267CC299-18B6-47CC-82BC-136CA69195B2}" dt="2025-05-16T08:22:20.068" v="84" actId="20577"/>
        <pc:sldMkLst>
          <pc:docMk/>
          <pc:sldMk cId="2071080350" sldId="298"/>
        </pc:sldMkLst>
        <pc:spChg chg="mod">
          <ac:chgData name="백수완" userId="f289e55a-4c5f-4a04-87b1-c07dd3c71619" providerId="ADAL" clId="{267CC299-18B6-47CC-82BC-136CA69195B2}" dt="2025-05-16T08:22:20.068" v="84" actId="20577"/>
          <ac:spMkLst>
            <pc:docMk/>
            <pc:sldMk cId="2071080350" sldId="298"/>
            <ac:spMk id="8238" creationId="{0FDBF34A-F7B5-8818-EC7C-82F3D3E46DAA}"/>
          </ac:spMkLst>
        </pc:spChg>
      </pc:sldChg>
    </pc:docChg>
  </pc:docChgLst>
  <pc:docChgLst>
    <pc:chgData name="백수완" userId="f289e55a-4c5f-4a04-87b1-c07dd3c71619" providerId="ADAL" clId="{9B554EE2-D7C3-471F-9DEA-F02900C5AF17}"/>
    <pc:docChg chg="undo custSel modSld">
      <pc:chgData name="백수완" userId="f289e55a-4c5f-4a04-87b1-c07dd3c71619" providerId="ADAL" clId="{9B554EE2-D7C3-471F-9DEA-F02900C5AF17}" dt="2025-05-20T05:50:41.849" v="153" actId="20577"/>
      <pc:docMkLst>
        <pc:docMk/>
      </pc:docMkLst>
      <pc:sldChg chg="delSp modSp mod">
        <pc:chgData name="백수완" userId="f289e55a-4c5f-4a04-87b1-c07dd3c71619" providerId="ADAL" clId="{9B554EE2-D7C3-471F-9DEA-F02900C5AF17}" dt="2025-05-20T05:50:41.849" v="153" actId="20577"/>
        <pc:sldMkLst>
          <pc:docMk/>
          <pc:sldMk cId="3830345923" sldId="291"/>
        </pc:sldMkLst>
        <pc:spChg chg="mod">
          <ac:chgData name="백수완" userId="f289e55a-4c5f-4a04-87b1-c07dd3c71619" providerId="ADAL" clId="{9B554EE2-D7C3-471F-9DEA-F02900C5AF17}" dt="2025-05-20T05:50:25.479" v="122" actId="1036"/>
          <ac:spMkLst>
            <pc:docMk/>
            <pc:sldMk cId="3830345923" sldId="291"/>
            <ac:spMk id="25" creationId="{B06A9232-0083-8156-4D5B-28532B49EB03}"/>
          </ac:spMkLst>
        </pc:spChg>
        <pc:spChg chg="mod">
          <ac:chgData name="백수완" userId="f289e55a-4c5f-4a04-87b1-c07dd3c71619" providerId="ADAL" clId="{9B554EE2-D7C3-471F-9DEA-F02900C5AF17}" dt="2025-05-20T05:50:38.098" v="137" actId="20577"/>
          <ac:spMkLst>
            <pc:docMk/>
            <pc:sldMk cId="3830345923" sldId="291"/>
            <ac:spMk id="26" creationId="{8582D612-FCF2-CCD8-4AEF-D19963BB4AD8}"/>
          </ac:spMkLst>
        </pc:spChg>
        <pc:spChg chg="mod">
          <ac:chgData name="백수완" userId="f289e55a-4c5f-4a04-87b1-c07dd3c71619" providerId="ADAL" clId="{9B554EE2-D7C3-471F-9DEA-F02900C5AF17}" dt="2025-05-20T05:50:41.849" v="153" actId="20577"/>
          <ac:spMkLst>
            <pc:docMk/>
            <pc:sldMk cId="3830345923" sldId="291"/>
            <ac:spMk id="27" creationId="{2D1A1EF1-D75A-4E17-96E6-C3896F604903}"/>
          </ac:spMkLst>
        </pc:spChg>
        <pc:spChg chg="mod">
          <ac:chgData name="백수완" userId="f289e55a-4c5f-4a04-87b1-c07dd3c71619" providerId="ADAL" clId="{9B554EE2-D7C3-471F-9DEA-F02900C5AF17}" dt="2025-05-20T05:50:21.927" v="117" actId="1036"/>
          <ac:spMkLst>
            <pc:docMk/>
            <pc:sldMk cId="3830345923" sldId="291"/>
            <ac:spMk id="28" creationId="{94FA4D9E-4D9C-5183-A319-9875B9B4619D}"/>
          </ac:spMkLst>
        </pc:spChg>
        <pc:spChg chg="del">
          <ac:chgData name="백수완" userId="f289e55a-4c5f-4a04-87b1-c07dd3c71619" providerId="ADAL" clId="{9B554EE2-D7C3-471F-9DEA-F02900C5AF17}" dt="2025-05-20T05:47:42.495" v="68" actId="478"/>
          <ac:spMkLst>
            <pc:docMk/>
            <pc:sldMk cId="3830345923" sldId="291"/>
            <ac:spMk id="29" creationId="{4264168F-3382-48CF-8533-28B46CA528B2}"/>
          </ac:spMkLst>
        </pc:spChg>
        <pc:spChg chg="mod">
          <ac:chgData name="백수완" userId="f289e55a-4c5f-4a04-87b1-c07dd3c71619" providerId="ADAL" clId="{9B554EE2-D7C3-471F-9DEA-F02900C5AF17}" dt="2025-05-20T05:47:28.484" v="67" actId="207"/>
          <ac:spMkLst>
            <pc:docMk/>
            <pc:sldMk cId="3830345923" sldId="291"/>
            <ac:spMk id="67" creationId="{7C34D479-7D8B-A8AE-7E6B-64C8D62403AE}"/>
          </ac:spMkLst>
        </pc:spChg>
      </pc:sldChg>
      <pc:sldChg chg="delSp modSp mod">
        <pc:chgData name="백수완" userId="f289e55a-4c5f-4a04-87b1-c07dd3c71619" providerId="ADAL" clId="{9B554EE2-D7C3-471F-9DEA-F02900C5AF17}" dt="2025-05-20T05:46:47.946" v="63" actId="478"/>
        <pc:sldMkLst>
          <pc:docMk/>
          <pc:sldMk cId="4079216037" sldId="297"/>
        </pc:sldMkLst>
        <pc:spChg chg="mod">
          <ac:chgData name="백수완" userId="f289e55a-4c5f-4a04-87b1-c07dd3c71619" providerId="ADAL" clId="{9B554EE2-D7C3-471F-9DEA-F02900C5AF17}" dt="2025-05-20T05:46:33.034" v="52" actId="20577"/>
          <ac:spMkLst>
            <pc:docMk/>
            <pc:sldMk cId="4079216037" sldId="297"/>
            <ac:spMk id="25" creationId="{3AE820C3-FD1D-FE7D-3E88-A6D7F177F357}"/>
          </ac:spMkLst>
        </pc:spChg>
        <pc:spChg chg="del mod">
          <ac:chgData name="백수완" userId="f289e55a-4c5f-4a04-87b1-c07dd3c71619" providerId="ADAL" clId="{9B554EE2-D7C3-471F-9DEA-F02900C5AF17}" dt="2025-05-20T05:46:47.946" v="63" actId="478"/>
          <ac:spMkLst>
            <pc:docMk/>
            <pc:sldMk cId="4079216037" sldId="297"/>
            <ac:spMk id="28" creationId="{0CF06E74-7FB3-AF0D-EE4D-05317BEB8F8C}"/>
          </ac:spMkLst>
        </pc:spChg>
        <pc:spChg chg="mod">
          <ac:chgData name="백수완" userId="f289e55a-4c5f-4a04-87b1-c07dd3c71619" providerId="ADAL" clId="{9B554EE2-D7C3-471F-9DEA-F02900C5AF17}" dt="2025-05-20T05:45:46.440" v="27" actId="14100"/>
          <ac:spMkLst>
            <pc:docMk/>
            <pc:sldMk cId="4079216037" sldId="297"/>
            <ac:spMk id="29" creationId="{E9757A36-93A7-A8A4-6347-2870EAA6ADC4}"/>
          </ac:spMkLst>
        </pc:spChg>
        <pc:spChg chg="mod">
          <ac:chgData name="백수완" userId="f289e55a-4c5f-4a04-87b1-c07dd3c71619" providerId="ADAL" clId="{9B554EE2-D7C3-471F-9DEA-F02900C5AF17}" dt="2025-05-20T05:45:46.440" v="27" actId="14100"/>
          <ac:spMkLst>
            <pc:docMk/>
            <pc:sldMk cId="4079216037" sldId="297"/>
            <ac:spMk id="30" creationId="{25343835-ED33-359E-7A1A-EFB5E6829B06}"/>
          </ac:spMkLst>
        </pc:spChg>
        <pc:spChg chg="mod">
          <ac:chgData name="백수완" userId="f289e55a-4c5f-4a04-87b1-c07dd3c71619" providerId="ADAL" clId="{9B554EE2-D7C3-471F-9DEA-F02900C5AF17}" dt="2025-05-20T05:45:46.440" v="27" actId="14100"/>
          <ac:spMkLst>
            <pc:docMk/>
            <pc:sldMk cId="4079216037" sldId="297"/>
            <ac:spMk id="31" creationId="{9959489A-39BD-01C8-37EB-9C998839CC99}"/>
          </ac:spMkLst>
        </pc:spChg>
        <pc:spChg chg="mod">
          <ac:chgData name="백수완" userId="f289e55a-4c5f-4a04-87b1-c07dd3c71619" providerId="ADAL" clId="{9B554EE2-D7C3-471F-9DEA-F02900C5AF17}" dt="2025-05-20T05:45:46.440" v="27" actId="14100"/>
          <ac:spMkLst>
            <pc:docMk/>
            <pc:sldMk cId="4079216037" sldId="297"/>
            <ac:spMk id="32" creationId="{581AA294-0E76-4EEA-3C31-B4581BC3EB14}"/>
          </ac:spMkLst>
        </pc:spChg>
        <pc:spChg chg="mod">
          <ac:chgData name="백수완" userId="f289e55a-4c5f-4a04-87b1-c07dd3c71619" providerId="ADAL" clId="{9B554EE2-D7C3-471F-9DEA-F02900C5AF17}" dt="2025-05-20T05:46:19.014" v="47" actId="207"/>
          <ac:spMkLst>
            <pc:docMk/>
            <pc:sldMk cId="4079216037" sldId="297"/>
            <ac:spMk id="34" creationId="{B0DC7715-213D-729A-28FF-64C161ED06C6}"/>
          </ac:spMkLst>
        </pc:spChg>
        <pc:spChg chg="mod">
          <ac:chgData name="백수완" userId="f289e55a-4c5f-4a04-87b1-c07dd3c71619" providerId="ADAL" clId="{9B554EE2-D7C3-471F-9DEA-F02900C5AF17}" dt="2025-05-20T05:45:54.817" v="44" actId="1035"/>
          <ac:spMkLst>
            <pc:docMk/>
            <pc:sldMk cId="4079216037" sldId="297"/>
            <ac:spMk id="43" creationId="{320CFD35-DC59-DEC0-8CAE-B8817A32744B}"/>
          </ac:spMkLst>
        </pc:spChg>
        <pc:spChg chg="mod">
          <ac:chgData name="백수완" userId="f289e55a-4c5f-4a04-87b1-c07dd3c71619" providerId="ADAL" clId="{9B554EE2-D7C3-471F-9DEA-F02900C5AF17}" dt="2025-05-20T05:45:54.817" v="44" actId="1035"/>
          <ac:spMkLst>
            <pc:docMk/>
            <pc:sldMk cId="4079216037" sldId="297"/>
            <ac:spMk id="44" creationId="{D602223C-05B8-B4CB-6FE3-5A3335F5836D}"/>
          </ac:spMkLst>
        </pc:spChg>
        <pc:spChg chg="mod">
          <ac:chgData name="백수완" userId="f289e55a-4c5f-4a04-87b1-c07dd3c71619" providerId="ADAL" clId="{9B554EE2-D7C3-471F-9DEA-F02900C5AF17}" dt="2025-05-20T05:45:54.817" v="44" actId="1035"/>
          <ac:spMkLst>
            <pc:docMk/>
            <pc:sldMk cId="4079216037" sldId="297"/>
            <ac:spMk id="45" creationId="{589436C0-5C6A-8608-B694-C5071397D264}"/>
          </ac:spMkLst>
        </pc:spChg>
        <pc:spChg chg="mod">
          <ac:chgData name="백수완" userId="f289e55a-4c5f-4a04-87b1-c07dd3c71619" providerId="ADAL" clId="{9B554EE2-D7C3-471F-9DEA-F02900C5AF17}" dt="2025-05-20T05:45:54.817" v="44" actId="1035"/>
          <ac:spMkLst>
            <pc:docMk/>
            <pc:sldMk cId="4079216037" sldId="297"/>
            <ac:spMk id="46" creationId="{12A76F9D-5AAE-E5BC-CEAA-A27BEC17C4F5}"/>
          </ac:spMkLst>
        </pc:spChg>
        <pc:spChg chg="mod">
          <ac:chgData name="백수완" userId="f289e55a-4c5f-4a04-87b1-c07dd3c71619" providerId="ADAL" clId="{9B554EE2-D7C3-471F-9DEA-F02900C5AF17}" dt="2025-05-20T05:45:54.817" v="44" actId="1035"/>
          <ac:spMkLst>
            <pc:docMk/>
            <pc:sldMk cId="4079216037" sldId="297"/>
            <ac:spMk id="52" creationId="{B2CB4AE1-A10C-093A-0816-13A3E40F07D8}"/>
          </ac:spMkLst>
        </pc:spChg>
        <pc:spChg chg="mod">
          <ac:chgData name="백수완" userId="f289e55a-4c5f-4a04-87b1-c07dd3c71619" providerId="ADAL" clId="{9B554EE2-D7C3-471F-9DEA-F02900C5AF17}" dt="2025-05-20T05:45:54.817" v="44" actId="1035"/>
          <ac:spMkLst>
            <pc:docMk/>
            <pc:sldMk cId="4079216037" sldId="297"/>
            <ac:spMk id="53" creationId="{C1D6ACC7-7D4B-59EB-2438-91BB4E0826EC}"/>
          </ac:spMkLst>
        </pc:spChg>
        <pc:spChg chg="mod">
          <ac:chgData name="백수완" userId="f289e55a-4c5f-4a04-87b1-c07dd3c71619" providerId="ADAL" clId="{9B554EE2-D7C3-471F-9DEA-F02900C5AF17}" dt="2025-05-20T05:45:54.817" v="44" actId="1035"/>
          <ac:spMkLst>
            <pc:docMk/>
            <pc:sldMk cId="4079216037" sldId="297"/>
            <ac:spMk id="54" creationId="{5C4CFBFB-08D9-1A4E-AB8B-2364A2C2B8DA}"/>
          </ac:spMkLst>
        </pc:spChg>
        <pc:spChg chg="mod">
          <ac:chgData name="백수완" userId="f289e55a-4c5f-4a04-87b1-c07dd3c71619" providerId="ADAL" clId="{9B554EE2-D7C3-471F-9DEA-F02900C5AF17}" dt="2025-05-20T05:45:54.817" v="44" actId="1035"/>
          <ac:spMkLst>
            <pc:docMk/>
            <pc:sldMk cId="4079216037" sldId="297"/>
            <ac:spMk id="55" creationId="{7E561759-5995-BC31-27D3-D8A3E8C6368B}"/>
          </ac:spMkLst>
        </pc:spChg>
        <pc:picChg chg="mod">
          <ac:chgData name="백수완" userId="f289e55a-4c5f-4a04-87b1-c07dd3c71619" providerId="ADAL" clId="{9B554EE2-D7C3-471F-9DEA-F02900C5AF17}" dt="2025-05-20T05:45:54.817" v="44" actId="1035"/>
          <ac:picMkLst>
            <pc:docMk/>
            <pc:sldMk cId="4079216037" sldId="297"/>
            <ac:picMk id="48" creationId="{20556C59-A251-1A03-F84F-137854731B76}"/>
          </ac:picMkLst>
        </pc:picChg>
        <pc:picChg chg="mod">
          <ac:chgData name="백수완" userId="f289e55a-4c5f-4a04-87b1-c07dd3c71619" providerId="ADAL" clId="{9B554EE2-D7C3-471F-9DEA-F02900C5AF17}" dt="2025-05-20T05:45:54.817" v="44" actId="1035"/>
          <ac:picMkLst>
            <pc:docMk/>
            <pc:sldMk cId="4079216037" sldId="297"/>
            <ac:picMk id="50" creationId="{4FBA129C-5777-0149-73E3-707FFF03454A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019135802469133E-2"/>
          <c:y val="6.1064814814814815E-2"/>
          <c:w val="0.88196234567901233"/>
          <c:h val="0.8819623456790123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5DD-4BD6-A567-C0D4CD410575}"/>
              </c:ext>
            </c:extLst>
          </c:dPt>
          <c:dPt>
            <c:idx val="1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5DD-4BD6-A567-C0D4CD41057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B43D264D-E60C-4F26-911B-EEF2D14042D7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220629753193465"/>
                      <c:h val="0.240314060832466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5DD-4BD6-A567-C0D4CD410575}"/>
                </c:ext>
              </c:extLst>
            </c:dLbl>
            <c:dLbl>
              <c:idx val="1"/>
              <c:layout>
                <c:manualLayout>
                  <c:x val="0.11214656172181765"/>
                  <c:y val="-0.11829549000100079"/>
                </c:manualLayout>
              </c:layout>
              <c:tx>
                <c:rich>
                  <a:bodyPr/>
                  <a:lstStyle/>
                  <a:p>
                    <a:fld id="{F4EE2EC2-92FD-4D0E-A2C4-FEDA61CC7F76}" type="VALUE">
                      <a:rPr lang="en-US" altLang="ko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734419112768059"/>
                      <c:h val="0.2363088264852586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5DD-4BD6-A567-C0D4CD41057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최대주주 등</c:v>
                </c:pt>
                <c:pt idx="1">
                  <c:v>기타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37.049999999999997</c:v>
                </c:pt>
                <c:pt idx="1">
                  <c:v>62.95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5DD-4BD6-A567-C0D4CD4105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+mn-ea"/>
          <a:ea typeface="+mn-ea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7046" cy="3419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30567" y="0"/>
            <a:ext cx="4307046" cy="3419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FEAC1C-FF0D-4855-8D9D-B6A36B8C2FFF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09938" y="850900"/>
            <a:ext cx="3319462" cy="2297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3934" y="3275966"/>
            <a:ext cx="7951470" cy="268033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65265"/>
            <a:ext cx="4307046" cy="341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30567" y="6465265"/>
            <a:ext cx="4307046" cy="341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ECE52-7299-47F6-9AA6-1F0CC093D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683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ECE52-7299-47F6-9AA6-1F0CC093D8F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725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ECE52-7299-47F6-9AA6-1F0CC093D8FF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495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E3EA3-94BE-DF13-0671-AB9F98F8B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59A485-A38A-BD9F-BCD8-5D42C1DBC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705DE6-2523-8225-7019-2F979CEC3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31554A-38D4-72B9-794A-6B05D847A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ECE52-7299-47F6-9AA6-1F0CC093D8FF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142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 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9D09E90-CFC7-B8DB-ED74-4C82F6313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2" t="15341" r="8997"/>
          <a:stretch/>
        </p:blipFill>
        <p:spPr>
          <a:xfrm>
            <a:off x="0" y="1"/>
            <a:ext cx="9906000" cy="6857999"/>
          </a:xfrm>
          <a:prstGeom prst="rect">
            <a:avLst/>
          </a:prstGeom>
          <a:ln>
            <a:noFill/>
          </a:ln>
        </p:spPr>
      </p:pic>
      <p:sp>
        <p:nvSpPr>
          <p:cNvPr id="10" name="Freeform 27">
            <a:extLst>
              <a:ext uri="{FF2B5EF4-FFF2-40B4-BE49-F238E27FC236}">
                <a16:creationId xmlns:a16="http://schemas.microsoft.com/office/drawing/2014/main" id="{2D92A483-3661-6CF2-5585-F58009F647D9}"/>
              </a:ext>
            </a:extLst>
          </p:cNvPr>
          <p:cNvSpPr/>
          <p:nvPr userDrawn="1"/>
        </p:nvSpPr>
        <p:spPr>
          <a:xfrm>
            <a:off x="0" y="2"/>
            <a:ext cx="9906000" cy="6857998"/>
          </a:xfrm>
          <a:custGeom>
            <a:avLst/>
            <a:gdLst>
              <a:gd name="connsiteX0" fmla="*/ 0 w 10318750"/>
              <a:gd name="connsiteY0" fmla="*/ 0 h 6857999"/>
              <a:gd name="connsiteX1" fmla="*/ 4997450 w 10318750"/>
              <a:gd name="connsiteY1" fmla="*/ 0 h 6857999"/>
              <a:gd name="connsiteX2" fmla="*/ 10318750 w 10318750"/>
              <a:gd name="connsiteY2" fmla="*/ 6857999 h 6857999"/>
              <a:gd name="connsiteX3" fmla="*/ 4997450 w 10318750"/>
              <a:gd name="connsiteY3" fmla="*/ 6857999 h 6857999"/>
              <a:gd name="connsiteX4" fmla="*/ 0 w 1031875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18750" h="6857999">
                <a:moveTo>
                  <a:pt x="0" y="0"/>
                </a:moveTo>
                <a:lnTo>
                  <a:pt x="4997450" y="0"/>
                </a:lnTo>
                <a:lnTo>
                  <a:pt x="10318750" y="6857999"/>
                </a:lnTo>
                <a:lnTo>
                  <a:pt x="499745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1AEF527-B43F-6D26-AE45-B08DA299C94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358" y="6572843"/>
            <a:ext cx="1078062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0706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ject 3">
            <a:extLst>
              <a:ext uri="{FF2B5EF4-FFF2-40B4-BE49-F238E27FC236}">
                <a16:creationId xmlns:a16="http://schemas.microsoft.com/office/drawing/2014/main" id="{FBB43B78-66FE-C572-603C-0C85CA85BCDB}"/>
              </a:ext>
            </a:extLst>
          </p:cNvPr>
          <p:cNvPicPr/>
          <p:nvPr userDrawn="1"/>
        </p:nvPicPr>
        <p:blipFill>
          <a:blip r:embed="rId2" cstate="print"/>
          <a:srcRect t="-284" b="9917"/>
          <a:stretch/>
        </p:blipFill>
        <p:spPr>
          <a:xfrm>
            <a:off x="0" y="3429002"/>
            <a:ext cx="9906000" cy="342899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00A52C9-3A48-B8C2-272A-97AA0A64C7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358" y="6572843"/>
            <a:ext cx="1078062" cy="1440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8EF8A6C-7E25-374F-DCE9-8D5A1ADF3211}"/>
              </a:ext>
            </a:extLst>
          </p:cNvPr>
          <p:cNvSpPr txBox="1">
            <a:spLocks/>
          </p:cNvSpPr>
          <p:nvPr userDrawn="1"/>
        </p:nvSpPr>
        <p:spPr>
          <a:xfrm>
            <a:off x="4703552" y="6516722"/>
            <a:ext cx="504000" cy="24333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DA52DB4-D678-442A-8B33-BB47DD928F82}" type="slidenum">
              <a:rPr lang="ko-KR" altLang="en-US" sz="1100" b="1" smtClean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/>
              <a:t>‹#›</a:t>
            </a:fld>
            <a:endParaRPr lang="ko-KR" altLang="en-US" sz="11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2603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600A52C9-3A48-B8C2-272A-97AA0A64C7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358" y="6619023"/>
            <a:ext cx="1078062" cy="144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E520693-9148-FA31-C40E-87EB10BEB58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2" t="15341" r="8997"/>
          <a:stretch/>
        </p:blipFill>
        <p:spPr>
          <a:xfrm>
            <a:off x="0" y="1"/>
            <a:ext cx="9906000" cy="685799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0061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E928D91-1CB0-080E-7136-4AFDAF02FAA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061" b="812"/>
          <a:stretch/>
        </p:blipFill>
        <p:spPr bwMode="auto">
          <a:xfrm>
            <a:off x="-8626" y="1"/>
            <a:ext cx="6193766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D2220E0-91F8-2F98-5EAF-2FE1239A0B6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512" y="410924"/>
            <a:ext cx="1886609" cy="252000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3207D7A-A822-E2F1-1F5E-D0E1193E497D}"/>
              </a:ext>
            </a:extLst>
          </p:cNvPr>
          <p:cNvSpPr txBox="1">
            <a:spLocks/>
          </p:cNvSpPr>
          <p:nvPr userDrawn="1"/>
        </p:nvSpPr>
        <p:spPr>
          <a:xfrm>
            <a:off x="4703552" y="6516722"/>
            <a:ext cx="504000" cy="24333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DA52DB4-D678-442A-8B33-BB47DD928F82}" type="slidenum">
              <a:rPr lang="ko-KR" altLang="en-US" sz="1100" b="1" smtClean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/>
              <a:t>‹#›</a:t>
            </a:fld>
            <a:endParaRPr lang="ko-KR" altLang="en-US" sz="11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05033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. 제안개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 object 16">
            <a:extLst>
              <a:ext uri="{FF2B5EF4-FFF2-40B4-BE49-F238E27FC236}">
                <a16:creationId xmlns:a16="http://schemas.microsoft.com/office/drawing/2014/main" id="{4F9CB069-89DB-0953-4347-6DAB24026091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-9525"/>
            <a:ext cx="9906000" cy="72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B23A52-2739-4CF9-AAD6-5684EA42A586}"/>
              </a:ext>
            </a:extLst>
          </p:cNvPr>
          <p:cNvSpPr txBox="1"/>
          <p:nvPr userDrawn="1"/>
        </p:nvSpPr>
        <p:spPr>
          <a:xfrm>
            <a:off x="9509393" y="2453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Ⅳ</a:t>
            </a:r>
            <a:endParaRPr lang="ko-KR" altLang="en-US" sz="12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연결선 11">
            <a:extLst>
              <a:ext uri="{FF2B5EF4-FFF2-40B4-BE49-F238E27FC236}">
                <a16:creationId xmlns:a16="http://schemas.microsoft.com/office/drawing/2014/main" id="{42BF5D6D-0266-4623-83B3-E14529645470}"/>
              </a:ext>
            </a:extLst>
          </p:cNvPr>
          <p:cNvCxnSpPr>
            <a:cxnSpLocks/>
          </p:cNvCxnSpPr>
          <p:nvPr userDrawn="1"/>
        </p:nvCxnSpPr>
        <p:spPr>
          <a:xfrm>
            <a:off x="9489955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16D162D-8F81-423E-A9DB-8F506CCD950F}"/>
              </a:ext>
            </a:extLst>
          </p:cNvPr>
          <p:cNvSpPr txBox="1"/>
          <p:nvPr userDrawn="1"/>
        </p:nvSpPr>
        <p:spPr>
          <a:xfrm>
            <a:off x="9303999" y="2453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Ⅲ</a:t>
            </a:r>
            <a:endParaRPr lang="ko-KR" altLang="en-US" sz="12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A1CB67-415D-4DD4-BF94-D1F51AB0E48E}"/>
              </a:ext>
            </a:extLst>
          </p:cNvPr>
          <p:cNvSpPr txBox="1"/>
          <p:nvPr userDrawn="1"/>
        </p:nvSpPr>
        <p:spPr>
          <a:xfrm>
            <a:off x="9087302" y="2453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Ⅱ</a:t>
            </a:r>
            <a:endParaRPr lang="ko-KR" altLang="en-US" sz="12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9CDFEB-1FA1-41A5-9A31-B070BB69B16B}"/>
              </a:ext>
            </a:extLst>
          </p:cNvPr>
          <p:cNvSpPr txBox="1"/>
          <p:nvPr userDrawn="1"/>
        </p:nvSpPr>
        <p:spPr>
          <a:xfrm>
            <a:off x="7721820" y="245387"/>
            <a:ext cx="918521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  <a:defRPr/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Ⅰ. </a:t>
            </a:r>
            <a:r>
              <a:rPr lang="ko-KR" altLang="en-US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 개요</a:t>
            </a:r>
            <a:endParaRPr lang="en-US" altLang="ko-KR" sz="12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7">
            <a:extLst>
              <a:ext uri="{FF2B5EF4-FFF2-40B4-BE49-F238E27FC236}">
                <a16:creationId xmlns:a16="http://schemas.microsoft.com/office/drawing/2014/main" id="{9CD2C2B4-4936-4AC0-A098-94E9AC6157A5}"/>
              </a:ext>
            </a:extLst>
          </p:cNvPr>
          <p:cNvCxnSpPr>
            <a:cxnSpLocks/>
          </p:cNvCxnSpPr>
          <p:nvPr userDrawn="1"/>
        </p:nvCxnSpPr>
        <p:spPr>
          <a:xfrm>
            <a:off x="9074273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20">
            <a:extLst>
              <a:ext uri="{FF2B5EF4-FFF2-40B4-BE49-F238E27FC236}">
                <a16:creationId xmlns:a16="http://schemas.microsoft.com/office/drawing/2014/main" id="{3DBFF259-DC49-435F-BAEB-09958520FDAC}"/>
              </a:ext>
            </a:extLst>
          </p:cNvPr>
          <p:cNvCxnSpPr>
            <a:cxnSpLocks/>
          </p:cNvCxnSpPr>
          <p:nvPr userDrawn="1"/>
        </p:nvCxnSpPr>
        <p:spPr>
          <a:xfrm>
            <a:off x="7695441" y="1482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7">
            <a:extLst>
              <a:ext uri="{FF2B5EF4-FFF2-40B4-BE49-F238E27FC236}">
                <a16:creationId xmlns:a16="http://schemas.microsoft.com/office/drawing/2014/main" id="{F891A928-7D9B-4F2F-8FCE-B52CF7F725F2}"/>
              </a:ext>
            </a:extLst>
          </p:cNvPr>
          <p:cNvCxnSpPr>
            <a:cxnSpLocks/>
          </p:cNvCxnSpPr>
          <p:nvPr userDrawn="1"/>
        </p:nvCxnSpPr>
        <p:spPr>
          <a:xfrm>
            <a:off x="9292108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9F5E8A3-9E48-C450-726C-25A9C4931328}"/>
              </a:ext>
            </a:extLst>
          </p:cNvPr>
          <p:cNvSpPr txBox="1"/>
          <p:nvPr userDrawn="1"/>
        </p:nvSpPr>
        <p:spPr>
          <a:xfrm>
            <a:off x="9695131" y="2379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Ⅴ</a:t>
            </a:r>
            <a:endParaRPr lang="ko-KR" altLang="en-US" sz="12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연결선 11">
            <a:extLst>
              <a:ext uri="{FF2B5EF4-FFF2-40B4-BE49-F238E27FC236}">
                <a16:creationId xmlns:a16="http://schemas.microsoft.com/office/drawing/2014/main" id="{22476D34-0001-EC60-AA1E-30B517B58C1D}"/>
              </a:ext>
            </a:extLst>
          </p:cNvPr>
          <p:cNvCxnSpPr>
            <a:cxnSpLocks/>
          </p:cNvCxnSpPr>
          <p:nvPr userDrawn="1"/>
        </p:nvCxnSpPr>
        <p:spPr>
          <a:xfrm>
            <a:off x="9687803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2">
            <a:extLst>
              <a:ext uri="{FF2B5EF4-FFF2-40B4-BE49-F238E27FC236}">
                <a16:creationId xmlns:a16="http://schemas.microsoft.com/office/drawing/2014/main" id="{617435A7-9681-F60B-41C7-C2AE497CBCD9}"/>
              </a:ext>
            </a:extLst>
          </p:cNvPr>
          <p:cNvSpPr/>
          <p:nvPr userDrawn="1"/>
        </p:nvSpPr>
        <p:spPr>
          <a:xfrm>
            <a:off x="0" y="710099"/>
            <a:ext cx="82390" cy="802882"/>
          </a:xfrm>
          <a:prstGeom prst="rect">
            <a:avLst/>
          </a:prstGeom>
          <a:solidFill>
            <a:srgbClr val="5098FE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1500" b="1">
              <a:solidFill>
                <a:schemeClr val="tx1"/>
              </a:solidFill>
            </a:endParaRPr>
          </a:p>
        </p:txBody>
      </p:sp>
      <p:pic>
        <p:nvPicPr>
          <p:cNvPr id="21" name="그림 6" descr="블루, 다채로움, 일렉트릭 블루, 블러이(가) 표시된 사진&#10;&#10;자동 생성된 설명">
            <a:extLst>
              <a:ext uri="{FF2B5EF4-FFF2-40B4-BE49-F238E27FC236}">
                <a16:creationId xmlns:a16="http://schemas.microsoft.com/office/drawing/2014/main" id="{8B379E6A-BC0C-7B1D-B0D3-A90660B377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06517"/>
            <a:ext cx="9907200" cy="5771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61F75AA-0280-0290-BEA8-630DBE57818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358" y="6572843"/>
            <a:ext cx="1078062" cy="144000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E5FF3F8-3792-F7C2-3CB1-8EEE235A40CD}"/>
              </a:ext>
            </a:extLst>
          </p:cNvPr>
          <p:cNvSpPr txBox="1">
            <a:spLocks/>
          </p:cNvSpPr>
          <p:nvPr userDrawn="1"/>
        </p:nvSpPr>
        <p:spPr>
          <a:xfrm>
            <a:off x="4703552" y="6516722"/>
            <a:ext cx="504000" cy="24333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DA52DB4-D678-442A-8B33-BB47DD928F82}" type="slidenum">
              <a:rPr lang="ko-KR" altLang="en-US" sz="1100" b="1" smtClean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/>
              <a:t>‹#›</a:t>
            </a:fld>
            <a:endParaRPr lang="ko-KR" altLang="en-US" sz="11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8006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42">
          <p15:clr>
            <a:srgbClr val="FBAE40"/>
          </p15:clr>
        </p15:guide>
        <p15:guide id="2" pos="398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397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시스템구축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 object 16">
            <a:extLst>
              <a:ext uri="{FF2B5EF4-FFF2-40B4-BE49-F238E27FC236}">
                <a16:creationId xmlns:a16="http://schemas.microsoft.com/office/drawing/2014/main" id="{4F9CB069-89DB-0953-4347-6DAB24026091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-9525"/>
            <a:ext cx="9906000" cy="72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B23A52-2739-4CF9-AAD6-5684EA42A586}"/>
              </a:ext>
            </a:extLst>
          </p:cNvPr>
          <p:cNvSpPr txBox="1"/>
          <p:nvPr userDrawn="1"/>
        </p:nvSpPr>
        <p:spPr>
          <a:xfrm>
            <a:off x="9509393" y="2453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Ⅳ</a:t>
            </a:r>
            <a:endParaRPr lang="ko-KR" altLang="en-US" sz="12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연결선 11">
            <a:extLst>
              <a:ext uri="{FF2B5EF4-FFF2-40B4-BE49-F238E27FC236}">
                <a16:creationId xmlns:a16="http://schemas.microsoft.com/office/drawing/2014/main" id="{42BF5D6D-0266-4623-83B3-E14529645470}"/>
              </a:ext>
            </a:extLst>
          </p:cNvPr>
          <p:cNvCxnSpPr>
            <a:cxnSpLocks/>
          </p:cNvCxnSpPr>
          <p:nvPr userDrawn="1"/>
        </p:nvCxnSpPr>
        <p:spPr>
          <a:xfrm>
            <a:off x="9489955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16D162D-8F81-423E-A9DB-8F506CCD950F}"/>
              </a:ext>
            </a:extLst>
          </p:cNvPr>
          <p:cNvSpPr txBox="1"/>
          <p:nvPr userDrawn="1"/>
        </p:nvSpPr>
        <p:spPr>
          <a:xfrm>
            <a:off x="9303999" y="2453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Ⅲ</a:t>
            </a:r>
            <a:endParaRPr lang="ko-KR" altLang="en-US" sz="12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A1CB67-415D-4DD4-BF94-D1F51AB0E48E}"/>
              </a:ext>
            </a:extLst>
          </p:cNvPr>
          <p:cNvSpPr txBox="1"/>
          <p:nvPr userDrawn="1"/>
        </p:nvSpPr>
        <p:spPr>
          <a:xfrm>
            <a:off x="7741110" y="245387"/>
            <a:ext cx="14346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Ⅱ. </a:t>
            </a:r>
            <a:r>
              <a:rPr lang="ko-KR" altLang="en-US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구축 방안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9CDFEB-1FA1-41A5-9A31-B070BB69B16B}"/>
              </a:ext>
            </a:extLst>
          </p:cNvPr>
          <p:cNvSpPr txBox="1"/>
          <p:nvPr userDrawn="1"/>
        </p:nvSpPr>
        <p:spPr>
          <a:xfrm>
            <a:off x="7518628" y="2453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  <a:defRPr/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Ⅰ</a:t>
            </a:r>
          </a:p>
        </p:txBody>
      </p:sp>
      <p:cxnSp>
        <p:nvCxnSpPr>
          <p:cNvPr id="12" name="직선 연결선 17">
            <a:extLst>
              <a:ext uri="{FF2B5EF4-FFF2-40B4-BE49-F238E27FC236}">
                <a16:creationId xmlns:a16="http://schemas.microsoft.com/office/drawing/2014/main" id="{9CD2C2B4-4936-4AC0-A098-94E9AC6157A5}"/>
              </a:ext>
            </a:extLst>
          </p:cNvPr>
          <p:cNvCxnSpPr>
            <a:cxnSpLocks/>
          </p:cNvCxnSpPr>
          <p:nvPr userDrawn="1"/>
        </p:nvCxnSpPr>
        <p:spPr>
          <a:xfrm>
            <a:off x="7728081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20">
            <a:extLst>
              <a:ext uri="{FF2B5EF4-FFF2-40B4-BE49-F238E27FC236}">
                <a16:creationId xmlns:a16="http://schemas.microsoft.com/office/drawing/2014/main" id="{3DBFF259-DC49-435F-BAEB-09958520FDAC}"/>
              </a:ext>
            </a:extLst>
          </p:cNvPr>
          <p:cNvCxnSpPr>
            <a:cxnSpLocks/>
          </p:cNvCxnSpPr>
          <p:nvPr userDrawn="1"/>
        </p:nvCxnSpPr>
        <p:spPr>
          <a:xfrm>
            <a:off x="7492249" y="1482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7">
            <a:extLst>
              <a:ext uri="{FF2B5EF4-FFF2-40B4-BE49-F238E27FC236}">
                <a16:creationId xmlns:a16="http://schemas.microsoft.com/office/drawing/2014/main" id="{F891A928-7D9B-4F2F-8FCE-B52CF7F725F2}"/>
              </a:ext>
            </a:extLst>
          </p:cNvPr>
          <p:cNvCxnSpPr>
            <a:cxnSpLocks/>
          </p:cNvCxnSpPr>
          <p:nvPr userDrawn="1"/>
        </p:nvCxnSpPr>
        <p:spPr>
          <a:xfrm>
            <a:off x="9292108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9F5E8A3-9E48-C450-726C-25A9C4931328}"/>
              </a:ext>
            </a:extLst>
          </p:cNvPr>
          <p:cNvSpPr txBox="1"/>
          <p:nvPr userDrawn="1"/>
        </p:nvSpPr>
        <p:spPr>
          <a:xfrm>
            <a:off x="9695131" y="2379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Ⅴ</a:t>
            </a:r>
            <a:endParaRPr lang="ko-KR" altLang="en-US" sz="12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연결선 11">
            <a:extLst>
              <a:ext uri="{FF2B5EF4-FFF2-40B4-BE49-F238E27FC236}">
                <a16:creationId xmlns:a16="http://schemas.microsoft.com/office/drawing/2014/main" id="{22476D34-0001-EC60-AA1E-30B517B58C1D}"/>
              </a:ext>
            </a:extLst>
          </p:cNvPr>
          <p:cNvCxnSpPr>
            <a:cxnSpLocks/>
          </p:cNvCxnSpPr>
          <p:nvPr userDrawn="1"/>
        </p:nvCxnSpPr>
        <p:spPr>
          <a:xfrm>
            <a:off x="9687803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2">
            <a:extLst>
              <a:ext uri="{FF2B5EF4-FFF2-40B4-BE49-F238E27FC236}">
                <a16:creationId xmlns:a16="http://schemas.microsoft.com/office/drawing/2014/main" id="{617435A7-9681-F60B-41C7-C2AE497CBCD9}"/>
              </a:ext>
            </a:extLst>
          </p:cNvPr>
          <p:cNvSpPr/>
          <p:nvPr userDrawn="1"/>
        </p:nvSpPr>
        <p:spPr>
          <a:xfrm>
            <a:off x="0" y="710099"/>
            <a:ext cx="82390" cy="802882"/>
          </a:xfrm>
          <a:prstGeom prst="rect">
            <a:avLst/>
          </a:prstGeom>
          <a:solidFill>
            <a:srgbClr val="5098FE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1500" b="1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4A38890-F44A-DB63-110B-E8307962E1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358" y="6572843"/>
            <a:ext cx="1078062" cy="1440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2E0DC19-4336-1FF6-AAD6-9DD208BAA8ED}"/>
              </a:ext>
            </a:extLst>
          </p:cNvPr>
          <p:cNvSpPr txBox="1">
            <a:spLocks/>
          </p:cNvSpPr>
          <p:nvPr userDrawn="1"/>
        </p:nvSpPr>
        <p:spPr>
          <a:xfrm>
            <a:off x="4703552" y="6516722"/>
            <a:ext cx="504000" cy="24333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DA52DB4-D678-442A-8B33-BB47DD928F82}" type="slidenum">
              <a:rPr lang="ko-KR" altLang="en-US" sz="1100" b="1" smtClean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/>
              <a:t>‹#›</a:t>
            </a:fld>
            <a:endParaRPr lang="ko-KR" altLang="en-US" sz="11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6" descr="블루, 다채로움, 일렉트릭 블루, 블러이(가) 표시된 사진&#10;&#10;자동 생성된 설명">
            <a:extLst>
              <a:ext uri="{FF2B5EF4-FFF2-40B4-BE49-F238E27FC236}">
                <a16:creationId xmlns:a16="http://schemas.microsoft.com/office/drawing/2014/main" id="{625541FF-C8BC-4EC0-1874-1D1316FB6AE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06517"/>
            <a:ext cx="9907200" cy="5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355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42">
          <p15:clr>
            <a:srgbClr val="FBAE40"/>
          </p15:clr>
        </p15:guide>
        <p15:guide id="2" pos="398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397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프로젝트관리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 object 16">
            <a:extLst>
              <a:ext uri="{FF2B5EF4-FFF2-40B4-BE49-F238E27FC236}">
                <a16:creationId xmlns:a16="http://schemas.microsoft.com/office/drawing/2014/main" id="{4F9CB069-89DB-0953-4347-6DAB24026091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-9525"/>
            <a:ext cx="9906000" cy="72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B23A52-2739-4CF9-AAD6-5684EA42A586}"/>
              </a:ext>
            </a:extLst>
          </p:cNvPr>
          <p:cNvSpPr txBox="1"/>
          <p:nvPr userDrawn="1"/>
        </p:nvSpPr>
        <p:spPr>
          <a:xfrm>
            <a:off x="9509393" y="2453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Ⅳ</a:t>
            </a:r>
            <a:endParaRPr lang="ko-KR" altLang="en-US" sz="12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연결선 11">
            <a:extLst>
              <a:ext uri="{FF2B5EF4-FFF2-40B4-BE49-F238E27FC236}">
                <a16:creationId xmlns:a16="http://schemas.microsoft.com/office/drawing/2014/main" id="{42BF5D6D-0266-4623-83B3-E14529645470}"/>
              </a:ext>
            </a:extLst>
          </p:cNvPr>
          <p:cNvCxnSpPr>
            <a:cxnSpLocks/>
          </p:cNvCxnSpPr>
          <p:nvPr userDrawn="1"/>
        </p:nvCxnSpPr>
        <p:spPr>
          <a:xfrm>
            <a:off x="9489955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16D162D-8F81-423E-A9DB-8F506CCD950F}"/>
              </a:ext>
            </a:extLst>
          </p:cNvPr>
          <p:cNvSpPr txBox="1"/>
          <p:nvPr userDrawn="1"/>
        </p:nvSpPr>
        <p:spPr>
          <a:xfrm>
            <a:off x="7751667" y="245387"/>
            <a:ext cx="1588576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Ⅲ. </a:t>
            </a:r>
            <a:r>
              <a:rPr lang="ko-KR" altLang="en-US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관리 방안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A1CB67-415D-4DD4-BF94-D1F51AB0E48E}"/>
              </a:ext>
            </a:extLst>
          </p:cNvPr>
          <p:cNvSpPr txBox="1"/>
          <p:nvPr userDrawn="1"/>
        </p:nvSpPr>
        <p:spPr>
          <a:xfrm>
            <a:off x="7519431" y="2453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Ⅱ</a:t>
            </a:r>
            <a:endParaRPr lang="ko-KR" altLang="en-US" sz="12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9CDFEB-1FA1-41A5-9A31-B070BB69B16B}"/>
              </a:ext>
            </a:extLst>
          </p:cNvPr>
          <p:cNvSpPr txBox="1"/>
          <p:nvPr userDrawn="1"/>
        </p:nvSpPr>
        <p:spPr>
          <a:xfrm>
            <a:off x="7296949" y="2453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  <a:defRPr/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Ⅰ</a:t>
            </a:r>
          </a:p>
        </p:txBody>
      </p:sp>
      <p:cxnSp>
        <p:nvCxnSpPr>
          <p:cNvPr id="12" name="직선 연결선 17">
            <a:extLst>
              <a:ext uri="{FF2B5EF4-FFF2-40B4-BE49-F238E27FC236}">
                <a16:creationId xmlns:a16="http://schemas.microsoft.com/office/drawing/2014/main" id="{9CD2C2B4-4936-4AC0-A098-94E9AC6157A5}"/>
              </a:ext>
            </a:extLst>
          </p:cNvPr>
          <p:cNvCxnSpPr>
            <a:cxnSpLocks/>
          </p:cNvCxnSpPr>
          <p:nvPr userDrawn="1"/>
        </p:nvCxnSpPr>
        <p:spPr>
          <a:xfrm>
            <a:off x="7506402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20">
            <a:extLst>
              <a:ext uri="{FF2B5EF4-FFF2-40B4-BE49-F238E27FC236}">
                <a16:creationId xmlns:a16="http://schemas.microsoft.com/office/drawing/2014/main" id="{3DBFF259-DC49-435F-BAEB-09958520FDAC}"/>
              </a:ext>
            </a:extLst>
          </p:cNvPr>
          <p:cNvCxnSpPr>
            <a:cxnSpLocks/>
          </p:cNvCxnSpPr>
          <p:nvPr userDrawn="1"/>
        </p:nvCxnSpPr>
        <p:spPr>
          <a:xfrm>
            <a:off x="7270570" y="1482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7">
            <a:extLst>
              <a:ext uri="{FF2B5EF4-FFF2-40B4-BE49-F238E27FC236}">
                <a16:creationId xmlns:a16="http://schemas.microsoft.com/office/drawing/2014/main" id="{F891A928-7D9B-4F2F-8FCE-B52CF7F725F2}"/>
              </a:ext>
            </a:extLst>
          </p:cNvPr>
          <p:cNvCxnSpPr>
            <a:cxnSpLocks/>
          </p:cNvCxnSpPr>
          <p:nvPr userDrawn="1"/>
        </p:nvCxnSpPr>
        <p:spPr>
          <a:xfrm>
            <a:off x="7739776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9F5E8A3-9E48-C450-726C-25A9C4931328}"/>
              </a:ext>
            </a:extLst>
          </p:cNvPr>
          <p:cNvSpPr txBox="1"/>
          <p:nvPr userDrawn="1"/>
        </p:nvSpPr>
        <p:spPr>
          <a:xfrm>
            <a:off x="9695131" y="2379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Ⅴ</a:t>
            </a:r>
            <a:endParaRPr lang="ko-KR" altLang="en-US" sz="12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연결선 11">
            <a:extLst>
              <a:ext uri="{FF2B5EF4-FFF2-40B4-BE49-F238E27FC236}">
                <a16:creationId xmlns:a16="http://schemas.microsoft.com/office/drawing/2014/main" id="{22476D34-0001-EC60-AA1E-30B517B58C1D}"/>
              </a:ext>
            </a:extLst>
          </p:cNvPr>
          <p:cNvCxnSpPr>
            <a:cxnSpLocks/>
          </p:cNvCxnSpPr>
          <p:nvPr userDrawn="1"/>
        </p:nvCxnSpPr>
        <p:spPr>
          <a:xfrm>
            <a:off x="9687803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2">
            <a:extLst>
              <a:ext uri="{FF2B5EF4-FFF2-40B4-BE49-F238E27FC236}">
                <a16:creationId xmlns:a16="http://schemas.microsoft.com/office/drawing/2014/main" id="{617435A7-9681-F60B-41C7-C2AE497CBCD9}"/>
              </a:ext>
            </a:extLst>
          </p:cNvPr>
          <p:cNvSpPr/>
          <p:nvPr userDrawn="1"/>
        </p:nvSpPr>
        <p:spPr>
          <a:xfrm>
            <a:off x="0" y="710099"/>
            <a:ext cx="82390" cy="802882"/>
          </a:xfrm>
          <a:prstGeom prst="rect">
            <a:avLst/>
          </a:prstGeom>
          <a:solidFill>
            <a:srgbClr val="5098FE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1500" b="1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653FDA8-88D7-10E3-84BB-C224BA5EFB7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358" y="6572843"/>
            <a:ext cx="1078062" cy="1440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494CA4E-D065-D7BA-4DC6-C3FCC7A4BF6E}"/>
              </a:ext>
            </a:extLst>
          </p:cNvPr>
          <p:cNvSpPr txBox="1">
            <a:spLocks/>
          </p:cNvSpPr>
          <p:nvPr userDrawn="1"/>
        </p:nvSpPr>
        <p:spPr>
          <a:xfrm>
            <a:off x="4703552" y="6516722"/>
            <a:ext cx="504000" cy="24333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DA52DB4-D678-442A-8B33-BB47DD928F82}" type="slidenum">
              <a:rPr lang="ko-KR" altLang="en-US" sz="1100" b="1" smtClean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/>
              <a:t>‹#›</a:t>
            </a:fld>
            <a:endParaRPr lang="ko-KR" altLang="en-US" sz="11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6" descr="블루, 다채로움, 일렉트릭 블루, 블러이(가) 표시된 사진&#10;&#10;자동 생성된 설명">
            <a:extLst>
              <a:ext uri="{FF2B5EF4-FFF2-40B4-BE49-F238E27FC236}">
                <a16:creationId xmlns:a16="http://schemas.microsoft.com/office/drawing/2014/main" id="{1D8BC4D9-449F-000A-3AC0-EB1B2DE328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06517"/>
            <a:ext cx="9907200" cy="5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663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42">
          <p15:clr>
            <a:srgbClr val="FBAE40"/>
          </p15:clr>
        </p15:guide>
        <p15:guide id="2" pos="398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397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제안사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 object 16">
            <a:extLst>
              <a:ext uri="{FF2B5EF4-FFF2-40B4-BE49-F238E27FC236}">
                <a16:creationId xmlns:a16="http://schemas.microsoft.com/office/drawing/2014/main" id="{4F9CB069-89DB-0953-4347-6DAB24026091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1050" y="-9838"/>
            <a:ext cx="9906000" cy="72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B23A52-2739-4CF9-AAD6-5684EA42A586}"/>
              </a:ext>
            </a:extLst>
          </p:cNvPr>
          <p:cNvSpPr txBox="1"/>
          <p:nvPr userDrawn="1"/>
        </p:nvSpPr>
        <p:spPr>
          <a:xfrm>
            <a:off x="8417442" y="245387"/>
            <a:ext cx="1072409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Ⅳ. </a:t>
            </a:r>
            <a:r>
              <a:rPr lang="ko-KR" altLang="en-US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제안사 소개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6D162D-8F81-423E-A9DB-8F506CCD950F}"/>
              </a:ext>
            </a:extLst>
          </p:cNvPr>
          <p:cNvSpPr txBox="1"/>
          <p:nvPr userDrawn="1"/>
        </p:nvSpPr>
        <p:spPr>
          <a:xfrm>
            <a:off x="8176523" y="2453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Ⅲ</a:t>
            </a:r>
            <a:endParaRPr lang="ko-KR" altLang="en-US" sz="12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A1CB67-415D-4DD4-BF94-D1F51AB0E48E}"/>
              </a:ext>
            </a:extLst>
          </p:cNvPr>
          <p:cNvSpPr txBox="1"/>
          <p:nvPr userDrawn="1"/>
        </p:nvSpPr>
        <p:spPr>
          <a:xfrm>
            <a:off x="7944302" y="2453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Ⅱ</a:t>
            </a:r>
            <a:endParaRPr lang="ko-KR" altLang="en-US" sz="12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9CDFEB-1FA1-41A5-9A31-B070BB69B16B}"/>
              </a:ext>
            </a:extLst>
          </p:cNvPr>
          <p:cNvSpPr txBox="1"/>
          <p:nvPr userDrawn="1"/>
        </p:nvSpPr>
        <p:spPr>
          <a:xfrm>
            <a:off x="7721820" y="2453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  <a:defRPr/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Ⅰ</a:t>
            </a:r>
          </a:p>
        </p:txBody>
      </p:sp>
      <p:cxnSp>
        <p:nvCxnSpPr>
          <p:cNvPr id="12" name="직선 연결선 17">
            <a:extLst>
              <a:ext uri="{FF2B5EF4-FFF2-40B4-BE49-F238E27FC236}">
                <a16:creationId xmlns:a16="http://schemas.microsoft.com/office/drawing/2014/main" id="{9CD2C2B4-4936-4AC0-A098-94E9AC6157A5}"/>
              </a:ext>
            </a:extLst>
          </p:cNvPr>
          <p:cNvCxnSpPr>
            <a:cxnSpLocks/>
          </p:cNvCxnSpPr>
          <p:nvPr userDrawn="1"/>
        </p:nvCxnSpPr>
        <p:spPr>
          <a:xfrm>
            <a:off x="7931273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20">
            <a:extLst>
              <a:ext uri="{FF2B5EF4-FFF2-40B4-BE49-F238E27FC236}">
                <a16:creationId xmlns:a16="http://schemas.microsoft.com/office/drawing/2014/main" id="{3DBFF259-DC49-435F-BAEB-09958520FDAC}"/>
              </a:ext>
            </a:extLst>
          </p:cNvPr>
          <p:cNvCxnSpPr>
            <a:cxnSpLocks/>
          </p:cNvCxnSpPr>
          <p:nvPr userDrawn="1"/>
        </p:nvCxnSpPr>
        <p:spPr>
          <a:xfrm>
            <a:off x="7695441" y="1482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7">
            <a:extLst>
              <a:ext uri="{FF2B5EF4-FFF2-40B4-BE49-F238E27FC236}">
                <a16:creationId xmlns:a16="http://schemas.microsoft.com/office/drawing/2014/main" id="{F891A928-7D9B-4F2F-8FCE-B52CF7F725F2}"/>
              </a:ext>
            </a:extLst>
          </p:cNvPr>
          <p:cNvCxnSpPr>
            <a:cxnSpLocks/>
          </p:cNvCxnSpPr>
          <p:nvPr userDrawn="1"/>
        </p:nvCxnSpPr>
        <p:spPr>
          <a:xfrm>
            <a:off x="8164632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9F5E8A3-9E48-C450-726C-25A9C4931328}"/>
              </a:ext>
            </a:extLst>
          </p:cNvPr>
          <p:cNvSpPr txBox="1"/>
          <p:nvPr userDrawn="1"/>
        </p:nvSpPr>
        <p:spPr>
          <a:xfrm>
            <a:off x="9695131" y="2379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Ⅴ</a:t>
            </a:r>
            <a:endParaRPr lang="ko-KR" altLang="en-US" sz="12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연결선 11">
            <a:extLst>
              <a:ext uri="{FF2B5EF4-FFF2-40B4-BE49-F238E27FC236}">
                <a16:creationId xmlns:a16="http://schemas.microsoft.com/office/drawing/2014/main" id="{22476D34-0001-EC60-AA1E-30B517B58C1D}"/>
              </a:ext>
            </a:extLst>
          </p:cNvPr>
          <p:cNvCxnSpPr>
            <a:cxnSpLocks/>
          </p:cNvCxnSpPr>
          <p:nvPr userDrawn="1"/>
        </p:nvCxnSpPr>
        <p:spPr>
          <a:xfrm>
            <a:off x="9687803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11">
            <a:extLst>
              <a:ext uri="{FF2B5EF4-FFF2-40B4-BE49-F238E27FC236}">
                <a16:creationId xmlns:a16="http://schemas.microsoft.com/office/drawing/2014/main" id="{FE177D64-2A93-D131-0BFF-74EF6B9FDDAB}"/>
              </a:ext>
            </a:extLst>
          </p:cNvPr>
          <p:cNvCxnSpPr>
            <a:cxnSpLocks/>
          </p:cNvCxnSpPr>
          <p:nvPr userDrawn="1"/>
        </p:nvCxnSpPr>
        <p:spPr>
          <a:xfrm>
            <a:off x="8398004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22">
            <a:extLst>
              <a:ext uri="{FF2B5EF4-FFF2-40B4-BE49-F238E27FC236}">
                <a16:creationId xmlns:a16="http://schemas.microsoft.com/office/drawing/2014/main" id="{3C58329E-F008-6C1D-4DC1-E3B93C571DBB}"/>
              </a:ext>
            </a:extLst>
          </p:cNvPr>
          <p:cNvSpPr/>
          <p:nvPr userDrawn="1"/>
        </p:nvSpPr>
        <p:spPr>
          <a:xfrm>
            <a:off x="-1050" y="710099"/>
            <a:ext cx="82390" cy="802882"/>
          </a:xfrm>
          <a:prstGeom prst="rect">
            <a:avLst/>
          </a:prstGeom>
          <a:solidFill>
            <a:srgbClr val="5098FE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1500" b="1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BF43F7E-745F-1654-2ACB-5E9B4AECA1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358" y="6572843"/>
            <a:ext cx="1078062" cy="144000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840DAAA-3B66-2AD8-9FD4-C6FFC1EA2CD0}"/>
              </a:ext>
            </a:extLst>
          </p:cNvPr>
          <p:cNvSpPr txBox="1">
            <a:spLocks/>
          </p:cNvSpPr>
          <p:nvPr userDrawn="1"/>
        </p:nvSpPr>
        <p:spPr>
          <a:xfrm>
            <a:off x="4703552" y="6516722"/>
            <a:ext cx="504000" cy="24333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DA52DB4-D678-442A-8B33-BB47DD928F82}" type="slidenum">
              <a:rPr lang="ko-KR" altLang="en-US" sz="1100" b="1" smtClean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/>
              <a:t>‹#›</a:t>
            </a:fld>
            <a:endParaRPr lang="ko-KR" altLang="en-US" sz="11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6" descr="블루, 다채로움, 일렉트릭 블루, 블러이(가) 표시된 사진&#10;&#10;자동 생성된 설명">
            <a:extLst>
              <a:ext uri="{FF2B5EF4-FFF2-40B4-BE49-F238E27FC236}">
                <a16:creationId xmlns:a16="http://schemas.microsoft.com/office/drawing/2014/main" id="{734737F4-D457-16C1-FFD3-62FEF6C1B8D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050" y="6806517"/>
            <a:ext cx="9907200" cy="5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07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42">
          <p15:clr>
            <a:srgbClr val="FBAE40"/>
          </p15:clr>
        </p15:guide>
        <p15:guide id="2" pos="398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39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기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 object 16">
            <a:extLst>
              <a:ext uri="{FF2B5EF4-FFF2-40B4-BE49-F238E27FC236}">
                <a16:creationId xmlns:a16="http://schemas.microsoft.com/office/drawing/2014/main" id="{4F9CB069-89DB-0953-4347-6DAB24026091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175" y="-9838"/>
            <a:ext cx="9906000" cy="72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B23A52-2739-4CF9-AAD6-5684EA42A586}"/>
              </a:ext>
            </a:extLst>
          </p:cNvPr>
          <p:cNvSpPr txBox="1"/>
          <p:nvPr userDrawn="1"/>
        </p:nvSpPr>
        <p:spPr>
          <a:xfrm>
            <a:off x="8814603" y="2453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Ⅳ</a:t>
            </a:r>
            <a:endParaRPr lang="ko-KR" altLang="en-US" sz="12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6D162D-8F81-423E-A9DB-8F506CCD950F}"/>
              </a:ext>
            </a:extLst>
          </p:cNvPr>
          <p:cNvSpPr txBox="1"/>
          <p:nvPr userDrawn="1"/>
        </p:nvSpPr>
        <p:spPr>
          <a:xfrm>
            <a:off x="8573684" y="2453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Ⅲ</a:t>
            </a:r>
            <a:endParaRPr lang="ko-KR" altLang="en-US" sz="12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A1CB67-415D-4DD4-BF94-D1F51AB0E48E}"/>
              </a:ext>
            </a:extLst>
          </p:cNvPr>
          <p:cNvSpPr txBox="1"/>
          <p:nvPr userDrawn="1"/>
        </p:nvSpPr>
        <p:spPr>
          <a:xfrm>
            <a:off x="8341463" y="2453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Ⅱ</a:t>
            </a:r>
            <a:endParaRPr lang="ko-KR" altLang="en-US" sz="12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9CDFEB-1FA1-41A5-9A31-B070BB69B16B}"/>
              </a:ext>
            </a:extLst>
          </p:cNvPr>
          <p:cNvSpPr txBox="1"/>
          <p:nvPr userDrawn="1"/>
        </p:nvSpPr>
        <p:spPr>
          <a:xfrm>
            <a:off x="8118981" y="245387"/>
            <a:ext cx="153888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  <a:defRPr/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Ⅰ</a:t>
            </a:r>
          </a:p>
        </p:txBody>
      </p:sp>
      <p:cxnSp>
        <p:nvCxnSpPr>
          <p:cNvPr id="12" name="직선 연결선 17">
            <a:extLst>
              <a:ext uri="{FF2B5EF4-FFF2-40B4-BE49-F238E27FC236}">
                <a16:creationId xmlns:a16="http://schemas.microsoft.com/office/drawing/2014/main" id="{9CD2C2B4-4936-4AC0-A098-94E9AC6157A5}"/>
              </a:ext>
            </a:extLst>
          </p:cNvPr>
          <p:cNvCxnSpPr>
            <a:cxnSpLocks/>
          </p:cNvCxnSpPr>
          <p:nvPr userDrawn="1"/>
        </p:nvCxnSpPr>
        <p:spPr>
          <a:xfrm>
            <a:off x="8328434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20">
            <a:extLst>
              <a:ext uri="{FF2B5EF4-FFF2-40B4-BE49-F238E27FC236}">
                <a16:creationId xmlns:a16="http://schemas.microsoft.com/office/drawing/2014/main" id="{3DBFF259-DC49-435F-BAEB-09958520FDAC}"/>
              </a:ext>
            </a:extLst>
          </p:cNvPr>
          <p:cNvCxnSpPr>
            <a:cxnSpLocks/>
          </p:cNvCxnSpPr>
          <p:nvPr userDrawn="1"/>
        </p:nvCxnSpPr>
        <p:spPr>
          <a:xfrm>
            <a:off x="8092602" y="1482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7">
            <a:extLst>
              <a:ext uri="{FF2B5EF4-FFF2-40B4-BE49-F238E27FC236}">
                <a16:creationId xmlns:a16="http://schemas.microsoft.com/office/drawing/2014/main" id="{F891A928-7D9B-4F2F-8FCE-B52CF7F725F2}"/>
              </a:ext>
            </a:extLst>
          </p:cNvPr>
          <p:cNvCxnSpPr>
            <a:cxnSpLocks/>
          </p:cNvCxnSpPr>
          <p:nvPr userDrawn="1"/>
        </p:nvCxnSpPr>
        <p:spPr>
          <a:xfrm>
            <a:off x="8561793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9F5E8A3-9E48-C450-726C-25A9C4931328}"/>
              </a:ext>
            </a:extLst>
          </p:cNvPr>
          <p:cNvSpPr txBox="1"/>
          <p:nvPr userDrawn="1"/>
        </p:nvSpPr>
        <p:spPr>
          <a:xfrm>
            <a:off x="9026971" y="237987"/>
            <a:ext cx="556243" cy="184666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defTabSz="1006846" eaLnBrk="1" latinLnBrk="1" hangingPunct="1">
              <a:spcBef>
                <a:spcPct val="50000"/>
              </a:spcBef>
            </a:pPr>
            <a:r>
              <a:rPr lang="en-US" altLang="ko-KR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Ⅴ. </a:t>
            </a:r>
            <a:r>
              <a:rPr lang="ko-KR" altLang="en-US" sz="12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기타</a:t>
            </a:r>
          </a:p>
        </p:txBody>
      </p:sp>
      <p:cxnSp>
        <p:nvCxnSpPr>
          <p:cNvPr id="18" name="직선 연결선 11">
            <a:extLst>
              <a:ext uri="{FF2B5EF4-FFF2-40B4-BE49-F238E27FC236}">
                <a16:creationId xmlns:a16="http://schemas.microsoft.com/office/drawing/2014/main" id="{22476D34-0001-EC60-AA1E-30B517B58C1D}"/>
              </a:ext>
            </a:extLst>
          </p:cNvPr>
          <p:cNvCxnSpPr>
            <a:cxnSpLocks/>
          </p:cNvCxnSpPr>
          <p:nvPr userDrawn="1"/>
        </p:nvCxnSpPr>
        <p:spPr>
          <a:xfrm>
            <a:off x="9019643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11">
            <a:extLst>
              <a:ext uri="{FF2B5EF4-FFF2-40B4-BE49-F238E27FC236}">
                <a16:creationId xmlns:a16="http://schemas.microsoft.com/office/drawing/2014/main" id="{FE177D64-2A93-D131-0BFF-74EF6B9FDDAB}"/>
              </a:ext>
            </a:extLst>
          </p:cNvPr>
          <p:cNvCxnSpPr>
            <a:cxnSpLocks/>
          </p:cNvCxnSpPr>
          <p:nvPr userDrawn="1"/>
        </p:nvCxnSpPr>
        <p:spPr>
          <a:xfrm>
            <a:off x="8795165" y="-2218"/>
            <a:ext cx="0" cy="3951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2">
            <a:extLst>
              <a:ext uri="{FF2B5EF4-FFF2-40B4-BE49-F238E27FC236}">
                <a16:creationId xmlns:a16="http://schemas.microsoft.com/office/drawing/2014/main" id="{A5B856F8-8B74-E0AF-4240-E8E2C26D42E3}"/>
              </a:ext>
            </a:extLst>
          </p:cNvPr>
          <p:cNvSpPr/>
          <p:nvPr userDrawn="1"/>
        </p:nvSpPr>
        <p:spPr>
          <a:xfrm>
            <a:off x="-175" y="710099"/>
            <a:ext cx="82390" cy="802882"/>
          </a:xfrm>
          <a:prstGeom prst="rect">
            <a:avLst/>
          </a:prstGeom>
          <a:solidFill>
            <a:srgbClr val="5098FE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1500" b="1">
              <a:solidFill>
                <a:schemeClr val="tx1"/>
              </a:solidFill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B11ACC2-389D-F60B-38A8-EE8FA54EEC04}"/>
              </a:ext>
            </a:extLst>
          </p:cNvPr>
          <p:cNvSpPr txBox="1">
            <a:spLocks/>
          </p:cNvSpPr>
          <p:nvPr userDrawn="1"/>
        </p:nvSpPr>
        <p:spPr>
          <a:xfrm>
            <a:off x="4703552" y="6516722"/>
            <a:ext cx="504000" cy="24333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DA52DB4-D678-442A-8B33-BB47DD928F82}" type="slidenum">
              <a:rPr lang="ko-KR" altLang="en-US" sz="1100" b="1" smtClean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/>
              <a:t>‹#›</a:t>
            </a:fld>
            <a:endParaRPr lang="ko-KR" altLang="en-US" sz="11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1E1E2D6-D72C-E668-F3AE-8458CA510B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358" y="6572843"/>
            <a:ext cx="1078062" cy="144000"/>
          </a:xfrm>
          <a:prstGeom prst="rect">
            <a:avLst/>
          </a:prstGeom>
        </p:spPr>
      </p:pic>
      <p:pic>
        <p:nvPicPr>
          <p:cNvPr id="9" name="그림 6" descr="블루, 다채로움, 일렉트릭 블루, 블러이(가) 표시된 사진&#10;&#10;자동 생성된 설명">
            <a:extLst>
              <a:ext uri="{FF2B5EF4-FFF2-40B4-BE49-F238E27FC236}">
                <a16:creationId xmlns:a16="http://schemas.microsoft.com/office/drawing/2014/main" id="{A1022675-D9D8-6B30-A0E9-8D8EB13FF8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75" y="6806517"/>
            <a:ext cx="9907200" cy="5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62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68" userDrawn="1">
          <p15:clr>
            <a:srgbClr val="FBAE40"/>
          </p15:clr>
        </p15:guide>
        <p15:guide id="2" pos="172" userDrawn="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397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52DB4-D678-442A-8B33-BB47DD928F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805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72" r:id="rId3"/>
    <p:sldLayoutId id="2147483663" r:id="rId4"/>
    <p:sldLayoutId id="2147483673" r:id="rId5"/>
    <p:sldLayoutId id="2147483666" r:id="rId6"/>
    <p:sldLayoutId id="2147483670" r:id="rId7"/>
    <p:sldLayoutId id="2147483668" r:id="rId8"/>
    <p:sldLayoutId id="2147483669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emf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9.png"/><Relationship Id="rId7" Type="http://schemas.microsoft.com/office/2007/relationships/hdphoto" Target="../media/hdphoto2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microsoft.com/office/2007/relationships/hdphoto" Target="../media/hdphoto3.wdp"/><Relationship Id="rId10" Type="http://schemas.microsoft.com/office/2007/relationships/hdphoto" Target="../media/hdphoto4.wdp"/><Relationship Id="rId4" Type="http://schemas.openxmlformats.org/officeDocument/2006/relationships/image" Target="../media/image40.pn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microsoft.com/office/2007/relationships/hdphoto" Target="../media/hdphoto4.wdp"/><Relationship Id="rId5" Type="http://schemas.openxmlformats.org/officeDocument/2006/relationships/image" Target="../media/image29.png"/><Relationship Id="rId4" Type="http://schemas.openxmlformats.org/officeDocument/2006/relationships/image" Target="../media/image43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44.png"/><Relationship Id="rId7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microsoft.com/office/2007/relationships/hdphoto" Target="../media/hdphoto5.wdp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microsoft.com/office/2007/relationships/hdphoto" Target="../media/hdphoto2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microsoft.com/office/2007/relationships/hdphoto" Target="../media/hdphoto2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48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9.png"/><Relationship Id="rId7" Type="http://schemas.microsoft.com/office/2007/relationships/hdphoto" Target="../media/hdphoto2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29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0.png"/><Relationship Id="rId7" Type="http://schemas.openxmlformats.org/officeDocument/2006/relationships/image" Target="../media/image38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microsoft.com/office/2007/relationships/hdphoto" Target="../media/hdphoto4.wdp"/><Relationship Id="rId5" Type="http://schemas.openxmlformats.org/officeDocument/2006/relationships/image" Target="../media/image29.png"/><Relationship Id="rId4" Type="http://schemas.openxmlformats.org/officeDocument/2006/relationships/image" Target="../media/image53.png"/><Relationship Id="rId9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0.png"/><Relationship Id="rId7" Type="http://schemas.openxmlformats.org/officeDocument/2006/relationships/image" Target="../media/image3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6" Type="http://schemas.microsoft.com/office/2007/relationships/hdphoto" Target="../media/hdphoto4.wdp"/><Relationship Id="rId5" Type="http://schemas.openxmlformats.org/officeDocument/2006/relationships/image" Target="../media/image29.png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56.png"/><Relationship Id="rId7" Type="http://schemas.openxmlformats.org/officeDocument/2006/relationships/image" Target="../media/image3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microsoft.com/office/2007/relationships/hdphoto" Target="../media/hdphoto6.wdp"/><Relationship Id="rId11" Type="http://schemas.openxmlformats.org/officeDocument/2006/relationships/image" Target="../media/image51.png"/><Relationship Id="rId5" Type="http://schemas.openxmlformats.org/officeDocument/2006/relationships/image" Target="../media/image58.png"/><Relationship Id="rId10" Type="http://schemas.microsoft.com/office/2007/relationships/hdphoto" Target="../media/hdphoto4.wdp"/><Relationship Id="rId4" Type="http://schemas.openxmlformats.org/officeDocument/2006/relationships/image" Target="../media/image57.png"/><Relationship Id="rId9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jpeg"/><Relationship Id="rId5" Type="http://schemas.microsoft.com/office/2007/relationships/hdphoto" Target="../media/hdphoto4.wdp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5" Type="http://schemas.microsoft.com/office/2007/relationships/hdphoto" Target="../media/hdphoto4.wdp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5" Type="http://schemas.openxmlformats.org/officeDocument/2006/relationships/image" Target="../media/image30.png"/><Relationship Id="rId4" Type="http://schemas.microsoft.com/office/2007/relationships/hdphoto" Target="../media/hdphoto4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5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6.png"/><Relationship Id="rId5" Type="http://schemas.microsoft.com/office/2007/relationships/hdphoto" Target="../media/hdphoto4.wdp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6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67.png"/><Relationship Id="rId4" Type="http://schemas.microsoft.com/office/2007/relationships/hdphoto" Target="../media/hdphoto4.wd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0.png"/><Relationship Id="rId5" Type="http://schemas.openxmlformats.org/officeDocument/2006/relationships/image" Target="../media/image30.png"/><Relationship Id="rId4" Type="http://schemas.microsoft.com/office/2007/relationships/hdphoto" Target="../media/hdphoto4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Relationship Id="rId5" Type="http://schemas.microsoft.com/office/2007/relationships/hdphoto" Target="../media/hdphoto4.wdp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3.png"/><Relationship Id="rId5" Type="http://schemas.microsoft.com/office/2007/relationships/hdphoto" Target="../media/hdphoto4.wdp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5" Type="http://schemas.microsoft.com/office/2007/relationships/hdphoto" Target="../media/hdphoto4.wdp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7" Type="http://schemas.openxmlformats.org/officeDocument/2006/relationships/image" Target="../media/image78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7.jpeg"/><Relationship Id="rId5" Type="http://schemas.microsoft.com/office/2007/relationships/hdphoto" Target="../media/hdphoto4.wdp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0.png"/><Relationship Id="rId5" Type="http://schemas.openxmlformats.org/officeDocument/2006/relationships/image" Target="../media/image20.png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84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3.png"/><Relationship Id="rId5" Type="http://schemas.openxmlformats.org/officeDocument/2006/relationships/image" Target="../media/image12.png"/><Relationship Id="rId4" Type="http://schemas.openxmlformats.org/officeDocument/2006/relationships/image" Target="../media/image8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8.wdp"/><Relationship Id="rId4" Type="http://schemas.openxmlformats.org/officeDocument/2006/relationships/image" Target="../media/image9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jpg"/><Relationship Id="rId3" Type="http://schemas.openxmlformats.org/officeDocument/2006/relationships/image" Target="../media/image95.jpeg"/><Relationship Id="rId7" Type="http://schemas.openxmlformats.org/officeDocument/2006/relationships/image" Target="../media/image99.jp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jpg"/><Relationship Id="rId5" Type="http://schemas.openxmlformats.org/officeDocument/2006/relationships/image" Target="../media/image97.jpeg"/><Relationship Id="rId4" Type="http://schemas.openxmlformats.org/officeDocument/2006/relationships/image" Target="../media/image96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e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6.jp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9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18" Type="http://schemas.openxmlformats.org/officeDocument/2006/relationships/image" Target="../media/image128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17" Type="http://schemas.openxmlformats.org/officeDocument/2006/relationships/image" Target="../media/image127.png"/><Relationship Id="rId2" Type="http://schemas.openxmlformats.org/officeDocument/2006/relationships/image" Target="../media/image112.png"/><Relationship Id="rId16" Type="http://schemas.openxmlformats.org/officeDocument/2006/relationships/image" Target="../media/image12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5" Type="http://schemas.openxmlformats.org/officeDocument/2006/relationships/image" Target="../media/image125.png"/><Relationship Id="rId10" Type="http://schemas.openxmlformats.org/officeDocument/2006/relationships/image" Target="../media/image120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Relationship Id="rId14" Type="http://schemas.openxmlformats.org/officeDocument/2006/relationships/image" Target="../media/image124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sv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3.svg"/><Relationship Id="rId3" Type="http://schemas.openxmlformats.org/officeDocument/2006/relationships/image" Target="../media/image133.png"/><Relationship Id="rId7" Type="http://schemas.openxmlformats.org/officeDocument/2006/relationships/image" Target="../media/image137.svg"/><Relationship Id="rId12" Type="http://schemas.openxmlformats.org/officeDocument/2006/relationships/image" Target="../media/image142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6.png"/><Relationship Id="rId11" Type="http://schemas.openxmlformats.org/officeDocument/2006/relationships/image" Target="../media/image141.svg"/><Relationship Id="rId5" Type="http://schemas.openxmlformats.org/officeDocument/2006/relationships/image" Target="../media/image135.png"/><Relationship Id="rId10" Type="http://schemas.openxmlformats.org/officeDocument/2006/relationships/image" Target="../media/image140.png"/><Relationship Id="rId4" Type="http://schemas.openxmlformats.org/officeDocument/2006/relationships/image" Target="../media/image134.png"/><Relationship Id="rId9" Type="http://schemas.openxmlformats.org/officeDocument/2006/relationships/image" Target="../media/image139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eg"/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8.jpeg"/><Relationship Id="rId18" Type="http://schemas.openxmlformats.org/officeDocument/2006/relationships/image" Target="../media/image163.png"/><Relationship Id="rId26" Type="http://schemas.openxmlformats.org/officeDocument/2006/relationships/image" Target="../media/image171.png"/><Relationship Id="rId3" Type="http://schemas.openxmlformats.org/officeDocument/2006/relationships/image" Target="../media/image148.png"/><Relationship Id="rId21" Type="http://schemas.openxmlformats.org/officeDocument/2006/relationships/image" Target="../media/image166.jpeg"/><Relationship Id="rId34" Type="http://schemas.openxmlformats.org/officeDocument/2006/relationships/image" Target="../media/image179.png"/><Relationship Id="rId7" Type="http://schemas.openxmlformats.org/officeDocument/2006/relationships/image" Target="../media/image152.jpeg"/><Relationship Id="rId12" Type="http://schemas.openxmlformats.org/officeDocument/2006/relationships/image" Target="../media/image157.png"/><Relationship Id="rId17" Type="http://schemas.openxmlformats.org/officeDocument/2006/relationships/image" Target="../media/image162.jpeg"/><Relationship Id="rId25" Type="http://schemas.openxmlformats.org/officeDocument/2006/relationships/image" Target="../media/image170.jpeg"/><Relationship Id="rId33" Type="http://schemas.openxmlformats.org/officeDocument/2006/relationships/image" Target="../media/image178.png"/><Relationship Id="rId2" Type="http://schemas.openxmlformats.org/officeDocument/2006/relationships/image" Target="../media/image147.jpeg"/><Relationship Id="rId16" Type="http://schemas.openxmlformats.org/officeDocument/2006/relationships/image" Target="../media/image161.png"/><Relationship Id="rId20" Type="http://schemas.openxmlformats.org/officeDocument/2006/relationships/image" Target="../media/image165.jpeg"/><Relationship Id="rId29" Type="http://schemas.openxmlformats.org/officeDocument/2006/relationships/image" Target="../media/image17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1.jpeg"/><Relationship Id="rId11" Type="http://schemas.openxmlformats.org/officeDocument/2006/relationships/image" Target="../media/image156.jpeg"/><Relationship Id="rId24" Type="http://schemas.openxmlformats.org/officeDocument/2006/relationships/image" Target="../media/image169.jpeg"/><Relationship Id="rId32" Type="http://schemas.openxmlformats.org/officeDocument/2006/relationships/image" Target="../media/image177.png"/><Relationship Id="rId5" Type="http://schemas.openxmlformats.org/officeDocument/2006/relationships/image" Target="../media/image150.png"/><Relationship Id="rId15" Type="http://schemas.openxmlformats.org/officeDocument/2006/relationships/image" Target="../media/image160.jpeg"/><Relationship Id="rId23" Type="http://schemas.openxmlformats.org/officeDocument/2006/relationships/image" Target="../media/image168.png"/><Relationship Id="rId28" Type="http://schemas.openxmlformats.org/officeDocument/2006/relationships/image" Target="../media/image173.png"/><Relationship Id="rId36" Type="http://schemas.openxmlformats.org/officeDocument/2006/relationships/image" Target="../media/image181.png"/><Relationship Id="rId10" Type="http://schemas.openxmlformats.org/officeDocument/2006/relationships/image" Target="../media/image155.jpeg"/><Relationship Id="rId19" Type="http://schemas.openxmlformats.org/officeDocument/2006/relationships/image" Target="../media/image164.jpeg"/><Relationship Id="rId31" Type="http://schemas.openxmlformats.org/officeDocument/2006/relationships/image" Target="../media/image176.png"/><Relationship Id="rId4" Type="http://schemas.openxmlformats.org/officeDocument/2006/relationships/image" Target="../media/image149.jpeg"/><Relationship Id="rId9" Type="http://schemas.openxmlformats.org/officeDocument/2006/relationships/image" Target="../media/image154.jpeg"/><Relationship Id="rId14" Type="http://schemas.openxmlformats.org/officeDocument/2006/relationships/image" Target="../media/image159.png"/><Relationship Id="rId22" Type="http://schemas.openxmlformats.org/officeDocument/2006/relationships/image" Target="../media/image167.png"/><Relationship Id="rId27" Type="http://schemas.openxmlformats.org/officeDocument/2006/relationships/image" Target="../media/image172.png"/><Relationship Id="rId30" Type="http://schemas.openxmlformats.org/officeDocument/2006/relationships/image" Target="../media/image175.png"/><Relationship Id="rId35" Type="http://schemas.openxmlformats.org/officeDocument/2006/relationships/image" Target="../media/image180.png"/><Relationship Id="rId8" Type="http://schemas.openxmlformats.org/officeDocument/2006/relationships/image" Target="../media/image153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3.png"/><Relationship Id="rId4" Type="http://schemas.openxmlformats.org/officeDocument/2006/relationships/hyperlink" Target="https://www.itcencor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0B9410DD-52F8-CD23-04FA-A6DB8B4E28F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199" y="468768"/>
            <a:ext cx="1891447" cy="18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5A510AF-FE47-3514-0D83-920C62493C8A}"/>
              </a:ext>
            </a:extLst>
          </p:cNvPr>
          <p:cNvCxnSpPr>
            <a:cxnSpLocks/>
          </p:cNvCxnSpPr>
          <p:nvPr/>
        </p:nvCxnSpPr>
        <p:spPr>
          <a:xfrm>
            <a:off x="3025875" y="553518"/>
            <a:ext cx="41400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7B622B6-6937-7E40-8C54-A51A2B271941}"/>
              </a:ext>
            </a:extLst>
          </p:cNvPr>
          <p:cNvSpPr txBox="1"/>
          <p:nvPr/>
        </p:nvSpPr>
        <p:spPr>
          <a:xfrm>
            <a:off x="498751" y="5021268"/>
            <a:ext cx="1282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2026. 02. 10.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C50067-A915-6120-D0BB-75E49F405B18}"/>
              </a:ext>
            </a:extLst>
          </p:cNvPr>
          <p:cNvSpPr txBox="1"/>
          <p:nvPr/>
        </p:nvSpPr>
        <p:spPr>
          <a:xfrm>
            <a:off x="453574" y="2919385"/>
            <a:ext cx="6469558" cy="1301703"/>
          </a:xfrm>
          <a:prstGeom prst="rect">
            <a:avLst/>
          </a:prstGeom>
          <a:noFill/>
        </p:spPr>
        <p:txBody>
          <a:bodyPr wrap="square" rtlCol="0" anchor="b" anchorCtr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91440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내부회계관리 시스템 구축</a:t>
            </a:r>
            <a:endParaRPr lang="en-US" altLang="ko-KR" sz="2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제안서</a:t>
            </a:r>
            <a:endParaRPr lang="en-US" altLang="ko-KR" sz="2800" b="1" spc="0" baseline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Picture 2" descr="D:\김나영_임시\[2014.07.07]현대위아 icon\identity\new\로고PNG\14.로고 PNG-24.png">
            <a:extLst>
              <a:ext uri="{FF2B5EF4-FFF2-40B4-BE49-F238E27FC236}">
                <a16:creationId xmlns:a16="http://schemas.microsoft.com/office/drawing/2014/main" id="{7DB90FE2-D9B0-F17F-02D5-662767919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6788" y="1381998"/>
            <a:ext cx="2160000" cy="842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84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920E1-EBB5-F8EF-FE55-FD18324E5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액자 2">
            <a:extLst>
              <a:ext uri="{FF2B5EF4-FFF2-40B4-BE49-F238E27FC236}">
                <a16:creationId xmlns:a16="http://schemas.microsoft.com/office/drawing/2014/main" id="{A6468B29-DF52-5CAF-B13F-9667F0C87511}"/>
              </a:ext>
            </a:extLst>
          </p:cNvPr>
          <p:cNvSpPr/>
          <p:nvPr/>
        </p:nvSpPr>
        <p:spPr>
          <a:xfrm>
            <a:off x="1000125" y="714375"/>
            <a:ext cx="7905750" cy="5429250"/>
          </a:xfrm>
          <a:prstGeom prst="frame">
            <a:avLst>
              <a:gd name="adj1" fmla="val 1096"/>
            </a:avLst>
          </a:prstGeom>
          <a:gradFill>
            <a:gsLst>
              <a:gs pos="0">
                <a:schemeClr val="bg1"/>
              </a:gs>
              <a:gs pos="70000">
                <a:srgbClr val="6991FF"/>
              </a:gs>
              <a:gs pos="88000">
                <a:schemeClr val="tx2">
                  <a:lumMod val="60000"/>
                  <a:lumOff val="4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9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FED323-88C7-1971-E3C4-FC7973BEEB0B}"/>
              </a:ext>
            </a:extLst>
          </p:cNvPr>
          <p:cNvSpPr txBox="1"/>
          <p:nvPr/>
        </p:nvSpPr>
        <p:spPr>
          <a:xfrm>
            <a:off x="1148119" y="837549"/>
            <a:ext cx="3274586" cy="1224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altLang="ko-KR" sz="40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CONTENTS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9A3EB6-1EDE-6712-21F7-4F2C4126BD87}"/>
              </a:ext>
            </a:extLst>
          </p:cNvPr>
          <p:cNvSpPr txBox="1"/>
          <p:nvPr/>
        </p:nvSpPr>
        <p:spPr>
          <a:xfrm>
            <a:off x="1512018" y="1852597"/>
            <a:ext cx="6288374" cy="420918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200000"/>
              </a:lnSpc>
              <a:spcAft>
                <a:spcPts val="544"/>
              </a:spcAft>
              <a:buClr>
                <a:schemeClr val="accent1"/>
              </a:buClr>
            </a:pPr>
            <a:r>
              <a:rPr lang="en-US" altLang="ko-KR" sz="22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Ⅰ.  </a:t>
            </a:r>
            <a:r>
              <a:rPr lang="ko-KR" altLang="en-US" sz="22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제안 개요</a:t>
            </a:r>
            <a:endParaRPr lang="en-US" altLang="ko-KR" sz="2200" b="1" spc="-9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KoPubWorld돋움체_Pro Medium" panose="00000600000000000000" pitchFamily="50" charset="-127"/>
            </a:endParaRPr>
          </a:p>
          <a:p>
            <a:pPr>
              <a:lnSpc>
                <a:spcPct val="200000"/>
              </a:lnSpc>
              <a:spcAft>
                <a:spcPts val="544"/>
              </a:spcAft>
              <a:buClr>
                <a:schemeClr val="accent1"/>
              </a:buClr>
            </a:pPr>
            <a:r>
              <a:rPr lang="en-US" altLang="ko-KR" sz="22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Ⅱ.  </a:t>
            </a:r>
            <a:r>
              <a:rPr lang="ko-KR" altLang="en-US" sz="22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시스템 구축 방안</a:t>
            </a:r>
            <a:r>
              <a:rPr lang="en-US" altLang="ko-KR" sz="22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 </a:t>
            </a:r>
          </a:p>
          <a:p>
            <a:pPr>
              <a:lnSpc>
                <a:spcPct val="200000"/>
              </a:lnSpc>
              <a:spcAft>
                <a:spcPts val="544"/>
              </a:spcAft>
              <a:buClr>
                <a:schemeClr val="accent1"/>
              </a:buClr>
            </a:pPr>
            <a:r>
              <a:rPr lang="en-US" altLang="ko-KR" sz="22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Ⅲ.  </a:t>
            </a:r>
            <a:r>
              <a:rPr lang="ko-KR" altLang="en-US" sz="22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프로젝트 관리 방안</a:t>
            </a:r>
            <a:endParaRPr lang="en-US" altLang="ko-KR" sz="2200" b="1" spc="-9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KoPubWorld돋움체_Pro Medium" panose="00000600000000000000" pitchFamily="50" charset="-127"/>
            </a:endParaRPr>
          </a:p>
          <a:p>
            <a:pPr>
              <a:lnSpc>
                <a:spcPct val="200000"/>
              </a:lnSpc>
              <a:spcAft>
                <a:spcPts val="544"/>
              </a:spcAft>
              <a:buClr>
                <a:schemeClr val="accent1"/>
              </a:buClr>
            </a:pPr>
            <a:r>
              <a:rPr lang="en-US" altLang="ko-KR" sz="22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Ⅳ.  </a:t>
            </a:r>
            <a:r>
              <a:rPr lang="ko-KR" altLang="en-US" sz="22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제안사 소개</a:t>
            </a:r>
            <a:endParaRPr lang="en-US" altLang="ko-KR" sz="2200" b="1" spc="-9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KoPubWorld돋움체_Pro Medium" panose="00000600000000000000" pitchFamily="50" charset="-127"/>
            </a:endParaRPr>
          </a:p>
          <a:p>
            <a:pPr>
              <a:lnSpc>
                <a:spcPct val="200000"/>
              </a:lnSpc>
              <a:spcAft>
                <a:spcPts val="544"/>
              </a:spcAft>
              <a:buClr>
                <a:schemeClr val="accent1"/>
              </a:buClr>
            </a:pPr>
            <a:r>
              <a:rPr lang="en-US" altLang="ko-KR" sz="22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Ⅴ.  </a:t>
            </a:r>
            <a:r>
              <a:rPr lang="ko-KR" altLang="en-US" sz="22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기타</a:t>
            </a:r>
            <a:endParaRPr lang="en-US" altLang="ko-KR" sz="2200" b="1" spc="-9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KoPubWorld돋움체_Pro Medium" panose="000006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8776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18FE4E-8CB4-B4A5-BC37-2BADEB93D6CD}"/>
              </a:ext>
            </a:extLst>
          </p:cNvPr>
          <p:cNvSpPr txBox="1"/>
          <p:nvPr/>
        </p:nvSpPr>
        <p:spPr>
          <a:xfrm>
            <a:off x="408583" y="1628821"/>
            <a:ext cx="1746779" cy="101566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60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Ⅰ</a:t>
            </a:r>
            <a:endParaRPr lang="ko-KR" altLang="en-US" sz="6000" b="1" spc="-9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395277-8C69-104B-5007-E1FA4CB17668}"/>
              </a:ext>
            </a:extLst>
          </p:cNvPr>
          <p:cNvSpPr txBox="1"/>
          <p:nvPr/>
        </p:nvSpPr>
        <p:spPr>
          <a:xfrm>
            <a:off x="6321009" y="1236613"/>
            <a:ext cx="3423882" cy="438041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311079" indent="-311079">
              <a:spcAft>
                <a:spcPts val="544"/>
              </a:spcAft>
              <a:buClr>
                <a:schemeClr val="accent1"/>
              </a:buClr>
              <a:buAutoNum type="arabicPeriod"/>
              <a:defRPr sz="1600" b="1" spc="-9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+mn-ea"/>
                <a:cs typeface="KoPubWorld돋움체_Pro Medium" panose="00000600000000000000" pitchFamily="50" charset="-127"/>
              </a:defRPr>
            </a:lvl1pPr>
          </a:lstStyle>
          <a:p>
            <a:pPr>
              <a:lnSpc>
                <a:spcPct val="20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제안 범위</a:t>
            </a:r>
          </a:p>
          <a:p>
            <a:pPr>
              <a:lnSpc>
                <a:spcPct val="20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추진 전략</a:t>
            </a:r>
          </a:p>
          <a:p>
            <a:pPr>
              <a:lnSpc>
                <a:spcPct val="20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제안사 특장점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11DFB5-4A9B-8453-6AF4-0FD88E53C67B}"/>
              </a:ext>
            </a:extLst>
          </p:cNvPr>
          <p:cNvSpPr txBox="1"/>
          <p:nvPr/>
        </p:nvSpPr>
        <p:spPr>
          <a:xfrm>
            <a:off x="520555" y="2586052"/>
            <a:ext cx="5507017" cy="1224000"/>
          </a:xfrm>
          <a:prstGeom prst="rect">
            <a:avLst/>
          </a:prstGeom>
          <a:noFill/>
        </p:spPr>
        <p:txBody>
          <a:bodyPr wrap="square" lIns="0" rtlCol="0" anchor="ctr">
            <a:noAutofit/>
          </a:bodyPr>
          <a:lstStyle/>
          <a:p>
            <a:r>
              <a:rPr lang="ko-KR" altLang="en-US" sz="36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제안 개요</a:t>
            </a:r>
            <a:endParaRPr lang="en-US" altLang="ko-KR" sz="3600" b="1" spc="-9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_Pro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765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59">
            <a:extLst>
              <a:ext uri="{FF2B5EF4-FFF2-40B4-BE49-F238E27FC236}">
                <a16:creationId xmlns:a16="http://schemas.microsoft.com/office/drawing/2014/main" id="{17CC7F99-C698-4444-7C9B-17B6B9380326}"/>
              </a:ext>
            </a:extLst>
          </p:cNvPr>
          <p:cNvSpPr/>
          <p:nvPr/>
        </p:nvSpPr>
        <p:spPr>
          <a:xfrm>
            <a:off x="7653212" y="4653000"/>
            <a:ext cx="1620000" cy="1652368"/>
          </a:xfrm>
          <a:prstGeom prst="roundRect">
            <a:avLst>
              <a:gd name="adj" fmla="val 2614"/>
            </a:avLst>
          </a:prstGeom>
          <a:solidFill>
            <a:srgbClr val="E9EEF7"/>
          </a:solidFill>
        </p:spPr>
        <p:txBody>
          <a:bodyPr wrap="square" lIns="0" tIns="0" rIns="0" bIns="0" rtlCol="0"/>
          <a:lstStyle/>
          <a:p>
            <a:endParaRPr lang="ko-KR" altLang="en-US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59">
            <a:extLst>
              <a:ext uri="{FF2B5EF4-FFF2-40B4-BE49-F238E27FC236}">
                <a16:creationId xmlns:a16="http://schemas.microsoft.com/office/drawing/2014/main" id="{DA7474F4-A31B-A276-7561-91E825EDAAB3}"/>
              </a:ext>
            </a:extLst>
          </p:cNvPr>
          <p:cNvSpPr/>
          <p:nvPr/>
        </p:nvSpPr>
        <p:spPr>
          <a:xfrm>
            <a:off x="7653212" y="1681520"/>
            <a:ext cx="1620000" cy="2899480"/>
          </a:xfrm>
          <a:prstGeom prst="roundRect">
            <a:avLst>
              <a:gd name="adj" fmla="val 2614"/>
            </a:avLst>
          </a:prstGeom>
          <a:solidFill>
            <a:srgbClr val="E9EEF7"/>
          </a:solidFill>
        </p:spPr>
        <p:txBody>
          <a:bodyPr wrap="square" lIns="0" tIns="0" rIns="0" bIns="0" rtlCol="0"/>
          <a:lstStyle/>
          <a:p>
            <a:endParaRPr lang="ko-KR" altLang="en-US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10B2EF68-FA92-20F2-C9DA-5E75AA65EC53}"/>
              </a:ext>
            </a:extLst>
          </p:cNvPr>
          <p:cNvSpPr txBox="1"/>
          <p:nvPr/>
        </p:nvSpPr>
        <p:spPr>
          <a:xfrm>
            <a:off x="642742" y="793488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제안사 연결 내부회계관리 시스템</a:t>
            </a:r>
            <a:r>
              <a:rPr lang="en-US" altLang="ko-KR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(MicroICM-C)</a:t>
            </a: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을 기반으로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현대위아 연결 내부회계관리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To-Be 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프로세스를 반영하여 구축합니다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7B98D86-8715-D8BC-8407-F690E1F7C239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1.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제안 범위</a:t>
            </a:r>
          </a:p>
        </p:txBody>
      </p:sp>
      <p:sp>
        <p:nvSpPr>
          <p:cNvPr id="5" name="모서리가 둥근 직사각형 93">
            <a:extLst>
              <a:ext uri="{FF2B5EF4-FFF2-40B4-BE49-F238E27FC236}">
                <a16:creationId xmlns:a16="http://schemas.microsoft.com/office/drawing/2014/main" id="{0CAB4564-82DE-9F6B-B1CA-E118D89C487D}"/>
              </a:ext>
            </a:extLst>
          </p:cNvPr>
          <p:cNvSpPr/>
          <p:nvPr/>
        </p:nvSpPr>
        <p:spPr>
          <a:xfrm>
            <a:off x="2458229" y="1681519"/>
            <a:ext cx="5086771" cy="2232000"/>
          </a:xfrm>
          <a:prstGeom prst="roundRect">
            <a:avLst>
              <a:gd name="adj" fmla="val 2614"/>
            </a:avLst>
          </a:prstGeom>
          <a:solidFill>
            <a:srgbClr val="D3DEF2"/>
          </a:solidFill>
        </p:spPr>
        <p:txBody>
          <a:bodyPr wrap="square" lIns="0" tIns="0" rIns="0" bIns="0" rtlCol="0"/>
          <a:lstStyle/>
          <a:p>
            <a:endParaRPr lang="ko-KR" altLang="en-US" sz="1050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모서리가 둥근 직사각형 94">
            <a:extLst>
              <a:ext uri="{FF2B5EF4-FFF2-40B4-BE49-F238E27FC236}">
                <a16:creationId xmlns:a16="http://schemas.microsoft.com/office/drawing/2014/main" id="{0EA6140A-B821-F95A-0490-17018FE0B8DC}"/>
              </a:ext>
            </a:extLst>
          </p:cNvPr>
          <p:cNvSpPr/>
          <p:nvPr/>
        </p:nvSpPr>
        <p:spPr>
          <a:xfrm>
            <a:off x="641365" y="1681519"/>
            <a:ext cx="1719635" cy="4644000"/>
          </a:xfrm>
          <a:prstGeom prst="roundRect">
            <a:avLst>
              <a:gd name="adj" fmla="val 2614"/>
            </a:avLst>
          </a:prstGeom>
          <a:solidFill>
            <a:srgbClr val="E9EEF7"/>
          </a:solidFill>
        </p:spPr>
        <p:txBody>
          <a:bodyPr wrap="square" lIns="0" tIns="0" rIns="0" bIns="0" rtlCol="0"/>
          <a:lstStyle/>
          <a:p>
            <a:endParaRPr lang="ko-KR" altLang="en-US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AutoShape 21">
            <a:extLst>
              <a:ext uri="{FF2B5EF4-FFF2-40B4-BE49-F238E27FC236}">
                <a16:creationId xmlns:a16="http://schemas.microsoft.com/office/drawing/2014/main" id="{48269345-6108-E1FA-0FB8-B7C12AD6F23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95047" y="2196625"/>
            <a:ext cx="1620000" cy="157631"/>
          </a:xfrm>
          <a:prstGeom prst="triangle">
            <a:avLst>
              <a:gd name="adj" fmla="val 50000"/>
            </a:avLst>
          </a:prstGeom>
          <a:solidFill>
            <a:sysClr val="window" lastClr="FFFFFF">
              <a:lumMod val="85000"/>
            </a:sysClr>
          </a:solidFill>
          <a:ln w="25400" cap="flat" cmpd="sng" algn="ctr">
            <a:noFill/>
            <a:prstDash val="solid"/>
          </a:ln>
          <a:effectLst>
            <a:outerShdw sx="1000" sy="1000" algn="ctr" rotWithShape="0">
              <a:srgbClr val="000000"/>
            </a:outerShdw>
          </a:effectLst>
        </p:spPr>
        <p:txBody>
          <a:bodyPr lIns="91429" tIns="45714" rIns="91429" bIns="4571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모서리가 둥근 직사각형 100">
            <a:extLst>
              <a:ext uri="{FF2B5EF4-FFF2-40B4-BE49-F238E27FC236}">
                <a16:creationId xmlns:a16="http://schemas.microsoft.com/office/drawing/2014/main" id="{FC6611EB-3E3D-D74B-EF26-33706CA47666}"/>
              </a:ext>
            </a:extLst>
          </p:cNvPr>
          <p:cNvSpPr/>
          <p:nvPr/>
        </p:nvSpPr>
        <p:spPr>
          <a:xfrm>
            <a:off x="731047" y="1763805"/>
            <a:ext cx="1548000" cy="360000"/>
          </a:xfrm>
          <a:prstGeom prst="roundRect">
            <a:avLst>
              <a:gd name="adj" fmla="val 10183"/>
            </a:avLst>
          </a:prstGeom>
          <a:solidFill>
            <a:srgbClr val="4C75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 정보관리 </a:t>
            </a:r>
          </a:p>
        </p:txBody>
      </p:sp>
      <p:sp>
        <p:nvSpPr>
          <p:cNvPr id="9" name="모서리가 둥근 직사각형 101">
            <a:extLst>
              <a:ext uri="{FF2B5EF4-FFF2-40B4-BE49-F238E27FC236}">
                <a16:creationId xmlns:a16="http://schemas.microsoft.com/office/drawing/2014/main" id="{57B3F68D-9CD2-C72C-0E6B-2E3954C15D09}"/>
              </a:ext>
            </a:extLst>
          </p:cNvPr>
          <p:cNvSpPr/>
          <p:nvPr/>
        </p:nvSpPr>
        <p:spPr>
          <a:xfrm>
            <a:off x="2561506" y="1763805"/>
            <a:ext cx="4896000" cy="360000"/>
          </a:xfrm>
          <a:prstGeom prst="roundRect">
            <a:avLst>
              <a:gd name="adj" fmla="val 10183"/>
            </a:avLst>
          </a:prstGeom>
          <a:solidFill>
            <a:srgbClr val="4C75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Scoping </a:t>
            </a:r>
            <a:r>
              <a:rPr lang="ko-KR" altLang="en-US" sz="13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평가관리</a:t>
            </a:r>
          </a:p>
        </p:txBody>
      </p:sp>
      <p:sp>
        <p:nvSpPr>
          <p:cNvPr id="11" name="모서리가 둥근 직사각형 108">
            <a:extLst>
              <a:ext uri="{FF2B5EF4-FFF2-40B4-BE49-F238E27FC236}">
                <a16:creationId xmlns:a16="http://schemas.microsoft.com/office/drawing/2014/main" id="{2993D8A8-725C-5FD1-B805-327981D908FB}"/>
              </a:ext>
            </a:extLst>
          </p:cNvPr>
          <p:cNvSpPr/>
          <p:nvPr/>
        </p:nvSpPr>
        <p:spPr>
          <a:xfrm>
            <a:off x="2458870" y="4001368"/>
            <a:ext cx="5071719" cy="2304000"/>
          </a:xfrm>
          <a:prstGeom prst="roundRect">
            <a:avLst>
              <a:gd name="adj" fmla="val 2614"/>
            </a:avLst>
          </a:prstGeom>
          <a:solidFill>
            <a:srgbClr val="D3DEF2"/>
          </a:solidFill>
        </p:spPr>
        <p:txBody>
          <a:bodyPr wrap="square" lIns="0" tIns="0" rIns="0" bIns="0" rtlCol="0"/>
          <a:lstStyle/>
          <a:p>
            <a:endParaRPr lang="ko-KR" altLang="en-US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6F7B633A-B15B-B222-B9D0-A8FB12CE0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1518" y="5112113"/>
            <a:ext cx="360000" cy="1051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>
                <a:solidFill>
                  <a:srgbClr val="000000"/>
                </a:solidFill>
              </a:rPr>
              <a:t>이력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ko-KR" altLang="en-US" dirty="0">
                <a:solidFill>
                  <a:srgbClr val="000000"/>
                </a:solidFill>
              </a:rPr>
              <a:t>현황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D448F13C-EF0D-D6CF-6A37-F0EF08902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3531" y="5112113"/>
            <a:ext cx="360000" cy="1051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>
                <a:solidFill>
                  <a:srgbClr val="000000"/>
                </a:solidFill>
              </a:rPr>
              <a:t>첨부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ko-KR" altLang="en-US" dirty="0">
                <a:solidFill>
                  <a:srgbClr val="000000"/>
                </a:solidFill>
              </a:rPr>
              <a:t>파일</a:t>
            </a:r>
          </a:p>
        </p:txBody>
      </p:sp>
      <p:cxnSp>
        <p:nvCxnSpPr>
          <p:cNvPr id="14" name="꺾인 연결선 44">
            <a:extLst>
              <a:ext uri="{FF2B5EF4-FFF2-40B4-BE49-F238E27FC236}">
                <a16:creationId xmlns:a16="http://schemas.microsoft.com/office/drawing/2014/main" id="{DDF0C87B-A07E-59AD-0642-CD748337B5F5}"/>
              </a:ext>
            </a:extLst>
          </p:cNvPr>
          <p:cNvCxnSpPr>
            <a:cxnSpLocks noChangeShapeType="1"/>
            <a:stCxn id="17" idx="2"/>
            <a:endCxn id="13" idx="0"/>
          </p:cNvCxnSpPr>
          <p:nvPr/>
        </p:nvCxnSpPr>
        <p:spPr bwMode="auto">
          <a:xfrm rot="16200000" flipH="1">
            <a:off x="4417342" y="4455924"/>
            <a:ext cx="266196" cy="1046181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chemeClr val="tx2">
                <a:lumMod val="40000"/>
                <a:lumOff val="60000"/>
              </a:schemeClr>
            </a:solidFill>
            <a:round/>
            <a:headEnd/>
            <a:tailEnd type="none" w="med" len="sm"/>
          </a:ln>
        </p:spPr>
      </p:cxnSp>
      <p:cxnSp>
        <p:nvCxnSpPr>
          <p:cNvPr id="15" name="꺾인 연결선 45">
            <a:extLst>
              <a:ext uri="{FF2B5EF4-FFF2-40B4-BE49-F238E27FC236}">
                <a16:creationId xmlns:a16="http://schemas.microsoft.com/office/drawing/2014/main" id="{2F670808-C3F8-9DCB-A3D9-689811D5851F}"/>
              </a:ext>
            </a:extLst>
          </p:cNvPr>
          <p:cNvCxnSpPr>
            <a:cxnSpLocks noChangeShapeType="1"/>
            <a:stCxn id="17" idx="2"/>
            <a:endCxn id="25" idx="0"/>
          </p:cNvCxnSpPr>
          <p:nvPr/>
        </p:nvCxnSpPr>
        <p:spPr bwMode="auto">
          <a:xfrm rot="5400000">
            <a:off x="3372810" y="4457573"/>
            <a:ext cx="266196" cy="1042885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chemeClr val="tx2">
                <a:lumMod val="40000"/>
                <a:lumOff val="60000"/>
              </a:schemeClr>
            </a:solidFill>
            <a:round/>
            <a:headEnd/>
            <a:tailEnd type="none" w="med" len="sm"/>
          </a:ln>
        </p:spPr>
      </p:cxnSp>
      <p:sp>
        <p:nvSpPr>
          <p:cNvPr id="16" name="모서리가 둥근 직사각형 129">
            <a:extLst>
              <a:ext uri="{FF2B5EF4-FFF2-40B4-BE49-F238E27FC236}">
                <a16:creationId xmlns:a16="http://schemas.microsoft.com/office/drawing/2014/main" id="{726826BD-205D-B022-C0EE-D5721CF9EDEB}"/>
              </a:ext>
            </a:extLst>
          </p:cNvPr>
          <p:cNvSpPr/>
          <p:nvPr/>
        </p:nvSpPr>
        <p:spPr>
          <a:xfrm>
            <a:off x="2561506" y="4075561"/>
            <a:ext cx="4896000" cy="360000"/>
          </a:xfrm>
          <a:prstGeom prst="roundRect">
            <a:avLst>
              <a:gd name="adj" fmla="val 10183"/>
            </a:avLst>
          </a:prstGeom>
          <a:solidFill>
            <a:srgbClr val="4C75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모니터링 및 보고</a:t>
            </a:r>
          </a:p>
        </p:txBody>
      </p:sp>
      <p:sp>
        <p:nvSpPr>
          <p:cNvPr id="17" name="Text Box 58">
            <a:extLst>
              <a:ext uri="{FF2B5EF4-FFF2-40B4-BE49-F238E27FC236}">
                <a16:creationId xmlns:a16="http://schemas.microsoft.com/office/drawing/2014/main" id="{132B3F23-42DA-3EDA-2FB4-FFC385737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7350" y="4521917"/>
            <a:ext cx="900000" cy="324000"/>
          </a:xfrm>
          <a:prstGeom prst="rect">
            <a:avLst/>
          </a:prstGeom>
          <a:solidFill>
            <a:srgbClr val="7F9D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/>
              <a:t>모니터링</a:t>
            </a: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744F4526-3D00-FAB9-CF75-A5F026247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9504" y="5112113"/>
            <a:ext cx="360000" cy="1051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>
                <a:solidFill>
                  <a:srgbClr val="000000"/>
                </a:solidFill>
              </a:rPr>
              <a:t>진행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ko-KR" altLang="en-US" dirty="0">
                <a:solidFill>
                  <a:srgbClr val="000000"/>
                </a:solidFill>
              </a:rPr>
              <a:t>현황</a:t>
            </a:r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C52CCF3B-B257-C199-F452-6A9133253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702" y="2790599"/>
            <a:ext cx="396000" cy="988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>
                <a:solidFill>
                  <a:srgbClr val="000000"/>
                </a:solidFill>
              </a:rPr>
              <a:t>전사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ko-KR" altLang="en-US" dirty="0">
                <a:solidFill>
                  <a:srgbClr val="000000"/>
                </a:solidFill>
              </a:rPr>
              <a:t>업무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ko-KR" altLang="en-US" dirty="0">
                <a:solidFill>
                  <a:srgbClr val="000000"/>
                </a:solidFill>
              </a:rPr>
              <a:t>수준</a:t>
            </a:r>
          </a:p>
        </p:txBody>
      </p:sp>
      <p:cxnSp>
        <p:nvCxnSpPr>
          <p:cNvPr id="21" name="꺾인 연결선 44">
            <a:extLst>
              <a:ext uri="{FF2B5EF4-FFF2-40B4-BE49-F238E27FC236}">
                <a16:creationId xmlns:a16="http://schemas.microsoft.com/office/drawing/2014/main" id="{F6C8E351-7258-0677-AD96-478B5C924A9E}"/>
              </a:ext>
            </a:extLst>
          </p:cNvPr>
          <p:cNvCxnSpPr>
            <a:cxnSpLocks noChangeShapeType="1"/>
            <a:stCxn id="24" idx="2"/>
            <a:endCxn id="20" idx="0"/>
          </p:cNvCxnSpPr>
          <p:nvPr/>
        </p:nvCxnSpPr>
        <p:spPr bwMode="auto">
          <a:xfrm rot="16200000" flipH="1">
            <a:off x="6815277" y="2370174"/>
            <a:ext cx="286344" cy="554505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chemeClr val="tx2">
                <a:lumMod val="40000"/>
                <a:lumOff val="60000"/>
              </a:schemeClr>
            </a:solidFill>
            <a:round/>
            <a:headEnd/>
            <a:tailEnd type="none" w="med" len="sm"/>
          </a:ln>
        </p:spPr>
      </p:cxnSp>
      <p:cxnSp>
        <p:nvCxnSpPr>
          <p:cNvPr id="22" name="꺾인 연결선 45">
            <a:extLst>
              <a:ext uri="{FF2B5EF4-FFF2-40B4-BE49-F238E27FC236}">
                <a16:creationId xmlns:a16="http://schemas.microsoft.com/office/drawing/2014/main" id="{74DA5F02-BE10-01D6-C8AC-6D76FD307975}"/>
              </a:ext>
            </a:extLst>
          </p:cNvPr>
          <p:cNvCxnSpPr>
            <a:cxnSpLocks noChangeShapeType="1"/>
            <a:stCxn id="24" idx="2"/>
            <a:endCxn id="23" idx="0"/>
          </p:cNvCxnSpPr>
          <p:nvPr/>
        </p:nvCxnSpPr>
        <p:spPr bwMode="auto">
          <a:xfrm rot="5400000">
            <a:off x="6264213" y="2373615"/>
            <a:ext cx="286344" cy="547624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chemeClr val="tx2">
                <a:lumMod val="40000"/>
                <a:lumOff val="60000"/>
              </a:schemeClr>
            </a:solidFill>
            <a:round/>
            <a:headEnd/>
            <a:tailEnd type="none" w="med" len="sm"/>
          </a:ln>
        </p:spPr>
      </p:cxnSp>
      <p:sp>
        <p:nvSpPr>
          <p:cNvPr id="23" name="Text Box 10">
            <a:extLst>
              <a:ext uri="{FF2B5EF4-FFF2-40B4-BE49-F238E27FC236}">
                <a16:creationId xmlns:a16="http://schemas.microsoft.com/office/drawing/2014/main" id="{479CA170-4562-4B16-39D1-0226F6E30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573" y="2790599"/>
            <a:ext cx="396000" cy="988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Ins="0" bIns="36000" rtlCol="0" anchor="ctr">
            <a:normAutofit/>
          </a:bodyPr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>
                <a:solidFill>
                  <a:srgbClr val="000000"/>
                </a:solidFill>
              </a:rPr>
              <a:t>모집단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ko-KR" altLang="en-US" dirty="0">
                <a:solidFill>
                  <a:srgbClr val="000000"/>
                </a:solidFill>
              </a:rPr>
              <a:t>관리</a:t>
            </a:r>
          </a:p>
        </p:txBody>
      </p:sp>
      <p:sp>
        <p:nvSpPr>
          <p:cNvPr id="24" name="Text Box 58">
            <a:extLst>
              <a:ext uri="{FF2B5EF4-FFF2-40B4-BE49-F238E27FC236}">
                <a16:creationId xmlns:a16="http://schemas.microsoft.com/office/drawing/2014/main" id="{C4EE4857-FBFD-1C06-E4BF-B0B5FB0BC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1197" y="2180255"/>
            <a:ext cx="900000" cy="324000"/>
          </a:xfrm>
          <a:prstGeom prst="rect">
            <a:avLst/>
          </a:prstGeom>
          <a:solidFill>
            <a:srgbClr val="7F9D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/>
              <a:t>운영평가</a:t>
            </a:r>
            <a:endParaRPr lang="en-US" altLang="ko-KR" dirty="0"/>
          </a:p>
        </p:txBody>
      </p:sp>
      <p:sp>
        <p:nvSpPr>
          <p:cNvPr id="25" name="Text Box 10">
            <a:extLst>
              <a:ext uri="{FF2B5EF4-FFF2-40B4-BE49-F238E27FC236}">
                <a16:creationId xmlns:a16="http://schemas.microsoft.com/office/drawing/2014/main" id="{9D975C11-A48B-2589-7D60-799D6958B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4465" y="5112113"/>
            <a:ext cx="360000" cy="1051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>
                <a:solidFill>
                  <a:srgbClr val="000000"/>
                </a:solidFill>
              </a:rPr>
              <a:t>연결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ko-KR" altLang="en-US" dirty="0">
                <a:solidFill>
                  <a:srgbClr val="000000"/>
                </a:solidFill>
              </a:rPr>
              <a:t>평가</a:t>
            </a:r>
          </a:p>
        </p:txBody>
      </p:sp>
      <p:cxnSp>
        <p:nvCxnSpPr>
          <p:cNvPr id="26" name="꺾인 연결선 45">
            <a:extLst>
              <a:ext uri="{FF2B5EF4-FFF2-40B4-BE49-F238E27FC236}">
                <a16:creationId xmlns:a16="http://schemas.microsoft.com/office/drawing/2014/main" id="{C023C5EF-C469-F70F-9F81-8E8BB29D5E65}"/>
              </a:ext>
            </a:extLst>
          </p:cNvPr>
          <p:cNvCxnSpPr>
            <a:cxnSpLocks noChangeShapeType="1"/>
            <a:stCxn id="17" idx="2"/>
            <a:endCxn id="18" idx="0"/>
          </p:cNvCxnSpPr>
          <p:nvPr/>
        </p:nvCxnSpPr>
        <p:spPr bwMode="auto">
          <a:xfrm rot="16200000" flipH="1">
            <a:off x="3895329" y="4977938"/>
            <a:ext cx="266196" cy="2154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chemeClr val="tx2">
                <a:lumMod val="40000"/>
                <a:lumOff val="60000"/>
              </a:schemeClr>
            </a:solidFill>
            <a:round/>
            <a:headEnd/>
            <a:tailEnd type="none" w="med" len="sm"/>
          </a:ln>
        </p:spPr>
      </p:cxnSp>
      <p:cxnSp>
        <p:nvCxnSpPr>
          <p:cNvPr id="27" name="꺾인 연결선 45">
            <a:extLst>
              <a:ext uri="{FF2B5EF4-FFF2-40B4-BE49-F238E27FC236}">
                <a16:creationId xmlns:a16="http://schemas.microsoft.com/office/drawing/2014/main" id="{F00A7D76-185B-5960-206E-35BA5E47A414}"/>
              </a:ext>
            </a:extLst>
          </p:cNvPr>
          <p:cNvCxnSpPr>
            <a:cxnSpLocks noChangeShapeType="1"/>
            <a:stCxn id="17" idx="2"/>
            <a:endCxn id="12" idx="0"/>
          </p:cNvCxnSpPr>
          <p:nvPr/>
        </p:nvCxnSpPr>
        <p:spPr bwMode="auto">
          <a:xfrm rot="16200000" flipH="1">
            <a:off x="4156336" y="4716931"/>
            <a:ext cx="266196" cy="524168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chemeClr val="tx2">
                <a:lumMod val="40000"/>
                <a:lumOff val="60000"/>
              </a:schemeClr>
            </a:solidFill>
            <a:round/>
            <a:headEnd/>
            <a:tailEnd type="none" w="med" len="sm"/>
          </a:ln>
        </p:spPr>
      </p:cxnSp>
      <p:sp>
        <p:nvSpPr>
          <p:cNvPr id="28" name="Text Box 58">
            <a:extLst>
              <a:ext uri="{FF2B5EF4-FFF2-40B4-BE49-F238E27FC236}">
                <a16:creationId xmlns:a16="http://schemas.microsoft.com/office/drawing/2014/main" id="{41230A09-9D75-D103-247D-372E58A9A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462" y="2189220"/>
            <a:ext cx="900000" cy="324000"/>
          </a:xfrm>
          <a:prstGeom prst="rect">
            <a:avLst/>
          </a:prstGeom>
          <a:solidFill>
            <a:srgbClr val="7F9D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en-US" altLang="ko-KR" dirty="0"/>
              <a:t>RCM </a:t>
            </a:r>
            <a:r>
              <a:rPr lang="ko-KR" altLang="en-US" dirty="0"/>
              <a:t>관리</a:t>
            </a:r>
          </a:p>
        </p:txBody>
      </p:sp>
      <p:sp>
        <p:nvSpPr>
          <p:cNvPr id="29" name="Text Box 10">
            <a:extLst>
              <a:ext uri="{FF2B5EF4-FFF2-40B4-BE49-F238E27FC236}">
                <a16:creationId xmlns:a16="http://schemas.microsoft.com/office/drawing/2014/main" id="{B7DBCE08-A7F5-6FEE-DD79-ABB98150D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2384" y="2790599"/>
            <a:ext cx="396000" cy="988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>
                <a:solidFill>
                  <a:srgbClr val="000000"/>
                </a:solidFill>
              </a:rPr>
              <a:t>개별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en-US" altLang="ko-KR" dirty="0">
                <a:solidFill>
                  <a:srgbClr val="000000"/>
                </a:solidFill>
              </a:rPr>
              <a:t>RCM </a:t>
            </a:r>
            <a:r>
              <a:rPr lang="ko-KR" altLang="en-US" dirty="0">
                <a:solidFill>
                  <a:srgbClr val="000000"/>
                </a:solidFill>
              </a:rPr>
              <a:t>관리</a:t>
            </a:r>
          </a:p>
        </p:txBody>
      </p:sp>
      <p:sp>
        <p:nvSpPr>
          <p:cNvPr id="32" name="Text Box 11">
            <a:extLst>
              <a:ext uri="{FF2B5EF4-FFF2-40B4-BE49-F238E27FC236}">
                <a16:creationId xmlns:a16="http://schemas.microsoft.com/office/drawing/2014/main" id="{918104EF-E9ED-2DAB-56B2-96AF04597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047" y="2989282"/>
            <a:ext cx="1548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>
                <a:solidFill>
                  <a:srgbClr val="000000"/>
                </a:solidFill>
              </a:rPr>
              <a:t>평가일정수립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33" name="Text Box 12">
            <a:extLst>
              <a:ext uri="{FF2B5EF4-FFF2-40B4-BE49-F238E27FC236}">
                <a16:creationId xmlns:a16="http://schemas.microsoft.com/office/drawing/2014/main" id="{B39938D0-0D32-A2E3-2A25-E36B49F79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047" y="3552068"/>
            <a:ext cx="1548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>
              <a:defRPr>
                <a:solidFill>
                  <a:schemeClr val="lt1"/>
                </a:solidFill>
              </a:defRPr>
            </a:lvl2pPr>
            <a:lvl3pPr defTabSz="914400">
              <a:defRPr>
                <a:solidFill>
                  <a:schemeClr val="lt1"/>
                </a:solidFill>
              </a:defRPr>
            </a:lvl3pPr>
            <a:lvl4pPr defTabSz="914400">
              <a:defRPr>
                <a:solidFill>
                  <a:schemeClr val="lt1"/>
                </a:solidFill>
              </a:defRPr>
            </a:lvl4pPr>
            <a:lvl5pPr defTabSz="914400">
              <a:defRPr>
                <a:solidFill>
                  <a:schemeClr val="lt1"/>
                </a:solidFill>
              </a:defRPr>
            </a:lvl5pPr>
            <a:lvl6pPr defTabSz="914400">
              <a:defRPr>
                <a:solidFill>
                  <a:schemeClr val="lt1"/>
                </a:solidFill>
              </a:defRPr>
            </a:lvl6pPr>
            <a:lvl7pPr defTabSz="914400">
              <a:defRPr>
                <a:solidFill>
                  <a:schemeClr val="lt1"/>
                </a:solidFill>
              </a:defRPr>
            </a:lvl7pPr>
            <a:lvl8pPr defTabSz="914400">
              <a:defRPr>
                <a:solidFill>
                  <a:schemeClr val="lt1"/>
                </a:solidFill>
              </a:defRPr>
            </a:lvl8pPr>
            <a:lvl9pPr defTabSz="914400"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rgbClr val="000000"/>
                </a:solidFill>
              </a:rPr>
              <a:t>평가관리</a:t>
            </a:r>
          </a:p>
        </p:txBody>
      </p:sp>
      <p:sp>
        <p:nvSpPr>
          <p:cNvPr id="34" name="Text Box 13">
            <a:extLst>
              <a:ext uri="{FF2B5EF4-FFF2-40B4-BE49-F238E27FC236}">
                <a16:creationId xmlns:a16="http://schemas.microsoft.com/office/drawing/2014/main" id="{466E86CA-5E04-E47C-3BC0-7D89D518A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047" y="4677640"/>
            <a:ext cx="1548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>
                <a:solidFill>
                  <a:srgbClr val="000000"/>
                </a:solidFill>
              </a:rPr>
              <a:t>메일 관리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35" name="Text Box 14">
            <a:extLst>
              <a:ext uri="{FF2B5EF4-FFF2-40B4-BE49-F238E27FC236}">
                <a16:creationId xmlns:a16="http://schemas.microsoft.com/office/drawing/2014/main" id="{8E12E8EA-A69C-EF01-A051-1FA5DE009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047" y="2426496"/>
            <a:ext cx="1548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>
                <a:solidFill>
                  <a:srgbClr val="000000"/>
                </a:solidFill>
              </a:rPr>
              <a:t>연결법인 관리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36" name="Text Box 13">
            <a:extLst>
              <a:ext uri="{FF2B5EF4-FFF2-40B4-BE49-F238E27FC236}">
                <a16:creationId xmlns:a16="http://schemas.microsoft.com/office/drawing/2014/main" id="{E7490E25-0AAD-3761-3C4B-5B98F2B17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047" y="5240426"/>
            <a:ext cx="1548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>
              <a:defRPr>
                <a:solidFill>
                  <a:schemeClr val="lt1"/>
                </a:solidFill>
              </a:defRPr>
            </a:lvl2pPr>
            <a:lvl3pPr defTabSz="914400">
              <a:defRPr>
                <a:solidFill>
                  <a:schemeClr val="lt1"/>
                </a:solidFill>
              </a:defRPr>
            </a:lvl3pPr>
            <a:lvl4pPr defTabSz="914400">
              <a:defRPr>
                <a:solidFill>
                  <a:schemeClr val="lt1"/>
                </a:solidFill>
              </a:defRPr>
            </a:lvl4pPr>
            <a:lvl5pPr defTabSz="914400">
              <a:defRPr>
                <a:solidFill>
                  <a:schemeClr val="lt1"/>
                </a:solidFill>
              </a:defRPr>
            </a:lvl5pPr>
            <a:lvl6pPr defTabSz="914400">
              <a:defRPr>
                <a:solidFill>
                  <a:schemeClr val="lt1"/>
                </a:solidFill>
              </a:defRPr>
            </a:lvl6pPr>
            <a:lvl7pPr defTabSz="914400">
              <a:defRPr>
                <a:solidFill>
                  <a:schemeClr val="lt1"/>
                </a:solidFill>
              </a:defRPr>
            </a:lvl7pPr>
            <a:lvl8pPr defTabSz="914400">
              <a:defRPr>
                <a:solidFill>
                  <a:schemeClr val="lt1"/>
                </a:solidFill>
              </a:defRPr>
            </a:lvl8pPr>
            <a:lvl9pPr defTabSz="914400"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rgbClr val="000000"/>
                </a:solidFill>
              </a:rPr>
              <a:t>결재선 관리</a:t>
            </a:r>
          </a:p>
        </p:txBody>
      </p:sp>
      <p:sp>
        <p:nvSpPr>
          <p:cNvPr id="37" name="Text Box 13">
            <a:extLst>
              <a:ext uri="{FF2B5EF4-FFF2-40B4-BE49-F238E27FC236}">
                <a16:creationId xmlns:a16="http://schemas.microsoft.com/office/drawing/2014/main" id="{450D870B-E258-01B3-96E2-4EAAB41BC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047" y="4114854"/>
            <a:ext cx="1548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>
                <a:solidFill>
                  <a:srgbClr val="000000"/>
                </a:solidFill>
              </a:rPr>
              <a:t>조직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인사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권한 관리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39" name="모서리가 둥근 직사각형 62">
            <a:extLst>
              <a:ext uri="{FF2B5EF4-FFF2-40B4-BE49-F238E27FC236}">
                <a16:creationId xmlns:a16="http://schemas.microsoft.com/office/drawing/2014/main" id="{E813ED5F-576A-CB0A-D695-36E7CF75A463}"/>
              </a:ext>
            </a:extLst>
          </p:cNvPr>
          <p:cNvSpPr/>
          <p:nvPr/>
        </p:nvSpPr>
        <p:spPr>
          <a:xfrm>
            <a:off x="7743212" y="1763805"/>
            <a:ext cx="1440000" cy="360000"/>
          </a:xfrm>
          <a:prstGeom prst="roundRect">
            <a:avLst>
              <a:gd name="adj" fmla="val 10183"/>
            </a:avLst>
          </a:prstGeom>
          <a:solidFill>
            <a:srgbClr val="4C75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</a:t>
            </a:r>
          </a:p>
        </p:txBody>
      </p:sp>
      <p:sp>
        <p:nvSpPr>
          <p:cNvPr id="40" name="Text Box 10">
            <a:extLst>
              <a:ext uri="{FF2B5EF4-FFF2-40B4-BE49-F238E27FC236}">
                <a16:creationId xmlns:a16="http://schemas.microsoft.com/office/drawing/2014/main" id="{5EB9B711-0040-F962-658C-2B3124B63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7490" y="5112113"/>
            <a:ext cx="360000" cy="1051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>
                <a:solidFill>
                  <a:srgbClr val="000000"/>
                </a:solidFill>
              </a:rPr>
              <a:t>평가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ko-KR" altLang="en-US" dirty="0">
                <a:solidFill>
                  <a:srgbClr val="000000"/>
                </a:solidFill>
              </a:rPr>
              <a:t>현황</a:t>
            </a:r>
          </a:p>
        </p:txBody>
      </p:sp>
      <p:cxnSp>
        <p:nvCxnSpPr>
          <p:cNvPr id="41" name="꺾인 연결선 45">
            <a:extLst>
              <a:ext uri="{FF2B5EF4-FFF2-40B4-BE49-F238E27FC236}">
                <a16:creationId xmlns:a16="http://schemas.microsoft.com/office/drawing/2014/main" id="{BD194D93-013F-FA61-206F-87036C184072}"/>
              </a:ext>
            </a:extLst>
          </p:cNvPr>
          <p:cNvCxnSpPr>
            <a:cxnSpLocks noChangeShapeType="1"/>
            <a:stCxn id="17" idx="2"/>
            <a:endCxn id="40" idx="0"/>
          </p:cNvCxnSpPr>
          <p:nvPr/>
        </p:nvCxnSpPr>
        <p:spPr bwMode="auto">
          <a:xfrm rot="5400000">
            <a:off x="3634322" y="4719085"/>
            <a:ext cx="266196" cy="519860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chemeClr val="tx2">
                <a:lumMod val="40000"/>
                <a:lumOff val="60000"/>
              </a:schemeClr>
            </a:solidFill>
            <a:round/>
            <a:headEnd/>
            <a:tailEnd type="none" w="med" len="sm"/>
          </a:ln>
        </p:spPr>
      </p:cxnSp>
      <p:sp>
        <p:nvSpPr>
          <p:cNvPr id="42" name="Text Box 13">
            <a:extLst>
              <a:ext uri="{FF2B5EF4-FFF2-40B4-BE49-F238E27FC236}">
                <a16:creationId xmlns:a16="http://schemas.microsoft.com/office/drawing/2014/main" id="{4B3175C9-5246-84E1-3C02-D773DB94C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047" y="5803213"/>
            <a:ext cx="1548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>
              <a:defRPr>
                <a:solidFill>
                  <a:schemeClr val="lt1"/>
                </a:solidFill>
              </a:defRPr>
            </a:lvl2pPr>
            <a:lvl3pPr defTabSz="914400">
              <a:defRPr>
                <a:solidFill>
                  <a:schemeClr val="lt1"/>
                </a:solidFill>
              </a:defRPr>
            </a:lvl3pPr>
            <a:lvl4pPr defTabSz="914400">
              <a:defRPr>
                <a:solidFill>
                  <a:schemeClr val="lt1"/>
                </a:solidFill>
              </a:defRPr>
            </a:lvl4pPr>
            <a:lvl5pPr defTabSz="914400">
              <a:defRPr>
                <a:solidFill>
                  <a:schemeClr val="lt1"/>
                </a:solidFill>
              </a:defRPr>
            </a:lvl5pPr>
            <a:lvl6pPr defTabSz="914400">
              <a:defRPr>
                <a:solidFill>
                  <a:schemeClr val="lt1"/>
                </a:solidFill>
              </a:defRPr>
            </a:lvl6pPr>
            <a:lvl7pPr defTabSz="914400">
              <a:defRPr>
                <a:solidFill>
                  <a:schemeClr val="lt1"/>
                </a:solidFill>
              </a:defRPr>
            </a:lvl7pPr>
            <a:lvl8pPr defTabSz="914400">
              <a:defRPr>
                <a:solidFill>
                  <a:schemeClr val="lt1"/>
                </a:solidFill>
              </a:defRPr>
            </a:lvl8pPr>
            <a:lvl9pPr defTabSz="914400"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rgbClr val="000000"/>
                </a:solidFill>
              </a:rPr>
              <a:t>평가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코드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항목 관리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43" name="Text Box 10">
            <a:extLst>
              <a:ext uri="{FF2B5EF4-FFF2-40B4-BE49-F238E27FC236}">
                <a16:creationId xmlns:a16="http://schemas.microsoft.com/office/drawing/2014/main" id="{D87D5877-CE20-2271-98C4-8D149C6C9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510" y="2790599"/>
            <a:ext cx="396000" cy="988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>
                <a:solidFill>
                  <a:srgbClr val="000000"/>
                </a:solidFill>
              </a:rPr>
              <a:t>전사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업무수준</a:t>
            </a:r>
          </a:p>
        </p:txBody>
      </p:sp>
      <p:cxnSp>
        <p:nvCxnSpPr>
          <p:cNvPr id="44" name="꺾인 연결선 44">
            <a:extLst>
              <a:ext uri="{FF2B5EF4-FFF2-40B4-BE49-F238E27FC236}">
                <a16:creationId xmlns:a16="http://schemas.microsoft.com/office/drawing/2014/main" id="{1843FD2E-5224-FA66-12A3-82B08CAFC5F9}"/>
              </a:ext>
            </a:extLst>
          </p:cNvPr>
          <p:cNvCxnSpPr>
            <a:cxnSpLocks noChangeShapeType="1"/>
            <a:stCxn id="47" idx="2"/>
            <a:endCxn id="43" idx="0"/>
          </p:cNvCxnSpPr>
          <p:nvPr/>
        </p:nvCxnSpPr>
        <p:spPr bwMode="auto">
          <a:xfrm rot="16200000" flipH="1">
            <a:off x="5302524" y="2510613"/>
            <a:ext cx="281510" cy="278462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chemeClr val="tx2">
                <a:lumMod val="40000"/>
                <a:lumOff val="60000"/>
              </a:schemeClr>
            </a:solidFill>
            <a:round/>
            <a:headEnd/>
            <a:tailEnd type="none" w="med" len="sm"/>
          </a:ln>
        </p:spPr>
      </p:cxnSp>
      <p:cxnSp>
        <p:nvCxnSpPr>
          <p:cNvPr id="45" name="꺾인 연결선 45">
            <a:extLst>
              <a:ext uri="{FF2B5EF4-FFF2-40B4-BE49-F238E27FC236}">
                <a16:creationId xmlns:a16="http://schemas.microsoft.com/office/drawing/2014/main" id="{9B601905-CEE9-86E6-8781-8C365CFDE8A7}"/>
              </a:ext>
            </a:extLst>
          </p:cNvPr>
          <p:cNvCxnSpPr>
            <a:cxnSpLocks noChangeShapeType="1"/>
            <a:stCxn id="47" idx="2"/>
            <a:endCxn id="46" idx="0"/>
          </p:cNvCxnSpPr>
          <p:nvPr/>
        </p:nvCxnSpPr>
        <p:spPr bwMode="auto">
          <a:xfrm rot="5400000">
            <a:off x="5026993" y="2513544"/>
            <a:ext cx="281510" cy="272601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chemeClr val="tx2">
                <a:lumMod val="40000"/>
                <a:lumOff val="60000"/>
              </a:schemeClr>
            </a:solidFill>
            <a:round/>
            <a:headEnd/>
            <a:tailEnd type="none" w="med" len="sm"/>
          </a:ln>
        </p:spPr>
      </p:cxnSp>
      <p:sp>
        <p:nvSpPr>
          <p:cNvPr id="46" name="Text Box 10">
            <a:extLst>
              <a:ext uri="{FF2B5EF4-FFF2-40B4-BE49-F238E27FC236}">
                <a16:creationId xmlns:a16="http://schemas.microsoft.com/office/drawing/2014/main" id="{FF9D16FE-82DF-8ACA-1FC3-6649C7733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3447" y="2790599"/>
            <a:ext cx="396000" cy="988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>
                <a:solidFill>
                  <a:srgbClr val="000000"/>
                </a:solidFill>
              </a:rPr>
              <a:t>변화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ko-KR" altLang="en-US" dirty="0">
                <a:solidFill>
                  <a:srgbClr val="000000"/>
                </a:solidFill>
              </a:rPr>
              <a:t>관리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47" name="Text Box 58">
            <a:extLst>
              <a:ext uri="{FF2B5EF4-FFF2-40B4-BE49-F238E27FC236}">
                <a16:creationId xmlns:a16="http://schemas.microsoft.com/office/drawing/2014/main" id="{EA58674E-4A95-4CA5-99C1-35C2F08DE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4048" y="2185089"/>
            <a:ext cx="900000" cy="324000"/>
          </a:xfrm>
          <a:prstGeom prst="rect">
            <a:avLst/>
          </a:prstGeom>
          <a:solidFill>
            <a:srgbClr val="7F9D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/>
              <a:t>설계평가</a:t>
            </a:r>
          </a:p>
        </p:txBody>
      </p:sp>
      <p:sp>
        <p:nvSpPr>
          <p:cNvPr id="49" name="Text Box 10">
            <a:extLst>
              <a:ext uri="{FF2B5EF4-FFF2-40B4-BE49-F238E27FC236}">
                <a16:creationId xmlns:a16="http://schemas.microsoft.com/office/drawing/2014/main" id="{4463E30F-A67D-F9FE-8C65-8EE3A91D5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0258" y="2790599"/>
            <a:ext cx="396000" cy="988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>
                <a:solidFill>
                  <a:srgbClr val="000000"/>
                </a:solidFill>
              </a:rPr>
              <a:t>개별</a:t>
            </a:r>
          </a:p>
        </p:txBody>
      </p:sp>
      <p:cxnSp>
        <p:nvCxnSpPr>
          <p:cNvPr id="50" name="꺾인 연결선 44">
            <a:extLst>
              <a:ext uri="{FF2B5EF4-FFF2-40B4-BE49-F238E27FC236}">
                <a16:creationId xmlns:a16="http://schemas.microsoft.com/office/drawing/2014/main" id="{085E58D6-85BA-F892-48EB-F854597068B4}"/>
              </a:ext>
            </a:extLst>
          </p:cNvPr>
          <p:cNvCxnSpPr>
            <a:cxnSpLocks noChangeShapeType="1"/>
            <a:stCxn id="53" idx="2"/>
            <a:endCxn id="49" idx="0"/>
          </p:cNvCxnSpPr>
          <p:nvPr/>
        </p:nvCxnSpPr>
        <p:spPr bwMode="auto">
          <a:xfrm rot="16200000" flipH="1">
            <a:off x="3100227" y="2512568"/>
            <a:ext cx="281510" cy="274552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chemeClr val="tx2">
                <a:lumMod val="40000"/>
                <a:lumOff val="60000"/>
              </a:schemeClr>
            </a:solidFill>
            <a:round/>
            <a:headEnd/>
            <a:tailEnd type="none" w="med" len="sm"/>
          </a:ln>
        </p:spPr>
      </p:cxnSp>
      <p:cxnSp>
        <p:nvCxnSpPr>
          <p:cNvPr id="51" name="꺾인 연결선 45">
            <a:extLst>
              <a:ext uri="{FF2B5EF4-FFF2-40B4-BE49-F238E27FC236}">
                <a16:creationId xmlns:a16="http://schemas.microsoft.com/office/drawing/2014/main" id="{B7A0932B-72C3-DF7F-1A1B-6C49F43C75F4}"/>
              </a:ext>
            </a:extLst>
          </p:cNvPr>
          <p:cNvCxnSpPr>
            <a:cxnSpLocks noChangeShapeType="1"/>
            <a:stCxn id="53" idx="2"/>
            <a:endCxn id="52" idx="0"/>
          </p:cNvCxnSpPr>
          <p:nvPr/>
        </p:nvCxnSpPr>
        <p:spPr bwMode="auto">
          <a:xfrm rot="5400000">
            <a:off x="2824695" y="2511588"/>
            <a:ext cx="281510" cy="276512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chemeClr val="tx2">
                <a:lumMod val="40000"/>
                <a:lumOff val="60000"/>
              </a:schemeClr>
            </a:solidFill>
            <a:round/>
            <a:headEnd/>
            <a:tailEnd type="none" w="med" len="sm"/>
          </a:ln>
        </p:spPr>
      </p:cxnSp>
      <p:sp>
        <p:nvSpPr>
          <p:cNvPr id="52" name="Text Box 10">
            <a:extLst>
              <a:ext uri="{FF2B5EF4-FFF2-40B4-BE49-F238E27FC236}">
                <a16:creationId xmlns:a16="http://schemas.microsoft.com/office/drawing/2014/main" id="{68D3CD28-32DB-49D6-AA31-868F0F2C8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9194" y="2790599"/>
            <a:ext cx="396000" cy="988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>
                <a:solidFill>
                  <a:srgbClr val="000000"/>
                </a:solidFill>
              </a:rPr>
              <a:t>연결</a:t>
            </a:r>
          </a:p>
        </p:txBody>
      </p:sp>
      <p:sp>
        <p:nvSpPr>
          <p:cNvPr id="53" name="Text Box 58">
            <a:extLst>
              <a:ext uri="{FF2B5EF4-FFF2-40B4-BE49-F238E27FC236}">
                <a16:creationId xmlns:a16="http://schemas.microsoft.com/office/drawing/2014/main" id="{B09E79A9-A7C4-31D7-CB0B-5197CEFCC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3706" y="2185089"/>
            <a:ext cx="900000" cy="324000"/>
          </a:xfrm>
          <a:prstGeom prst="rect">
            <a:avLst/>
          </a:prstGeom>
          <a:solidFill>
            <a:srgbClr val="7F9D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en-US" altLang="ko-KR" dirty="0"/>
              <a:t>Scoping</a:t>
            </a:r>
            <a:endParaRPr lang="ko-KR" altLang="en-US" dirty="0"/>
          </a:p>
        </p:txBody>
      </p:sp>
      <p:sp>
        <p:nvSpPr>
          <p:cNvPr id="55" name="TextBox 114">
            <a:extLst>
              <a:ext uri="{FF2B5EF4-FFF2-40B4-BE49-F238E27FC236}">
                <a16:creationId xmlns:a16="http://schemas.microsoft.com/office/drawing/2014/main" id="{65E505AB-53C4-3BD1-0F2D-D0552404D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9889" y="3474251"/>
            <a:ext cx="903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6000" indent="-72000">
              <a:buFont typeface="Wingdings" panose="05000000000000000000" pitchFamily="2" charset="2"/>
              <a:buChar char="§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indent="0">
              <a:buNone/>
            </a:pPr>
            <a:r>
              <a:rPr lang="ko-KR" altLang="en-US" dirty="0">
                <a:solidFill>
                  <a:srgbClr val="000000"/>
                </a:solidFill>
              </a:rPr>
              <a:t>메일 연동</a:t>
            </a:r>
            <a:endParaRPr lang="en-US" altLang="ko-KR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rgbClr val="000000"/>
                </a:solidFill>
              </a:rPr>
              <a:t>(SMTP)</a:t>
            </a:r>
          </a:p>
        </p:txBody>
      </p:sp>
      <p:sp>
        <p:nvSpPr>
          <p:cNvPr id="56" name="TextBox 114">
            <a:extLst>
              <a:ext uri="{FF2B5EF4-FFF2-40B4-BE49-F238E27FC236}">
                <a16:creationId xmlns:a16="http://schemas.microsoft.com/office/drawing/2014/main" id="{0C9A0B7F-41FF-8EB1-A583-7F3EC6E10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9889" y="2344443"/>
            <a:ext cx="9989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indent="0">
              <a:buFont typeface="Wingdings" panose="05000000000000000000" pitchFamily="2" charset="2"/>
              <a:buNone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>
                <a:solidFill>
                  <a:srgbClr val="000000"/>
                </a:solidFill>
              </a:rPr>
              <a:t>인사정보 연동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58" name="TextBox 114">
            <a:extLst>
              <a:ext uri="{FF2B5EF4-FFF2-40B4-BE49-F238E27FC236}">
                <a16:creationId xmlns:a16="http://schemas.microsoft.com/office/drawing/2014/main" id="{2CC2AC06-9169-C743-7E91-9C9D9C92B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9889" y="2843414"/>
            <a:ext cx="813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indent="0">
              <a:buFont typeface="Wingdings" panose="05000000000000000000" pitchFamily="2" charset="2"/>
              <a:buNone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>
                <a:solidFill>
                  <a:srgbClr val="000000"/>
                </a:solidFill>
              </a:rPr>
              <a:t>GSSO</a:t>
            </a:r>
            <a:r>
              <a:rPr lang="ko-KR" altLang="en-US" dirty="0">
                <a:solidFill>
                  <a:srgbClr val="000000"/>
                </a:solidFill>
              </a:rPr>
              <a:t> 연동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en-US" altLang="ko-KR" dirty="0">
                <a:solidFill>
                  <a:srgbClr val="000000"/>
                </a:solidFill>
              </a:rPr>
              <a:t>(IAM/SSO)</a:t>
            </a:r>
          </a:p>
        </p:txBody>
      </p:sp>
      <p:sp>
        <p:nvSpPr>
          <p:cNvPr id="59" name="모서리가 둥근 직사각형 62">
            <a:extLst>
              <a:ext uri="{FF2B5EF4-FFF2-40B4-BE49-F238E27FC236}">
                <a16:creationId xmlns:a16="http://schemas.microsoft.com/office/drawing/2014/main" id="{1ED3881B-C174-FCAC-9605-11C2FDE95411}"/>
              </a:ext>
            </a:extLst>
          </p:cNvPr>
          <p:cNvSpPr/>
          <p:nvPr/>
        </p:nvSpPr>
        <p:spPr>
          <a:xfrm>
            <a:off x="7743212" y="4725000"/>
            <a:ext cx="1440000" cy="360000"/>
          </a:xfrm>
          <a:prstGeom prst="roundRect">
            <a:avLst>
              <a:gd name="adj" fmla="val 10183"/>
            </a:avLst>
          </a:prstGeom>
          <a:solidFill>
            <a:srgbClr val="4C75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모집단 관리</a:t>
            </a:r>
          </a:p>
        </p:txBody>
      </p:sp>
      <p:sp>
        <p:nvSpPr>
          <p:cNvPr id="61" name="Text Box 10">
            <a:extLst>
              <a:ext uri="{FF2B5EF4-FFF2-40B4-BE49-F238E27FC236}">
                <a16:creationId xmlns:a16="http://schemas.microsoft.com/office/drawing/2014/main" id="{A711CCC5-6DF3-933D-135D-DC30EDA7D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1321" y="2790599"/>
            <a:ext cx="396000" cy="988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>
                <a:solidFill>
                  <a:srgbClr val="000000"/>
                </a:solidFill>
              </a:rPr>
              <a:t>표준 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en-US" altLang="ko-KR" dirty="0">
                <a:solidFill>
                  <a:srgbClr val="000000"/>
                </a:solidFill>
              </a:rPr>
              <a:t>RCM</a:t>
            </a:r>
          </a:p>
          <a:p>
            <a:r>
              <a:rPr lang="ko-KR" altLang="en-US" dirty="0">
                <a:solidFill>
                  <a:srgbClr val="000000"/>
                </a:solidFill>
              </a:rPr>
              <a:t>관리</a:t>
            </a:r>
          </a:p>
        </p:txBody>
      </p:sp>
      <p:cxnSp>
        <p:nvCxnSpPr>
          <p:cNvPr id="62" name="꺾인 연결선 44">
            <a:extLst>
              <a:ext uri="{FF2B5EF4-FFF2-40B4-BE49-F238E27FC236}">
                <a16:creationId xmlns:a16="http://schemas.microsoft.com/office/drawing/2014/main" id="{168EFD96-B62F-29B4-F9EB-6530DEBD461A}"/>
              </a:ext>
            </a:extLst>
          </p:cNvPr>
          <p:cNvCxnSpPr>
            <a:cxnSpLocks noChangeShapeType="1"/>
            <a:stCxn id="28" idx="2"/>
            <a:endCxn id="29" idx="0"/>
          </p:cNvCxnSpPr>
          <p:nvPr/>
        </p:nvCxnSpPr>
        <p:spPr bwMode="auto">
          <a:xfrm rot="16200000" flipH="1">
            <a:off x="4207734" y="2517948"/>
            <a:ext cx="277379" cy="267922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chemeClr val="tx2">
                <a:lumMod val="40000"/>
                <a:lumOff val="60000"/>
              </a:schemeClr>
            </a:solidFill>
            <a:round/>
            <a:headEnd/>
            <a:tailEnd type="none" w="med" len="sm"/>
          </a:ln>
        </p:spPr>
      </p:cxnSp>
      <p:cxnSp>
        <p:nvCxnSpPr>
          <p:cNvPr id="63" name="꺾인 연결선 45">
            <a:extLst>
              <a:ext uri="{FF2B5EF4-FFF2-40B4-BE49-F238E27FC236}">
                <a16:creationId xmlns:a16="http://schemas.microsoft.com/office/drawing/2014/main" id="{0413F49F-4F00-3674-8D93-D86879320209}"/>
              </a:ext>
            </a:extLst>
          </p:cNvPr>
          <p:cNvCxnSpPr>
            <a:cxnSpLocks noChangeShapeType="1"/>
            <a:stCxn id="28" idx="2"/>
            <a:endCxn id="61" idx="0"/>
          </p:cNvCxnSpPr>
          <p:nvPr/>
        </p:nvCxnSpPr>
        <p:spPr bwMode="auto">
          <a:xfrm rot="5400000">
            <a:off x="3932203" y="2510339"/>
            <a:ext cx="277379" cy="283141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chemeClr val="tx2">
                <a:lumMod val="40000"/>
                <a:lumOff val="60000"/>
              </a:schemeClr>
            </a:solidFill>
            <a:round/>
            <a:headEnd/>
            <a:tailEnd type="none" w="med" len="sm"/>
          </a:ln>
        </p:spPr>
      </p:cxnSp>
      <p:sp>
        <p:nvSpPr>
          <p:cNvPr id="64" name="Text Box 10">
            <a:extLst>
              <a:ext uri="{FF2B5EF4-FFF2-40B4-BE49-F238E27FC236}">
                <a16:creationId xmlns:a16="http://schemas.microsoft.com/office/drawing/2014/main" id="{BB65930D-8ED1-5E40-9888-1EE89330F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636" y="2790599"/>
            <a:ext cx="396000" cy="988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>
                <a:solidFill>
                  <a:srgbClr val="000000"/>
                </a:solidFill>
              </a:rPr>
              <a:t>증빙 관리</a:t>
            </a:r>
          </a:p>
        </p:txBody>
      </p:sp>
      <p:cxnSp>
        <p:nvCxnSpPr>
          <p:cNvPr id="71" name="꺾인 연결선 41">
            <a:extLst>
              <a:ext uri="{FF2B5EF4-FFF2-40B4-BE49-F238E27FC236}">
                <a16:creationId xmlns:a16="http://schemas.microsoft.com/office/drawing/2014/main" id="{D8FB7300-F316-A3A9-400A-DFFDF8161D33}"/>
              </a:ext>
            </a:extLst>
          </p:cNvPr>
          <p:cNvCxnSpPr>
            <a:cxnSpLocks noChangeShapeType="1"/>
            <a:stCxn id="76" idx="2"/>
            <a:endCxn id="75" idx="0"/>
          </p:cNvCxnSpPr>
          <p:nvPr/>
        </p:nvCxnSpPr>
        <p:spPr bwMode="auto">
          <a:xfrm rot="5400000">
            <a:off x="6053399" y="4669605"/>
            <a:ext cx="266196" cy="618821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chemeClr val="tx2">
                <a:lumMod val="40000"/>
                <a:lumOff val="60000"/>
              </a:schemeClr>
            </a:solidFill>
            <a:round/>
            <a:headEnd/>
            <a:tailEnd type="none" w="med" len="sm"/>
          </a:ln>
        </p:spPr>
      </p:cxnSp>
      <p:cxnSp>
        <p:nvCxnSpPr>
          <p:cNvPr id="73" name="꺾인 연결선 43">
            <a:extLst>
              <a:ext uri="{FF2B5EF4-FFF2-40B4-BE49-F238E27FC236}">
                <a16:creationId xmlns:a16="http://schemas.microsoft.com/office/drawing/2014/main" id="{02D82E01-D80E-C440-500A-160DE0F52B63}"/>
              </a:ext>
            </a:extLst>
          </p:cNvPr>
          <p:cNvCxnSpPr>
            <a:cxnSpLocks noChangeShapeType="1"/>
            <a:stCxn id="76" idx="2"/>
            <a:endCxn id="77" idx="0"/>
          </p:cNvCxnSpPr>
          <p:nvPr/>
        </p:nvCxnSpPr>
        <p:spPr bwMode="auto">
          <a:xfrm rot="16200000" flipH="1">
            <a:off x="6672066" y="4669757"/>
            <a:ext cx="266196" cy="618515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chemeClr val="tx2">
                <a:lumMod val="40000"/>
                <a:lumOff val="60000"/>
              </a:schemeClr>
            </a:solidFill>
            <a:round/>
            <a:headEnd/>
            <a:tailEnd type="none" w="med" len="sm"/>
          </a:ln>
        </p:spPr>
      </p:cxnSp>
      <p:sp>
        <p:nvSpPr>
          <p:cNvPr id="74" name="Text Box 10">
            <a:extLst>
              <a:ext uri="{FF2B5EF4-FFF2-40B4-BE49-F238E27FC236}">
                <a16:creationId xmlns:a16="http://schemas.microsoft.com/office/drawing/2014/main" id="{DE170042-8688-E97B-AAFB-87162BE04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5754" y="5112113"/>
            <a:ext cx="360000" cy="1051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>
                <a:solidFill>
                  <a:srgbClr val="000000"/>
                </a:solidFill>
              </a:rPr>
              <a:t>평가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ko-KR" altLang="en-US" dirty="0">
                <a:solidFill>
                  <a:srgbClr val="000000"/>
                </a:solidFill>
              </a:rPr>
              <a:t>보고</a:t>
            </a:r>
          </a:p>
        </p:txBody>
      </p:sp>
      <p:sp>
        <p:nvSpPr>
          <p:cNvPr id="75" name="Text Box 10">
            <a:extLst>
              <a:ext uri="{FF2B5EF4-FFF2-40B4-BE49-F238E27FC236}">
                <a16:creationId xmlns:a16="http://schemas.microsoft.com/office/drawing/2014/main" id="{795C2989-9A38-1FA8-9D40-783D3DCD9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7086" y="5112113"/>
            <a:ext cx="360000" cy="1051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>
                <a:solidFill>
                  <a:srgbClr val="000000"/>
                </a:solidFill>
              </a:rPr>
              <a:t>개선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ko-KR" altLang="en-US" dirty="0">
                <a:solidFill>
                  <a:srgbClr val="000000"/>
                </a:solidFill>
              </a:rPr>
              <a:t>관리</a:t>
            </a:r>
          </a:p>
        </p:txBody>
      </p:sp>
      <p:sp>
        <p:nvSpPr>
          <p:cNvPr id="76" name="Text Box 58">
            <a:extLst>
              <a:ext uri="{FF2B5EF4-FFF2-40B4-BE49-F238E27FC236}">
                <a16:creationId xmlns:a16="http://schemas.microsoft.com/office/drawing/2014/main" id="{766ABE65-6A54-6C16-0B2A-49CD88698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5907" y="4521917"/>
            <a:ext cx="900000" cy="324000"/>
          </a:xfrm>
          <a:prstGeom prst="rect">
            <a:avLst/>
          </a:prstGeom>
          <a:solidFill>
            <a:srgbClr val="7F9D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/>
              <a:t>개선</a:t>
            </a:r>
            <a:r>
              <a:rPr lang="en-US" altLang="ko-KR" dirty="0"/>
              <a:t>&amp;</a:t>
            </a:r>
            <a:r>
              <a:rPr lang="ko-KR" altLang="en-US" dirty="0"/>
              <a:t>보고</a:t>
            </a:r>
          </a:p>
        </p:txBody>
      </p:sp>
      <p:sp>
        <p:nvSpPr>
          <p:cNvPr id="77" name="Text Box 10">
            <a:extLst>
              <a:ext uri="{FF2B5EF4-FFF2-40B4-BE49-F238E27FC236}">
                <a16:creationId xmlns:a16="http://schemas.microsoft.com/office/drawing/2014/main" id="{D61BCFC1-749C-CE03-5751-632C7336D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422" y="5112113"/>
            <a:ext cx="360000" cy="1051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r>
              <a:rPr lang="ko-KR" altLang="en-US" dirty="0">
                <a:solidFill>
                  <a:srgbClr val="000000"/>
                </a:solidFill>
              </a:rPr>
              <a:t>연결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ko-KR" altLang="en-US" dirty="0">
                <a:solidFill>
                  <a:srgbClr val="000000"/>
                </a:solidFill>
              </a:rPr>
              <a:t>결과</a:t>
            </a:r>
            <a:endParaRPr lang="en-US" altLang="ko-KR" dirty="0">
              <a:solidFill>
                <a:srgbClr val="000000"/>
              </a:solidFill>
            </a:endParaRPr>
          </a:p>
          <a:p>
            <a:r>
              <a:rPr lang="ko-KR" altLang="en-US" dirty="0">
                <a:solidFill>
                  <a:srgbClr val="000000"/>
                </a:solidFill>
              </a:rPr>
              <a:t>검토</a:t>
            </a:r>
          </a:p>
        </p:txBody>
      </p:sp>
      <p:cxnSp>
        <p:nvCxnSpPr>
          <p:cNvPr id="78" name="직선 연결선 37">
            <a:extLst>
              <a:ext uri="{FF2B5EF4-FFF2-40B4-BE49-F238E27FC236}">
                <a16:creationId xmlns:a16="http://schemas.microsoft.com/office/drawing/2014/main" id="{F2A7D480-5135-830A-52AB-66B06FF340F9}"/>
              </a:ext>
            </a:extLst>
          </p:cNvPr>
          <p:cNvCxnSpPr>
            <a:cxnSpLocks/>
            <a:stCxn id="76" idx="2"/>
            <a:endCxn id="74" idx="0"/>
          </p:cNvCxnSpPr>
          <p:nvPr/>
        </p:nvCxnSpPr>
        <p:spPr>
          <a:xfrm flipH="1">
            <a:off x="6495754" y="4845917"/>
            <a:ext cx="153" cy="266196"/>
          </a:xfrm>
          <a:prstGeom prst="line">
            <a:avLst/>
          </a:prstGeom>
          <a:noFill/>
          <a:ln w="127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</p:cxnSp>
      <p:pic>
        <p:nvPicPr>
          <p:cNvPr id="31" name="Picture 24" descr="C:\Users\Administrator\Downloads\1402492187_Office-Excel-icon.png">
            <a:extLst>
              <a:ext uri="{FF2B5EF4-FFF2-40B4-BE49-F238E27FC236}">
                <a16:creationId xmlns:a16="http://schemas.microsoft.com/office/drawing/2014/main" id="{28FFE0C0-CBA1-867F-2088-7381A83BD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000" y="5157000"/>
            <a:ext cx="493200" cy="49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114">
            <a:extLst>
              <a:ext uri="{FF2B5EF4-FFF2-40B4-BE49-F238E27FC236}">
                <a16:creationId xmlns:a16="http://schemas.microsoft.com/office/drawing/2014/main" id="{BBAEBA1A-E80B-EEC5-4B1D-B73784853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9889" y="4005000"/>
            <a:ext cx="1042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6000" indent="-72000">
              <a:buFont typeface="Wingdings" panose="05000000000000000000" pitchFamily="2" charset="2"/>
              <a:buChar char="§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indent="0">
              <a:buNone/>
            </a:pPr>
            <a:r>
              <a:rPr lang="en-US" altLang="ko-KR" dirty="0">
                <a:solidFill>
                  <a:srgbClr val="000000"/>
                </a:solidFill>
              </a:rPr>
              <a:t>AIP </a:t>
            </a:r>
            <a:r>
              <a:rPr lang="ko-KR" altLang="en-US" dirty="0">
                <a:solidFill>
                  <a:srgbClr val="000000"/>
                </a:solidFill>
              </a:rPr>
              <a:t>연동</a:t>
            </a:r>
            <a:endParaRPr lang="en-US" altLang="ko-KR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rgbClr val="000000"/>
                </a:solidFill>
              </a:rPr>
              <a:t>(</a:t>
            </a:r>
            <a:r>
              <a:rPr lang="ko-KR" altLang="en-US" dirty="0">
                <a:solidFill>
                  <a:srgbClr val="000000"/>
                </a:solidFill>
              </a:rPr>
              <a:t>문서 </a:t>
            </a:r>
            <a:r>
              <a:rPr lang="ko-KR" altLang="en-US" dirty="0" err="1">
                <a:solidFill>
                  <a:srgbClr val="000000"/>
                </a:solidFill>
              </a:rPr>
              <a:t>암복호화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68" name="TextBox 114">
            <a:extLst>
              <a:ext uri="{FF2B5EF4-FFF2-40B4-BE49-F238E27FC236}">
                <a16:creationId xmlns:a16="http://schemas.microsoft.com/office/drawing/2014/main" id="{C5B89BF3-39EB-08C0-670D-F32ABFCC2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3901" y="5687735"/>
            <a:ext cx="1766444" cy="628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29" tIns="45714" rIns="91429" bIns="45714">
            <a:spAutoFit/>
          </a:bodyPr>
          <a:lstStyle/>
          <a:p>
            <a:pPr marL="90477" indent="-90477">
              <a:lnSpc>
                <a:spcPct val="120000"/>
              </a:lnSpc>
              <a:buFontTx/>
              <a:buChar char="-"/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모집단 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Excel Data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업로드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90477" indent="-90477">
              <a:lnSpc>
                <a:spcPct val="120000"/>
              </a:lnSpc>
              <a:buFontTx/>
              <a:buChar char="-"/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Sample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추출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90477" indent="-90477">
              <a:lnSpc>
                <a:spcPct val="120000"/>
              </a:lnSpc>
              <a:buFontTx/>
              <a:buChar char="-"/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완전성 근거 첨부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84" name="Picture 9" descr="43">
            <a:extLst>
              <a:ext uri="{FF2B5EF4-FFF2-40B4-BE49-F238E27FC236}">
                <a16:creationId xmlns:a16="http://schemas.microsoft.com/office/drawing/2014/main" id="{98F462A6-59F4-8B5F-6621-FE19F78F5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43735" y="3259262"/>
            <a:ext cx="640615" cy="693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5" name="Picture 6" descr="C:\Documents and Settings\y1234567890\바탕 화면\법무부 측위방식 고도화에 따른 위치추적시스템 및 PDA개선\999.기술부분\파워포인트용 이미지\dedicated_server.png">
            <a:extLst>
              <a:ext uri="{FF2B5EF4-FFF2-40B4-BE49-F238E27FC236}">
                <a16:creationId xmlns:a16="http://schemas.microsoft.com/office/drawing/2014/main" id="{815526A8-B71E-3E74-515C-869478024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98607" y="2809962"/>
            <a:ext cx="493200" cy="493200"/>
          </a:xfrm>
          <a:prstGeom prst="rect">
            <a:avLst/>
          </a:prstGeom>
          <a:noFill/>
        </p:spPr>
      </p:pic>
      <p:pic>
        <p:nvPicPr>
          <p:cNvPr id="86" name="그래픽 27">
            <a:extLst>
              <a:ext uri="{FF2B5EF4-FFF2-40B4-BE49-F238E27FC236}">
                <a16:creationId xmlns:a16="http://schemas.microsoft.com/office/drawing/2014/main" id="{5CFA3200-EEC5-74B6-BE12-3230D9C4FE7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17032"/>
          <a:stretch/>
        </p:blipFill>
        <p:spPr>
          <a:xfrm>
            <a:off x="7770991" y="2251535"/>
            <a:ext cx="443277" cy="467181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29F9D7DF-1D4F-E7A5-DF27-92528F56FCB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srgbClr val="4472C4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6973" y="400500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019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3">
            <a:extLst>
              <a:ext uri="{FF2B5EF4-FFF2-40B4-BE49-F238E27FC236}">
                <a16:creationId xmlns:a16="http://schemas.microsoft.com/office/drawing/2014/main" id="{DEF8B183-239A-DC71-D3B3-7996EDB2525D}"/>
              </a:ext>
            </a:extLst>
          </p:cNvPr>
          <p:cNvSpPr>
            <a:spLocks/>
          </p:cNvSpPr>
          <p:nvPr/>
        </p:nvSpPr>
        <p:spPr>
          <a:xfrm>
            <a:off x="642007" y="1547639"/>
            <a:ext cx="4248000" cy="23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553434-8FCB-CF96-FE2C-BF8085EEBABD}"/>
              </a:ext>
            </a:extLst>
          </p:cNvPr>
          <p:cNvSpPr txBox="1"/>
          <p:nvPr/>
        </p:nvSpPr>
        <p:spPr>
          <a:xfrm>
            <a:off x="642743" y="1543475"/>
            <a:ext cx="4247263" cy="4646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en-US"/>
            </a:defPPr>
            <a:lvl1pPr algn="ctr">
              <a:defRPr sz="1600" b="1" spc="-9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defRPr>
            </a:lvl1pPr>
          </a:lstStyle>
          <a:p>
            <a:r>
              <a:rPr lang="en-US" altLang="ko-KR" dirty="0"/>
              <a:t>1. </a:t>
            </a:r>
            <a:r>
              <a:rPr lang="ko-KR" altLang="en-US" dirty="0"/>
              <a:t>내부회계 프로세스 현황 분석</a:t>
            </a:r>
          </a:p>
        </p:txBody>
      </p:sp>
      <p:sp>
        <p:nvSpPr>
          <p:cNvPr id="6" name="직사각형 43">
            <a:extLst>
              <a:ext uri="{FF2B5EF4-FFF2-40B4-BE49-F238E27FC236}">
                <a16:creationId xmlns:a16="http://schemas.microsoft.com/office/drawing/2014/main" id="{68485806-6E11-BB87-2648-F9E6501EC7D7}"/>
              </a:ext>
            </a:extLst>
          </p:cNvPr>
          <p:cNvSpPr>
            <a:spLocks/>
          </p:cNvSpPr>
          <p:nvPr/>
        </p:nvSpPr>
        <p:spPr>
          <a:xfrm>
            <a:off x="724468" y="2001894"/>
            <a:ext cx="4095181" cy="1815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633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40">
            <a:extLst>
              <a:ext uri="{FF2B5EF4-FFF2-40B4-BE49-F238E27FC236}">
                <a16:creationId xmlns:a16="http://schemas.microsoft.com/office/drawing/2014/main" id="{B8650EC0-0832-637D-66D6-D8AD2B1F358B}"/>
              </a:ext>
            </a:extLst>
          </p:cNvPr>
          <p:cNvSpPr>
            <a:spLocks/>
          </p:cNvSpPr>
          <p:nvPr/>
        </p:nvSpPr>
        <p:spPr>
          <a:xfrm>
            <a:off x="5032126" y="1547639"/>
            <a:ext cx="4248000" cy="2340000"/>
          </a:xfrm>
          <a:prstGeom prst="rect">
            <a:avLst/>
          </a:prstGeom>
          <a:solidFill>
            <a:srgbClr val="3C5F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633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41">
            <a:extLst>
              <a:ext uri="{FF2B5EF4-FFF2-40B4-BE49-F238E27FC236}">
                <a16:creationId xmlns:a16="http://schemas.microsoft.com/office/drawing/2014/main" id="{83AAAB65-FE79-0919-4D00-C12B6E921AB0}"/>
              </a:ext>
            </a:extLst>
          </p:cNvPr>
          <p:cNvSpPr>
            <a:spLocks/>
          </p:cNvSpPr>
          <p:nvPr/>
        </p:nvSpPr>
        <p:spPr>
          <a:xfrm>
            <a:off x="5032126" y="3980793"/>
            <a:ext cx="4248000" cy="2340000"/>
          </a:xfrm>
          <a:prstGeom prst="rect">
            <a:avLst/>
          </a:prstGeom>
          <a:solidFill>
            <a:srgbClr val="6B97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633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44">
            <a:extLst>
              <a:ext uri="{FF2B5EF4-FFF2-40B4-BE49-F238E27FC236}">
                <a16:creationId xmlns:a16="http://schemas.microsoft.com/office/drawing/2014/main" id="{1A823211-2FF3-3DE7-E87C-6069CB4D2166}"/>
              </a:ext>
            </a:extLst>
          </p:cNvPr>
          <p:cNvSpPr>
            <a:spLocks/>
          </p:cNvSpPr>
          <p:nvPr/>
        </p:nvSpPr>
        <p:spPr>
          <a:xfrm>
            <a:off x="642007" y="3980793"/>
            <a:ext cx="4248000" cy="2340000"/>
          </a:xfrm>
          <a:prstGeom prst="rect">
            <a:avLst/>
          </a:prstGeom>
          <a:solidFill>
            <a:srgbClr val="6FC0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633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06EC13A0-3B3D-23ED-0C1A-220538841B46}"/>
              </a:ext>
            </a:extLst>
          </p:cNvPr>
          <p:cNvSpPr txBox="1"/>
          <p:nvPr/>
        </p:nvSpPr>
        <p:spPr>
          <a:xfrm>
            <a:off x="642744" y="793488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성공적인 프로젝트 수행을 위하여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패키지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 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방법론을 기반으로 분석부터 안정화까지 체계적으로 수행합니다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5C2C1142-A4E2-9B26-1341-3DB5DF2EE3F0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추진 전략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32FD74-7E3A-350D-D12B-022FD0F4301A}"/>
              </a:ext>
            </a:extLst>
          </p:cNvPr>
          <p:cNvSpPr txBox="1"/>
          <p:nvPr/>
        </p:nvSpPr>
        <p:spPr>
          <a:xfrm>
            <a:off x="5114167" y="1543475"/>
            <a:ext cx="4160007" cy="44153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en-US"/>
            </a:defPPr>
            <a:lvl1pPr algn="ctr">
              <a:defRPr sz="1600" b="1" spc="-9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defRPr>
            </a:lvl1pPr>
          </a:lstStyle>
          <a:p>
            <a:r>
              <a:rPr lang="en-US" altLang="ko-KR" dirty="0"/>
              <a:t>2. MicroICM-C</a:t>
            </a:r>
            <a:r>
              <a:rPr lang="ko-KR" altLang="en-US" dirty="0"/>
              <a:t> </a:t>
            </a:r>
            <a:r>
              <a:rPr lang="en-US" altLang="ko-KR" dirty="0"/>
              <a:t>Package </a:t>
            </a:r>
            <a:r>
              <a:rPr lang="ko-KR" altLang="en-US" dirty="0"/>
              <a:t>적용</a:t>
            </a: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375A73-E318-2A4F-8060-6D320484D199}"/>
              </a:ext>
            </a:extLst>
          </p:cNvPr>
          <p:cNvSpPr txBox="1"/>
          <p:nvPr/>
        </p:nvSpPr>
        <p:spPr>
          <a:xfrm>
            <a:off x="5114167" y="4016691"/>
            <a:ext cx="4242049" cy="4150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US" altLang="ko-KR" sz="16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       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Interface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커스터마이징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152D04-A083-034A-8D12-BF790E036194}"/>
              </a:ext>
            </a:extLst>
          </p:cNvPr>
          <p:cNvSpPr txBox="1">
            <a:spLocks/>
          </p:cNvSpPr>
          <p:nvPr/>
        </p:nvSpPr>
        <p:spPr>
          <a:xfrm>
            <a:off x="858420" y="1913928"/>
            <a:ext cx="3960000" cy="1728000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>
            <a:defPPr>
              <a:defRPr lang="en-US"/>
            </a:defPPr>
            <a:lvl1pPr marL="108000" indent="-108000" ea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en-US" altLang="ko-KR" dirty="0">
              <a:solidFill>
                <a:srgbClr val="000000"/>
              </a:solidFill>
            </a:endParaRPr>
          </a:p>
          <a:p>
            <a:r>
              <a:rPr lang="ko-KR" altLang="en-US" dirty="0">
                <a:solidFill>
                  <a:srgbClr val="000000"/>
                </a:solidFill>
              </a:rPr>
              <a:t>컨설팅 산출물 분석 </a:t>
            </a:r>
            <a:r>
              <a:rPr lang="en-US" altLang="ko-KR" dirty="0">
                <a:solidFill>
                  <a:srgbClr val="000000"/>
                </a:solidFill>
              </a:rPr>
              <a:t>(Scoping, RCM, </a:t>
            </a:r>
            <a:r>
              <a:rPr lang="ko-KR" altLang="en-US" dirty="0">
                <a:solidFill>
                  <a:srgbClr val="000000"/>
                </a:solidFill>
              </a:rPr>
              <a:t>법인별 산출물 등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</a:p>
          <a:p>
            <a:r>
              <a:rPr lang="ko-KR" altLang="en-US" dirty="0">
                <a:solidFill>
                  <a:srgbClr val="000000"/>
                </a:solidFill>
              </a:rPr>
              <a:t>내부회계관리 </a:t>
            </a:r>
            <a:r>
              <a:rPr lang="en-US" altLang="ko-KR" dirty="0">
                <a:solidFill>
                  <a:srgbClr val="000000"/>
                </a:solidFill>
              </a:rPr>
              <a:t>As-Is </a:t>
            </a:r>
            <a:r>
              <a:rPr lang="ko-KR" altLang="en-US" dirty="0">
                <a:solidFill>
                  <a:srgbClr val="000000"/>
                </a:solidFill>
              </a:rPr>
              <a:t> 운영 분석</a:t>
            </a:r>
          </a:p>
          <a:p>
            <a:r>
              <a:rPr lang="ko-KR" altLang="en-US" dirty="0">
                <a:solidFill>
                  <a:srgbClr val="000000"/>
                </a:solidFill>
              </a:rPr>
              <a:t>내부회계관리팀 </a:t>
            </a:r>
            <a:r>
              <a:rPr lang="en-US" altLang="ko-KR" dirty="0">
                <a:solidFill>
                  <a:srgbClr val="000000"/>
                </a:solidFill>
              </a:rPr>
              <a:t>To-Be </a:t>
            </a:r>
            <a:r>
              <a:rPr lang="ko-KR" altLang="en-US" dirty="0">
                <a:solidFill>
                  <a:srgbClr val="000000"/>
                </a:solidFill>
              </a:rPr>
              <a:t>운영 방안 분석</a:t>
            </a:r>
            <a:endParaRPr lang="en-US" altLang="ko-KR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rgbClr val="000000"/>
                </a:solidFill>
              </a:rPr>
              <a:t>  (</a:t>
            </a:r>
            <a:r>
              <a:rPr lang="ko-KR" altLang="en-US" dirty="0">
                <a:solidFill>
                  <a:srgbClr val="000000"/>
                </a:solidFill>
              </a:rPr>
              <a:t>종속법인 운영방안 포함</a:t>
            </a:r>
            <a:r>
              <a:rPr lang="en-US" altLang="ko-KR" dirty="0">
                <a:solidFill>
                  <a:srgbClr val="000000"/>
                </a:solidFill>
              </a:rPr>
              <a:t>)</a:t>
            </a:r>
          </a:p>
          <a:p>
            <a:r>
              <a:rPr lang="ko-KR" altLang="en-US" dirty="0">
                <a:solidFill>
                  <a:srgbClr val="000000"/>
                </a:solidFill>
              </a:rPr>
              <a:t>유사업종 및 타사 </a:t>
            </a:r>
            <a:r>
              <a:rPr lang="en-US" altLang="ko-KR" dirty="0">
                <a:solidFill>
                  <a:srgbClr val="000000"/>
                </a:solidFill>
              </a:rPr>
              <a:t>Best Practice </a:t>
            </a:r>
            <a:r>
              <a:rPr lang="ko-KR" altLang="en-US" dirty="0">
                <a:solidFill>
                  <a:srgbClr val="000000"/>
                </a:solidFill>
              </a:rPr>
              <a:t>적용</a:t>
            </a:r>
          </a:p>
        </p:txBody>
      </p:sp>
      <p:sp>
        <p:nvSpPr>
          <p:cNvPr id="19" name="직사각형 43">
            <a:extLst>
              <a:ext uri="{FF2B5EF4-FFF2-40B4-BE49-F238E27FC236}">
                <a16:creationId xmlns:a16="http://schemas.microsoft.com/office/drawing/2014/main" id="{2112E372-82CB-322D-FEFE-AF7AB4EEA4A7}"/>
              </a:ext>
            </a:extLst>
          </p:cNvPr>
          <p:cNvSpPr>
            <a:spLocks/>
          </p:cNvSpPr>
          <p:nvPr/>
        </p:nvSpPr>
        <p:spPr>
          <a:xfrm>
            <a:off x="718416" y="4430950"/>
            <a:ext cx="4095181" cy="1815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633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43">
            <a:extLst>
              <a:ext uri="{FF2B5EF4-FFF2-40B4-BE49-F238E27FC236}">
                <a16:creationId xmlns:a16="http://schemas.microsoft.com/office/drawing/2014/main" id="{BFD028EA-AB7F-DA28-E754-6888FC93922A}"/>
              </a:ext>
            </a:extLst>
          </p:cNvPr>
          <p:cNvSpPr>
            <a:spLocks/>
          </p:cNvSpPr>
          <p:nvPr/>
        </p:nvSpPr>
        <p:spPr>
          <a:xfrm>
            <a:off x="5114168" y="2001894"/>
            <a:ext cx="4095181" cy="1815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633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42CE00-18C4-CC90-05B3-EE70CB46EFC4}"/>
              </a:ext>
            </a:extLst>
          </p:cNvPr>
          <p:cNvSpPr txBox="1"/>
          <p:nvPr/>
        </p:nvSpPr>
        <p:spPr>
          <a:xfrm>
            <a:off x="642743" y="3991031"/>
            <a:ext cx="4247265" cy="44071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US" altLang="ko-KR" sz="16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  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안정화 및 운영지원    ㅇ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75B7F9-5E3E-E2FD-2180-1C715BAFC67A}"/>
              </a:ext>
            </a:extLst>
          </p:cNvPr>
          <p:cNvSpPr txBox="1">
            <a:spLocks/>
          </p:cNvSpPr>
          <p:nvPr/>
        </p:nvSpPr>
        <p:spPr>
          <a:xfrm>
            <a:off x="858420" y="4440036"/>
            <a:ext cx="3960000" cy="1728000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>
            <a:defPPr>
              <a:defRPr lang="en-US"/>
            </a:defPPr>
            <a:lvl1pPr marL="108000" indent="-108000" ea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 sz="11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en-US" altLang="ko-KR" b="0" dirty="0">
              <a:solidFill>
                <a:srgbClr val="000000"/>
              </a:solidFill>
              <a:sym typeface="Wingdings 2" pitchFamily="18" charset="2"/>
            </a:endParaRPr>
          </a:p>
          <a:p>
            <a:r>
              <a:rPr lang="ko-KR" altLang="en-US" b="0" dirty="0">
                <a:solidFill>
                  <a:srgbClr val="000000"/>
                </a:solidFill>
                <a:sym typeface="Wingdings 2" pitchFamily="18" charset="2"/>
              </a:rPr>
              <a:t>단위</a:t>
            </a:r>
            <a:r>
              <a:rPr lang="en-US" altLang="ko-KR" b="0" dirty="0">
                <a:solidFill>
                  <a:srgbClr val="000000"/>
                </a:solidFill>
                <a:sym typeface="Wingdings 2" pitchFamily="18" charset="2"/>
              </a:rPr>
              <a:t>/</a:t>
            </a:r>
            <a:r>
              <a:rPr lang="ko-KR" altLang="en-US" b="0" dirty="0">
                <a:solidFill>
                  <a:srgbClr val="000000"/>
                </a:solidFill>
                <a:sym typeface="Wingdings 2" pitchFamily="18" charset="2"/>
              </a:rPr>
              <a:t>통합 테스트 및 수정 보완</a:t>
            </a:r>
          </a:p>
          <a:p>
            <a:r>
              <a:rPr lang="ko-KR" altLang="en-US" b="0" dirty="0">
                <a:solidFill>
                  <a:srgbClr val="000000"/>
                </a:solidFill>
                <a:sym typeface="Wingdings 2" pitchFamily="18" charset="2"/>
              </a:rPr>
              <a:t>본사 관리자 및</a:t>
            </a:r>
            <a:r>
              <a:rPr lang="en-US" altLang="ko-KR" b="0" dirty="0">
                <a:solidFill>
                  <a:srgbClr val="000000"/>
                </a:solidFill>
                <a:sym typeface="Wingdings 2" pitchFamily="18" charset="2"/>
              </a:rPr>
              <a:t> </a:t>
            </a:r>
            <a:r>
              <a:rPr lang="ko-KR" altLang="en-US" b="0" dirty="0">
                <a:solidFill>
                  <a:srgbClr val="000000"/>
                </a:solidFill>
                <a:sym typeface="Wingdings 2" pitchFamily="18" charset="2"/>
              </a:rPr>
              <a:t>사용자 교육</a:t>
            </a:r>
            <a:endParaRPr lang="en-US" altLang="ko-KR" b="0" dirty="0">
              <a:solidFill>
                <a:srgbClr val="000000"/>
              </a:solidFill>
              <a:sym typeface="Wingdings 2" pitchFamily="18" charset="2"/>
            </a:endParaRPr>
          </a:p>
          <a:p>
            <a:r>
              <a:rPr lang="ko-KR" altLang="en-US" b="0" dirty="0">
                <a:solidFill>
                  <a:srgbClr val="000000"/>
                </a:solidFill>
                <a:sym typeface="Wingdings 2" pitchFamily="18" charset="2"/>
              </a:rPr>
              <a:t>시스템 운영 지원 </a:t>
            </a:r>
            <a:r>
              <a:rPr lang="en-US" altLang="ko-KR" b="0" dirty="0">
                <a:solidFill>
                  <a:srgbClr val="000000"/>
                </a:solidFill>
                <a:sym typeface="Wingdings 2" pitchFamily="18" charset="2"/>
              </a:rPr>
              <a:t>(</a:t>
            </a:r>
            <a:r>
              <a:rPr lang="ko-KR" altLang="en-US" b="0" dirty="0">
                <a:solidFill>
                  <a:srgbClr val="000000"/>
                </a:solidFill>
                <a:sym typeface="Wingdings 2" pitchFamily="18" charset="2"/>
              </a:rPr>
              <a:t>전담 인원 배정</a:t>
            </a:r>
            <a:r>
              <a:rPr lang="en-US" altLang="ko-KR" b="0" dirty="0">
                <a:solidFill>
                  <a:srgbClr val="000000"/>
                </a:solidFill>
                <a:sym typeface="Wingdings 2" pitchFamily="18" charset="2"/>
              </a:rPr>
              <a:t>)</a:t>
            </a:r>
          </a:p>
          <a:p>
            <a:r>
              <a:rPr lang="ko-KR" altLang="en-US" b="0" dirty="0">
                <a:solidFill>
                  <a:srgbClr val="000000"/>
                </a:solidFill>
                <a:sym typeface="Wingdings 2" pitchFamily="18" charset="2"/>
              </a:rPr>
              <a:t>구축 완료 후 감사기간</a:t>
            </a:r>
            <a:r>
              <a:rPr lang="en-US" altLang="ko-KR" b="0" dirty="0">
                <a:solidFill>
                  <a:srgbClr val="000000"/>
                </a:solidFill>
                <a:sym typeface="Wingdings 2" pitchFamily="18" charset="2"/>
              </a:rPr>
              <a:t>(7</a:t>
            </a:r>
            <a:r>
              <a:rPr lang="ko-KR" altLang="en-US" b="0" dirty="0">
                <a:solidFill>
                  <a:srgbClr val="000000"/>
                </a:solidFill>
                <a:sym typeface="Wingdings 2" pitchFamily="18" charset="2"/>
              </a:rPr>
              <a:t>월</a:t>
            </a:r>
            <a:r>
              <a:rPr lang="en-US" altLang="ko-KR" b="0" dirty="0">
                <a:solidFill>
                  <a:srgbClr val="000000"/>
                </a:solidFill>
                <a:sym typeface="Wingdings 2" pitchFamily="18" charset="2"/>
              </a:rPr>
              <a:t>~9</a:t>
            </a:r>
            <a:r>
              <a:rPr lang="ko-KR" altLang="en-US" b="0" dirty="0">
                <a:solidFill>
                  <a:srgbClr val="000000"/>
                </a:solidFill>
                <a:sym typeface="Wingdings 2" pitchFamily="18" charset="2"/>
              </a:rPr>
              <a:t>월</a:t>
            </a:r>
            <a:r>
              <a:rPr lang="en-US" altLang="ko-KR" b="0" dirty="0">
                <a:solidFill>
                  <a:srgbClr val="000000"/>
                </a:solidFill>
                <a:sym typeface="Wingdings 2" pitchFamily="18" charset="2"/>
              </a:rPr>
              <a:t>)</a:t>
            </a:r>
            <a:r>
              <a:rPr lang="ko-KR" altLang="en-US" b="0" dirty="0">
                <a:solidFill>
                  <a:srgbClr val="000000"/>
                </a:solidFill>
                <a:sym typeface="Wingdings 2" pitchFamily="18" charset="2"/>
              </a:rPr>
              <a:t>에 시스템 업무 지원</a:t>
            </a:r>
            <a:endParaRPr lang="en-US" altLang="ko-KR" b="0" dirty="0">
              <a:solidFill>
                <a:srgbClr val="000000"/>
              </a:solidFill>
              <a:sym typeface="Wingdings 2" pitchFamily="18" charset="2"/>
            </a:endParaRPr>
          </a:p>
        </p:txBody>
      </p:sp>
      <p:sp>
        <p:nvSpPr>
          <p:cNvPr id="26" name="직사각형 43">
            <a:extLst>
              <a:ext uri="{FF2B5EF4-FFF2-40B4-BE49-F238E27FC236}">
                <a16:creationId xmlns:a16="http://schemas.microsoft.com/office/drawing/2014/main" id="{6F75BD8C-391A-4E1D-BAA4-A0980CC32861}"/>
              </a:ext>
            </a:extLst>
          </p:cNvPr>
          <p:cNvSpPr>
            <a:spLocks/>
          </p:cNvSpPr>
          <p:nvPr/>
        </p:nvSpPr>
        <p:spPr>
          <a:xfrm>
            <a:off x="5114168" y="4440037"/>
            <a:ext cx="4095181" cy="1815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633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0A53ED-EBD7-20B2-E338-AC784B9267ED}"/>
              </a:ext>
            </a:extLst>
          </p:cNvPr>
          <p:cNvSpPr txBox="1">
            <a:spLocks/>
          </p:cNvSpPr>
          <p:nvPr/>
        </p:nvSpPr>
        <p:spPr>
          <a:xfrm>
            <a:off x="5348443" y="4440037"/>
            <a:ext cx="3960000" cy="1728000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>
            <a:defPPr>
              <a:defRPr lang="en-US"/>
            </a:defPPr>
            <a:lvl1pPr marL="108000" indent="-108000" ea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 sz="11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en-US" altLang="ko-KR" b="0" dirty="0">
              <a:solidFill>
                <a:srgbClr val="000000"/>
              </a:solidFill>
              <a:sym typeface="Wingdings 2" pitchFamily="18" charset="2"/>
            </a:endParaRPr>
          </a:p>
          <a:p>
            <a:r>
              <a:rPr lang="ko-KR" altLang="en-US" b="0" dirty="0">
                <a:solidFill>
                  <a:srgbClr val="000000"/>
                </a:solidFill>
                <a:sym typeface="Wingdings 2" pitchFamily="18" charset="2"/>
              </a:rPr>
              <a:t>인사정보 연동</a:t>
            </a:r>
            <a:endParaRPr lang="en-US" altLang="ko-KR" b="0" dirty="0">
              <a:solidFill>
                <a:srgbClr val="000000"/>
              </a:solidFill>
              <a:sym typeface="Wingdings 2" pitchFamily="18" charset="2"/>
            </a:endParaRPr>
          </a:p>
          <a:p>
            <a:r>
              <a:rPr lang="en-US" altLang="ko-KR" b="0" dirty="0">
                <a:solidFill>
                  <a:srgbClr val="000000"/>
                </a:solidFill>
                <a:sym typeface="Wingdings 2" pitchFamily="18" charset="2"/>
              </a:rPr>
              <a:t>GSSO </a:t>
            </a:r>
            <a:r>
              <a:rPr lang="ko-KR" altLang="en-US" b="0" dirty="0">
                <a:solidFill>
                  <a:srgbClr val="000000"/>
                </a:solidFill>
                <a:sym typeface="Wingdings 2" pitchFamily="18" charset="2"/>
              </a:rPr>
              <a:t>연동</a:t>
            </a:r>
            <a:r>
              <a:rPr lang="en-US" altLang="ko-KR" b="0" dirty="0">
                <a:solidFill>
                  <a:srgbClr val="000000"/>
                </a:solidFill>
                <a:sym typeface="Wingdings 2" pitchFamily="18" charset="2"/>
              </a:rPr>
              <a:t>(IAM/SSO)</a:t>
            </a:r>
          </a:p>
          <a:p>
            <a:r>
              <a:rPr lang="ko-KR" altLang="en-US" b="0" dirty="0">
                <a:solidFill>
                  <a:srgbClr val="000000"/>
                </a:solidFill>
                <a:sym typeface="Wingdings 2" pitchFamily="18" charset="2"/>
              </a:rPr>
              <a:t>메일 연동</a:t>
            </a:r>
            <a:r>
              <a:rPr lang="en-US" altLang="ko-KR" b="0" dirty="0">
                <a:solidFill>
                  <a:srgbClr val="000000"/>
                </a:solidFill>
                <a:sym typeface="Wingdings 2" pitchFamily="18" charset="2"/>
              </a:rPr>
              <a:t>(SMTP)</a:t>
            </a:r>
          </a:p>
          <a:p>
            <a:r>
              <a:rPr lang="en-US" altLang="ko-KR" b="0" dirty="0">
                <a:solidFill>
                  <a:srgbClr val="000000"/>
                </a:solidFill>
                <a:sym typeface="Wingdings 2" pitchFamily="18" charset="2"/>
              </a:rPr>
              <a:t>AIP</a:t>
            </a:r>
            <a:r>
              <a:rPr lang="ko-KR" altLang="en-US" b="0" dirty="0">
                <a:solidFill>
                  <a:srgbClr val="000000"/>
                </a:solidFill>
                <a:sym typeface="Wingdings 2" pitchFamily="18" charset="2"/>
              </a:rPr>
              <a:t>연동</a:t>
            </a:r>
            <a:r>
              <a:rPr lang="en-US" altLang="ko-KR" b="0" dirty="0">
                <a:solidFill>
                  <a:srgbClr val="000000"/>
                </a:solidFill>
                <a:sym typeface="Wingdings 2" pitchFamily="18" charset="2"/>
              </a:rPr>
              <a:t>(</a:t>
            </a:r>
            <a:r>
              <a:rPr lang="ko-KR" altLang="en-US" b="0" dirty="0">
                <a:solidFill>
                  <a:srgbClr val="000000"/>
                </a:solidFill>
                <a:sym typeface="Wingdings 2" pitchFamily="18" charset="2"/>
              </a:rPr>
              <a:t>문서</a:t>
            </a:r>
            <a:r>
              <a:rPr lang="en-US" altLang="ko-KR" b="0" dirty="0">
                <a:solidFill>
                  <a:srgbClr val="000000"/>
                </a:solidFill>
                <a:sym typeface="Wingdings 2" pitchFamily="18" charset="2"/>
              </a:rPr>
              <a:t> </a:t>
            </a:r>
            <a:r>
              <a:rPr lang="ko-KR" altLang="en-US" b="0" dirty="0" err="1">
                <a:solidFill>
                  <a:srgbClr val="000000"/>
                </a:solidFill>
                <a:sym typeface="Wingdings 2" pitchFamily="18" charset="2"/>
              </a:rPr>
              <a:t>암복호화</a:t>
            </a:r>
            <a:r>
              <a:rPr lang="en-US" altLang="ko-KR" b="0" dirty="0">
                <a:solidFill>
                  <a:srgbClr val="000000"/>
                </a:solidFill>
                <a:sym typeface="Wingdings 2" pitchFamily="18" charset="2"/>
              </a:rPr>
              <a:t>)</a:t>
            </a:r>
          </a:p>
          <a:p>
            <a:r>
              <a:rPr lang="ko-KR" altLang="en-US" b="0" dirty="0">
                <a:solidFill>
                  <a:srgbClr val="000000"/>
                </a:solidFill>
                <a:sym typeface="Wingdings 2" pitchFamily="18" charset="2"/>
              </a:rPr>
              <a:t>제안요청서 요구사항에 대한 커스터마이징</a:t>
            </a:r>
            <a:endParaRPr lang="en-US" altLang="ko-KR" b="0" dirty="0">
              <a:solidFill>
                <a:srgbClr val="000000"/>
              </a:solidFill>
              <a:sym typeface="Wingdings 2" pitchFamily="18" charset="2"/>
            </a:endParaRPr>
          </a:p>
          <a:p>
            <a:endParaRPr lang="en-US" altLang="ko-KR" b="0" dirty="0">
              <a:solidFill>
                <a:srgbClr val="000000"/>
              </a:solidFill>
              <a:sym typeface="Wingdings 2" pitchFamily="18" charset="2"/>
            </a:endParaRPr>
          </a:p>
        </p:txBody>
      </p:sp>
      <p:sp>
        <p:nvSpPr>
          <p:cNvPr id="28" name="타원 24">
            <a:extLst>
              <a:ext uri="{FF2B5EF4-FFF2-40B4-BE49-F238E27FC236}">
                <a16:creationId xmlns:a16="http://schemas.microsoft.com/office/drawing/2014/main" id="{996B24C1-0415-BE8E-128C-CEC26675AF8E}"/>
              </a:ext>
            </a:extLst>
          </p:cNvPr>
          <p:cNvSpPr/>
          <p:nvPr/>
        </p:nvSpPr>
        <p:spPr bwMode="auto">
          <a:xfrm>
            <a:off x="3955822" y="2943266"/>
            <a:ext cx="1997141" cy="199800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60488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9" name="그룹 51">
            <a:extLst>
              <a:ext uri="{FF2B5EF4-FFF2-40B4-BE49-F238E27FC236}">
                <a16:creationId xmlns:a16="http://schemas.microsoft.com/office/drawing/2014/main" id="{6BC0389A-EB61-AD7B-C59E-6605FDE96E86}"/>
              </a:ext>
            </a:extLst>
          </p:cNvPr>
          <p:cNvGrpSpPr/>
          <p:nvPr/>
        </p:nvGrpSpPr>
        <p:grpSpPr>
          <a:xfrm>
            <a:off x="4054392" y="3042266"/>
            <a:ext cx="1800000" cy="1800000"/>
            <a:chOff x="1704123" y="3100182"/>
            <a:chExt cx="1487604" cy="1487604"/>
          </a:xfrm>
        </p:grpSpPr>
        <p:sp>
          <p:nvSpPr>
            <p:cNvPr id="30" name="타원 52">
              <a:extLst>
                <a:ext uri="{FF2B5EF4-FFF2-40B4-BE49-F238E27FC236}">
                  <a16:creationId xmlns:a16="http://schemas.microsoft.com/office/drawing/2014/main" id="{53FEC6DF-855A-B77F-5696-E92D7503E567}"/>
                </a:ext>
              </a:extLst>
            </p:cNvPr>
            <p:cNvSpPr/>
            <p:nvPr/>
          </p:nvSpPr>
          <p:spPr>
            <a:xfrm>
              <a:off x="1704123" y="3100182"/>
              <a:ext cx="1487604" cy="1487604"/>
            </a:xfrm>
            <a:prstGeom prst="ellipse">
              <a:avLst/>
            </a:prstGeom>
            <a:gradFill>
              <a:gsLst>
                <a:gs pos="0">
                  <a:srgbClr val="0055E9"/>
                </a:gs>
                <a:gs pos="100000">
                  <a:srgbClr val="0032A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타원 53">
              <a:extLst>
                <a:ext uri="{FF2B5EF4-FFF2-40B4-BE49-F238E27FC236}">
                  <a16:creationId xmlns:a16="http://schemas.microsoft.com/office/drawing/2014/main" id="{9687C3B7-AAB3-ED0C-6B47-8D5B2D68FDD0}"/>
                </a:ext>
              </a:extLst>
            </p:cNvPr>
            <p:cNvSpPr/>
            <p:nvPr/>
          </p:nvSpPr>
          <p:spPr>
            <a:xfrm>
              <a:off x="1802383" y="3206314"/>
              <a:ext cx="1297555" cy="129755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Title 3">
              <a:extLst>
                <a:ext uri="{FF2B5EF4-FFF2-40B4-BE49-F238E27FC236}">
                  <a16:creationId xmlns:a16="http://schemas.microsoft.com/office/drawing/2014/main" id="{A3AAC8FB-AC5A-4232-2B7F-4B6C48904AF3}"/>
                </a:ext>
              </a:extLst>
            </p:cNvPr>
            <p:cNvSpPr txBox="1">
              <a:spLocks/>
            </p:cNvSpPr>
            <p:nvPr/>
          </p:nvSpPr>
          <p:spPr>
            <a:xfrm>
              <a:off x="1758384" y="3530505"/>
              <a:ext cx="1368427" cy="614585"/>
            </a:xfrm>
            <a:prstGeom prst="rect">
              <a:avLst/>
            </a:prstGeom>
          </p:spPr>
          <p:txBody>
            <a:bodyPr vert="horz" wrap="square" lIns="36000" tIns="36000" rIns="36000" bIns="36000" rtlCol="0" anchor="ctr">
              <a:noAutofit/>
            </a:bodyPr>
            <a:lstStyle>
              <a:lvl1pPr algn="l" defTabSz="914377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ko-KR" altLang="en-US" sz="1800" b="1" spc="-9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  <a:cs typeface="Pretendard"/>
                </a:rPr>
                <a:t>현대위아</a:t>
              </a:r>
              <a:endParaRPr lang="en-US" altLang="ko-KR" sz="18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endParaRPr>
            </a:p>
            <a:p>
              <a:pPr algn="ctr">
                <a:lnSpc>
                  <a:spcPct val="100000"/>
                </a:lnSpc>
              </a:pPr>
              <a:r>
                <a:rPr lang="ko-KR" altLang="en-US" sz="1800" b="1" spc="-9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33A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"/>
                </a:rPr>
                <a:t>연결내부회계</a:t>
              </a:r>
              <a:endParaRPr lang="en-US" altLang="ko-KR" sz="18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3A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endParaRPr>
            </a:p>
            <a:p>
              <a:pPr algn="ctr">
                <a:lnSpc>
                  <a:spcPct val="100000"/>
                </a:lnSpc>
              </a:pPr>
              <a:r>
                <a:rPr lang="ko-KR" altLang="en-US" sz="1800" b="1" spc="-9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33A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"/>
                </a:rPr>
                <a:t>관리시스템</a:t>
              </a:r>
              <a:endParaRPr lang="en-US" altLang="ko-KR" sz="18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3A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1EDC84C-5594-44A9-5645-01E8BAEC714F}"/>
              </a:ext>
            </a:extLst>
          </p:cNvPr>
          <p:cNvSpPr txBox="1"/>
          <p:nvPr/>
        </p:nvSpPr>
        <p:spPr>
          <a:xfrm>
            <a:off x="6092890" y="3499734"/>
            <a:ext cx="3060441" cy="325817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>
            <a:defPPr>
              <a:defRPr lang="en-US"/>
            </a:defPPr>
            <a:lvl1pPr marL="108000" indent="-108000" ea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 sz="11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indent="0" algn="r">
              <a:buNone/>
            </a:pPr>
            <a:r>
              <a:rPr lang="en-US" altLang="ko-KR" b="0" dirty="0"/>
              <a:t>(*) MicroICM-C:</a:t>
            </a:r>
            <a:r>
              <a:rPr lang="ko-KR" altLang="en-US" b="0" dirty="0"/>
              <a:t> 연결 내부회계관리 시스템</a:t>
            </a:r>
            <a:endParaRPr lang="en-US" altLang="ko-KR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9D07D3-1205-7213-896B-272D7BDB58DE}"/>
              </a:ext>
            </a:extLst>
          </p:cNvPr>
          <p:cNvSpPr txBox="1">
            <a:spLocks/>
          </p:cNvSpPr>
          <p:nvPr/>
        </p:nvSpPr>
        <p:spPr>
          <a:xfrm>
            <a:off x="5348443" y="1913929"/>
            <a:ext cx="3780557" cy="1728000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>
            <a:defPPr>
              <a:defRPr lang="en-US"/>
            </a:defPPr>
            <a:lvl1pPr marL="108000" indent="-108000" ea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 sz="11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en-US" altLang="ko-KR" b="0" dirty="0">
              <a:solidFill>
                <a:srgbClr val="000000"/>
              </a:solidFill>
            </a:endParaRPr>
          </a:p>
          <a:p>
            <a:r>
              <a:rPr lang="ko-KR" altLang="en-US" b="0" dirty="0">
                <a:solidFill>
                  <a:srgbClr val="000000"/>
                </a:solidFill>
              </a:rPr>
              <a:t>연결 내부회계관리 시스템 </a:t>
            </a:r>
            <a:r>
              <a:rPr lang="en-US" altLang="ko-KR" b="0" dirty="0">
                <a:solidFill>
                  <a:srgbClr val="000000"/>
                </a:solidFill>
              </a:rPr>
              <a:t>MicroICM-C </a:t>
            </a:r>
            <a:r>
              <a:rPr lang="ko-KR" altLang="en-US" b="0" dirty="0">
                <a:solidFill>
                  <a:srgbClr val="000000"/>
                </a:solidFill>
              </a:rPr>
              <a:t>적용</a:t>
            </a:r>
          </a:p>
          <a:p>
            <a:r>
              <a:rPr lang="ko-KR" altLang="en-US" b="0" dirty="0">
                <a:solidFill>
                  <a:srgbClr val="000000"/>
                </a:solidFill>
              </a:rPr>
              <a:t>연결 내부회계관리 그룹 체계 구축</a:t>
            </a:r>
            <a:r>
              <a:rPr lang="en-US" altLang="ko-KR" b="0" dirty="0">
                <a:solidFill>
                  <a:srgbClr val="000000"/>
                </a:solidFill>
              </a:rPr>
              <a:t>(</a:t>
            </a:r>
            <a:r>
              <a:rPr lang="ko-KR" altLang="en-US" b="0" dirty="0">
                <a:solidFill>
                  <a:srgbClr val="000000"/>
                </a:solidFill>
              </a:rPr>
              <a:t>본사</a:t>
            </a:r>
            <a:r>
              <a:rPr lang="en-US" altLang="ko-KR" b="0" dirty="0">
                <a:solidFill>
                  <a:srgbClr val="000000"/>
                </a:solidFill>
              </a:rPr>
              <a:t>+5</a:t>
            </a:r>
            <a:r>
              <a:rPr lang="ko-KR" altLang="en-US" b="0" dirty="0">
                <a:solidFill>
                  <a:srgbClr val="000000"/>
                </a:solidFill>
              </a:rPr>
              <a:t>개 해외법인</a:t>
            </a:r>
            <a:r>
              <a:rPr lang="en-US" altLang="ko-KR" b="0" dirty="0">
                <a:solidFill>
                  <a:srgbClr val="000000"/>
                </a:solidFill>
              </a:rPr>
              <a:t>)</a:t>
            </a:r>
          </a:p>
          <a:p>
            <a:r>
              <a:rPr lang="ko-KR" altLang="en-US" b="0" dirty="0">
                <a:solidFill>
                  <a:srgbClr val="000000"/>
                </a:solidFill>
              </a:rPr>
              <a:t>시스템 </a:t>
            </a:r>
            <a:r>
              <a:rPr lang="en-US" altLang="ko-KR" b="0" dirty="0">
                <a:solidFill>
                  <a:srgbClr val="000000"/>
                </a:solidFill>
              </a:rPr>
              <a:t>Review </a:t>
            </a:r>
            <a:r>
              <a:rPr lang="ko-KR" altLang="en-US" b="0" dirty="0">
                <a:solidFill>
                  <a:srgbClr val="000000"/>
                </a:solidFill>
              </a:rPr>
              <a:t>및 교육</a:t>
            </a:r>
            <a:endParaRPr lang="en-US" altLang="ko-KR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775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3">
            <a:extLst>
              <a:ext uri="{FF2B5EF4-FFF2-40B4-BE49-F238E27FC236}">
                <a16:creationId xmlns:a16="http://schemas.microsoft.com/office/drawing/2014/main" id="{E1CDAEB2-1E45-7B07-946C-CE1D2A9376E9}"/>
              </a:ext>
            </a:extLst>
          </p:cNvPr>
          <p:cNvSpPr>
            <a:spLocks/>
          </p:cNvSpPr>
          <p:nvPr/>
        </p:nvSpPr>
        <p:spPr>
          <a:xfrm>
            <a:off x="642007" y="1547639"/>
            <a:ext cx="4248000" cy="23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A4DB39-4688-60D0-467E-CB12CC76831F}"/>
              </a:ext>
            </a:extLst>
          </p:cNvPr>
          <p:cNvSpPr txBox="1"/>
          <p:nvPr/>
        </p:nvSpPr>
        <p:spPr>
          <a:xfrm>
            <a:off x="642744" y="1530605"/>
            <a:ext cx="4247263" cy="43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 eaLnBrk="0" hangingPunct="0">
              <a:lnSpc>
                <a:spcPct val="150000"/>
              </a:lnSpc>
            </a:pP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GRC Package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전문 기업 </a:t>
            </a:r>
          </a:p>
        </p:txBody>
      </p:sp>
      <p:sp>
        <p:nvSpPr>
          <p:cNvPr id="6" name="직사각형 43">
            <a:extLst>
              <a:ext uri="{FF2B5EF4-FFF2-40B4-BE49-F238E27FC236}">
                <a16:creationId xmlns:a16="http://schemas.microsoft.com/office/drawing/2014/main" id="{A050A895-F8F0-5AB0-83AA-F1731426ED25}"/>
              </a:ext>
            </a:extLst>
          </p:cNvPr>
          <p:cNvSpPr>
            <a:spLocks/>
          </p:cNvSpPr>
          <p:nvPr/>
        </p:nvSpPr>
        <p:spPr>
          <a:xfrm>
            <a:off x="724468" y="2001894"/>
            <a:ext cx="4095181" cy="1815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633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40">
            <a:extLst>
              <a:ext uri="{FF2B5EF4-FFF2-40B4-BE49-F238E27FC236}">
                <a16:creationId xmlns:a16="http://schemas.microsoft.com/office/drawing/2014/main" id="{E7A86FFA-2165-436D-FF87-EA26E8A92DDB}"/>
              </a:ext>
            </a:extLst>
          </p:cNvPr>
          <p:cNvSpPr>
            <a:spLocks/>
          </p:cNvSpPr>
          <p:nvPr/>
        </p:nvSpPr>
        <p:spPr>
          <a:xfrm>
            <a:off x="5032126" y="1547639"/>
            <a:ext cx="4248000" cy="2340000"/>
          </a:xfrm>
          <a:prstGeom prst="rect">
            <a:avLst/>
          </a:prstGeom>
          <a:solidFill>
            <a:srgbClr val="3C5F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633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41">
            <a:extLst>
              <a:ext uri="{FF2B5EF4-FFF2-40B4-BE49-F238E27FC236}">
                <a16:creationId xmlns:a16="http://schemas.microsoft.com/office/drawing/2014/main" id="{5E5CA6C1-A0BC-F8FF-B74D-27C2C59EEB16}"/>
              </a:ext>
            </a:extLst>
          </p:cNvPr>
          <p:cNvSpPr>
            <a:spLocks/>
          </p:cNvSpPr>
          <p:nvPr/>
        </p:nvSpPr>
        <p:spPr>
          <a:xfrm>
            <a:off x="5032126" y="3980793"/>
            <a:ext cx="4248000" cy="2340000"/>
          </a:xfrm>
          <a:prstGeom prst="rect">
            <a:avLst/>
          </a:prstGeom>
          <a:solidFill>
            <a:srgbClr val="6B97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633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44">
            <a:extLst>
              <a:ext uri="{FF2B5EF4-FFF2-40B4-BE49-F238E27FC236}">
                <a16:creationId xmlns:a16="http://schemas.microsoft.com/office/drawing/2014/main" id="{4862FC82-F4BB-D5B2-FE33-A98A4F12E0DB}"/>
              </a:ext>
            </a:extLst>
          </p:cNvPr>
          <p:cNvSpPr>
            <a:spLocks/>
          </p:cNvSpPr>
          <p:nvPr/>
        </p:nvSpPr>
        <p:spPr>
          <a:xfrm>
            <a:off x="642007" y="3980793"/>
            <a:ext cx="4248000" cy="2340000"/>
          </a:xfrm>
          <a:prstGeom prst="rect">
            <a:avLst/>
          </a:prstGeom>
          <a:solidFill>
            <a:srgbClr val="6FC0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633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E3F5163F-5394-F2A2-6721-AA56C18C7A69}"/>
              </a:ext>
            </a:extLst>
          </p:cNvPr>
          <p:cNvSpPr txBox="1"/>
          <p:nvPr/>
        </p:nvSpPr>
        <p:spPr>
          <a:xfrm>
            <a:off x="642744" y="793488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en-US" altLang="ko-KR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20</a:t>
            </a: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년간 내부회계 솔루션 전문 기업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내부회계 솔루션 시장 점유율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1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위 및 안정적인 서비스를 지원합니다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DC23CB0C-8DDF-E551-004C-F09650A94CE3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3.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제안사 특장점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47332B-C7ED-2750-B562-48905BB2AC3D}"/>
              </a:ext>
            </a:extLst>
          </p:cNvPr>
          <p:cNvSpPr txBox="1"/>
          <p:nvPr/>
        </p:nvSpPr>
        <p:spPr>
          <a:xfrm>
            <a:off x="5114167" y="1530605"/>
            <a:ext cx="4160007" cy="43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 eaLnBrk="0" hangingPunct="0">
              <a:lnSpc>
                <a:spcPct val="15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 시장 점유율 국내 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</a:t>
            </a:r>
            <a:endParaRPr lang="en-US" altLang="ko-KR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C78A1B-255E-24AF-8D72-854CE8485D2C}"/>
              </a:ext>
            </a:extLst>
          </p:cNvPr>
          <p:cNvSpPr txBox="1"/>
          <p:nvPr/>
        </p:nvSpPr>
        <p:spPr>
          <a:xfrm>
            <a:off x="5114167" y="3998436"/>
            <a:ext cx="4242049" cy="43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US" altLang="ko-KR" sz="16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        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완성도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0E0885-FF90-9444-C6F3-ECE0B2A3FE22}"/>
              </a:ext>
            </a:extLst>
          </p:cNvPr>
          <p:cNvSpPr txBox="1">
            <a:spLocks/>
          </p:cNvSpPr>
          <p:nvPr/>
        </p:nvSpPr>
        <p:spPr>
          <a:xfrm>
            <a:off x="920003" y="2063221"/>
            <a:ext cx="3780000" cy="1754495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>
            <a:defPPr>
              <a:defRPr lang="en-US"/>
            </a:defPPr>
            <a:lvl1pPr marL="108000" indent="-108000" ea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 sz="11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b="0" dirty="0"/>
              <a:t>Solution business only (22</a:t>
            </a:r>
            <a:r>
              <a:rPr lang="ko-KR" altLang="en-US" b="0" dirty="0"/>
              <a:t>년 전문 연구 개발 업력</a:t>
            </a:r>
            <a:r>
              <a:rPr lang="en-US" altLang="ko-KR" b="0" dirty="0"/>
              <a:t>)</a:t>
            </a:r>
          </a:p>
          <a:p>
            <a:r>
              <a:rPr lang="ko-KR" altLang="en-US" b="0" dirty="0"/>
              <a:t>솔루션 전문인력 </a:t>
            </a:r>
            <a:r>
              <a:rPr lang="en-US" altLang="ko-KR" b="0" dirty="0"/>
              <a:t>122</a:t>
            </a:r>
            <a:r>
              <a:rPr lang="ko-KR" altLang="en-US" b="0" dirty="0"/>
              <a:t>명 보유</a:t>
            </a:r>
            <a:r>
              <a:rPr lang="en-US" altLang="ko-KR" b="0" dirty="0"/>
              <a:t>(</a:t>
            </a:r>
            <a:r>
              <a:rPr lang="ko-KR" altLang="en-US" b="0" dirty="0"/>
              <a:t>내부통제 전문 인력 </a:t>
            </a:r>
            <a:r>
              <a:rPr lang="en-US" altLang="ko-KR" b="0" dirty="0"/>
              <a:t>43</a:t>
            </a:r>
            <a:r>
              <a:rPr lang="ko-KR" altLang="en-US" b="0" dirty="0"/>
              <a:t>명</a:t>
            </a:r>
            <a:r>
              <a:rPr lang="en-US" altLang="ko-KR" b="0" dirty="0"/>
              <a:t>)</a:t>
            </a:r>
          </a:p>
          <a:p>
            <a:r>
              <a:rPr lang="ko-KR" altLang="en-US" b="0" dirty="0"/>
              <a:t>내부회계 외 리스크모니터링</a:t>
            </a:r>
            <a:r>
              <a:rPr lang="en-US" altLang="ko-KR" b="0" dirty="0"/>
              <a:t>, </a:t>
            </a:r>
            <a:r>
              <a:rPr lang="ko-KR" altLang="en-US" b="0" dirty="0"/>
              <a:t>준법경영관리</a:t>
            </a:r>
            <a:r>
              <a:rPr lang="en-US" altLang="ko-KR" b="0" dirty="0"/>
              <a:t>, ERP </a:t>
            </a:r>
            <a:r>
              <a:rPr lang="ko-KR" altLang="en-US" b="0" dirty="0"/>
              <a:t>등 다수 솔루션 개발 구축 사업</a:t>
            </a:r>
          </a:p>
        </p:txBody>
      </p:sp>
      <p:sp>
        <p:nvSpPr>
          <p:cNvPr id="19" name="직사각형 43">
            <a:extLst>
              <a:ext uri="{FF2B5EF4-FFF2-40B4-BE49-F238E27FC236}">
                <a16:creationId xmlns:a16="http://schemas.microsoft.com/office/drawing/2014/main" id="{44FB15D4-3E47-445A-B5E2-6D136BB05944}"/>
              </a:ext>
            </a:extLst>
          </p:cNvPr>
          <p:cNvSpPr>
            <a:spLocks/>
          </p:cNvSpPr>
          <p:nvPr/>
        </p:nvSpPr>
        <p:spPr>
          <a:xfrm>
            <a:off x="718416" y="4430950"/>
            <a:ext cx="4095181" cy="1815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633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43">
            <a:extLst>
              <a:ext uri="{FF2B5EF4-FFF2-40B4-BE49-F238E27FC236}">
                <a16:creationId xmlns:a16="http://schemas.microsoft.com/office/drawing/2014/main" id="{91CBCA06-D877-2095-0B6E-D11F053DAE98}"/>
              </a:ext>
            </a:extLst>
          </p:cNvPr>
          <p:cNvSpPr>
            <a:spLocks/>
          </p:cNvSpPr>
          <p:nvPr/>
        </p:nvSpPr>
        <p:spPr>
          <a:xfrm>
            <a:off x="5114168" y="2001894"/>
            <a:ext cx="4095181" cy="1815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633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DECF5D-6931-5AFE-E915-12E9E87FA388}"/>
              </a:ext>
            </a:extLst>
          </p:cNvPr>
          <p:cNvSpPr txBox="1">
            <a:spLocks/>
          </p:cNvSpPr>
          <p:nvPr/>
        </p:nvSpPr>
        <p:spPr>
          <a:xfrm>
            <a:off x="920003" y="4413086"/>
            <a:ext cx="3780000" cy="1842774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>
            <a:defPPr>
              <a:defRPr lang="en-US"/>
            </a:defPPr>
            <a:lvl1pPr marL="108000" indent="-108000" ea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 sz="11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b="0" dirty="0">
                <a:sym typeface="Wingdings 2" pitchFamily="18" charset="2"/>
              </a:rPr>
              <a:t>안정적 운영을 위한 유지보수 전담 조직 운영</a:t>
            </a:r>
          </a:p>
          <a:p>
            <a:r>
              <a:rPr lang="en-US" altLang="ko-KR" b="0" dirty="0">
                <a:sym typeface="Wingdings 2" pitchFamily="18" charset="2"/>
              </a:rPr>
              <a:t>IT</a:t>
            </a:r>
            <a:r>
              <a:rPr lang="ko-KR" altLang="en-US" b="0" dirty="0">
                <a:sym typeface="Wingdings 2" pitchFamily="18" charset="2"/>
              </a:rPr>
              <a:t>전문 중견기업 </a:t>
            </a:r>
            <a:r>
              <a:rPr lang="en-US" altLang="ko-KR" b="0" dirty="0">
                <a:sym typeface="Wingdings 2" pitchFamily="18" charset="2"/>
              </a:rPr>
              <a:t>(</a:t>
            </a:r>
            <a:r>
              <a:rPr lang="ko-KR" altLang="en-US" b="0" dirty="0">
                <a:sym typeface="Wingdings 2" pitchFamily="18" charset="2"/>
              </a:rPr>
              <a:t>아이티센그룹</a:t>
            </a:r>
            <a:r>
              <a:rPr lang="en-US" altLang="ko-KR" b="0" dirty="0">
                <a:sym typeface="Wingdings 2" pitchFamily="18" charset="2"/>
              </a:rPr>
              <a:t>) </a:t>
            </a:r>
            <a:r>
              <a:rPr lang="ko-KR" altLang="en-US" b="0" dirty="0">
                <a:sym typeface="Wingdings 2" pitchFamily="18" charset="2"/>
              </a:rPr>
              <a:t>계열사</a:t>
            </a:r>
            <a:endParaRPr lang="en-US" altLang="ko-KR" b="0" dirty="0">
              <a:sym typeface="Wingdings 2" pitchFamily="18" charset="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0" dirty="0">
                <a:sym typeface="Wingdings 2" pitchFamily="18" charset="2"/>
              </a:rPr>
              <a:t>   (</a:t>
            </a:r>
            <a:r>
              <a:rPr lang="ko-KR" altLang="en-US" b="0" dirty="0">
                <a:sym typeface="Wingdings 2" pitchFamily="18" charset="2"/>
              </a:rPr>
              <a:t>아이티센글로벌</a:t>
            </a:r>
            <a:r>
              <a:rPr lang="en-US" altLang="ko-KR" b="0" dirty="0">
                <a:sym typeface="Wingdings 2" pitchFamily="18" charset="2"/>
              </a:rPr>
              <a:t>, </a:t>
            </a:r>
            <a:r>
              <a:rPr lang="ko-KR" altLang="en-US" b="0" dirty="0">
                <a:sym typeface="Wingdings 2" pitchFamily="18" charset="2"/>
              </a:rPr>
              <a:t>아이티센엔텍</a:t>
            </a:r>
            <a:r>
              <a:rPr lang="en-US" altLang="ko-KR" b="0" dirty="0">
                <a:sym typeface="Wingdings 2" pitchFamily="18" charset="2"/>
              </a:rPr>
              <a:t>, </a:t>
            </a:r>
            <a:r>
              <a:rPr lang="ko-KR" altLang="en-US" b="0" dirty="0">
                <a:sym typeface="Wingdings 2" pitchFamily="18" charset="2"/>
              </a:rPr>
              <a:t>아이티센씨티에스</a:t>
            </a:r>
            <a:r>
              <a:rPr lang="en-US" altLang="ko-KR" b="0" dirty="0">
                <a:sym typeface="Wingdings 2" pitchFamily="18" charset="2"/>
              </a:rPr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0" dirty="0">
                <a:sym typeface="Wingdings 2" pitchFamily="18" charset="2"/>
              </a:rPr>
              <a:t>    </a:t>
            </a:r>
            <a:r>
              <a:rPr lang="ko-KR" altLang="en-US" b="0" dirty="0">
                <a:sym typeface="Wingdings 2" pitchFamily="18" charset="2"/>
              </a:rPr>
              <a:t>아이티센피엔에스</a:t>
            </a:r>
            <a:r>
              <a:rPr lang="en-US" altLang="ko-KR" b="0" dirty="0">
                <a:sym typeface="Wingdings 2" pitchFamily="18" charset="2"/>
              </a:rPr>
              <a:t>, </a:t>
            </a:r>
            <a:r>
              <a:rPr lang="ko-KR" altLang="en-US" b="0" dirty="0">
                <a:sym typeface="Wingdings 2" pitchFamily="18" charset="2"/>
              </a:rPr>
              <a:t>아이티센코어</a:t>
            </a:r>
            <a:r>
              <a:rPr lang="en-US" altLang="ko-KR" b="0" dirty="0">
                <a:sym typeface="Wingdings 2" pitchFamily="18" charset="2"/>
              </a:rPr>
              <a:t>, </a:t>
            </a:r>
            <a:r>
              <a:rPr lang="ko-KR" altLang="en-US" b="0" dirty="0">
                <a:sym typeface="Wingdings 2" pitchFamily="18" charset="2"/>
              </a:rPr>
              <a:t>아이티센클로잇</a:t>
            </a:r>
            <a:r>
              <a:rPr lang="en-US" altLang="ko-KR" b="0" dirty="0">
                <a:sym typeface="Wingdings 2" pitchFamily="18" charset="2"/>
              </a:rPr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0" dirty="0">
                <a:sym typeface="Wingdings 2" pitchFamily="18" charset="2"/>
              </a:rPr>
              <a:t>    </a:t>
            </a:r>
            <a:r>
              <a:rPr lang="ko-KR" altLang="en-US" b="0" dirty="0">
                <a:sym typeface="Wingdings 2" pitchFamily="18" charset="2"/>
              </a:rPr>
              <a:t>한국금거래소 등</a:t>
            </a:r>
            <a:r>
              <a:rPr lang="en-US" altLang="ko-KR" b="0" dirty="0">
                <a:sym typeface="Wingdings 2" pitchFamily="18" charset="2"/>
              </a:rPr>
              <a:t>)</a:t>
            </a:r>
          </a:p>
          <a:p>
            <a:r>
              <a:rPr lang="en-US" altLang="ko-KR" b="0" dirty="0">
                <a:sym typeface="Wingdings 2" pitchFamily="18" charset="2"/>
              </a:rPr>
              <a:t>2024</a:t>
            </a:r>
            <a:r>
              <a:rPr lang="ko-KR" altLang="en-US" b="0" dirty="0">
                <a:sym typeface="Wingdings 2" pitchFamily="18" charset="2"/>
              </a:rPr>
              <a:t>년 연결 매출 </a:t>
            </a:r>
            <a:r>
              <a:rPr lang="en-US" altLang="ko-KR" b="0" dirty="0">
                <a:sym typeface="Wingdings 2" pitchFamily="18" charset="2"/>
              </a:rPr>
              <a:t>4.9</a:t>
            </a:r>
            <a:r>
              <a:rPr lang="ko-KR" altLang="en-US" b="0" dirty="0">
                <a:sym typeface="Wingdings 2" pitchFamily="18" charset="2"/>
              </a:rPr>
              <a:t>조 달성</a:t>
            </a:r>
            <a:r>
              <a:rPr lang="en-US" altLang="ko-KR" b="0" dirty="0">
                <a:sym typeface="Wingdings 2" pitchFamily="18" charset="2"/>
              </a:rPr>
              <a:t>(</a:t>
            </a:r>
            <a:r>
              <a:rPr lang="ko-KR" altLang="en-US" b="0" dirty="0">
                <a:sym typeface="Wingdings 2" pitchFamily="18" charset="2"/>
              </a:rPr>
              <a:t>연결결산 기준</a:t>
            </a:r>
            <a:r>
              <a:rPr lang="en-US" altLang="ko-KR" b="0" dirty="0">
                <a:sym typeface="Wingdings 2" pitchFamily="18" charset="2"/>
              </a:rPr>
              <a:t>)    </a:t>
            </a:r>
          </a:p>
          <a:p>
            <a:r>
              <a:rPr lang="ko-KR" altLang="en-US" b="0" dirty="0">
                <a:sym typeface="Wingdings 2" pitchFamily="18" charset="2"/>
              </a:rPr>
              <a:t>연구 및 개발 인력 </a:t>
            </a:r>
            <a:r>
              <a:rPr lang="en-US" altLang="ko-KR" b="0" dirty="0">
                <a:sym typeface="Wingdings 2" pitchFamily="18" charset="2"/>
              </a:rPr>
              <a:t>50</a:t>
            </a:r>
            <a:r>
              <a:rPr lang="ko-KR" altLang="en-US" b="0" dirty="0">
                <a:sym typeface="Wingdings 2" pitchFamily="18" charset="2"/>
              </a:rPr>
              <a:t>명 보유</a:t>
            </a:r>
            <a:r>
              <a:rPr lang="en-US" altLang="ko-KR" b="0" dirty="0">
                <a:sym typeface="Wingdings 2" pitchFamily="18" charset="2"/>
              </a:rPr>
              <a:t>(</a:t>
            </a:r>
            <a:r>
              <a:rPr lang="ko-KR" altLang="en-US" b="0" dirty="0">
                <a:sym typeface="Wingdings 2" pitchFamily="18" charset="2"/>
              </a:rPr>
              <a:t>그룹 내 </a:t>
            </a:r>
            <a:r>
              <a:rPr lang="en-US" altLang="ko-KR" b="0" dirty="0">
                <a:sym typeface="Wingdings 2" pitchFamily="18" charset="2"/>
              </a:rPr>
              <a:t>IT</a:t>
            </a:r>
            <a:r>
              <a:rPr lang="ko-KR" altLang="en-US" b="0" dirty="0">
                <a:sym typeface="Wingdings 2" pitchFamily="18" charset="2"/>
              </a:rPr>
              <a:t>전문 개발 인력 </a:t>
            </a:r>
            <a:r>
              <a:rPr lang="en-US" altLang="ko-KR" b="0" dirty="0">
                <a:sym typeface="Wingdings 2" pitchFamily="18" charset="2"/>
              </a:rPr>
              <a:t>1,000</a:t>
            </a:r>
            <a:r>
              <a:rPr lang="ko-KR" altLang="en-US" b="0" dirty="0">
                <a:sym typeface="Wingdings 2" pitchFamily="18" charset="2"/>
              </a:rPr>
              <a:t>여명 보유</a:t>
            </a:r>
            <a:r>
              <a:rPr lang="en-US" altLang="ko-KR" b="0" dirty="0">
                <a:sym typeface="Wingdings 2" pitchFamily="18" charset="2"/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DF21BF-E9CA-B7F3-374E-F350A11711B2}"/>
              </a:ext>
            </a:extLst>
          </p:cNvPr>
          <p:cNvSpPr txBox="1">
            <a:spLocks/>
          </p:cNvSpPr>
          <p:nvPr/>
        </p:nvSpPr>
        <p:spPr>
          <a:xfrm>
            <a:off x="5357773" y="2044560"/>
            <a:ext cx="3925732" cy="1754494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>
            <a:defPPr>
              <a:defRPr lang="en-US"/>
            </a:defPPr>
            <a:lvl1pPr marL="108000" indent="-108000" ea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 sz="11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b="0" dirty="0"/>
              <a:t>新 외감법 개정 이후 </a:t>
            </a:r>
            <a:r>
              <a:rPr lang="en-US" altLang="ko-KR" b="0" dirty="0"/>
              <a:t>700</a:t>
            </a:r>
            <a:r>
              <a:rPr lang="ko-KR" altLang="en-US" b="0" dirty="0"/>
              <a:t>여개 사 이상 구축 사업 진행</a:t>
            </a:r>
          </a:p>
          <a:p>
            <a:r>
              <a:rPr lang="ko-KR" altLang="en-US" b="0" dirty="0"/>
              <a:t>연결 내부회계 최다 실적 보유 </a:t>
            </a:r>
            <a:r>
              <a:rPr lang="en-US" altLang="ko-KR" b="0" dirty="0"/>
              <a:t>(GS</a:t>
            </a:r>
            <a:r>
              <a:rPr lang="ko-KR" altLang="en-US" b="0" dirty="0"/>
              <a:t>그룹</a:t>
            </a:r>
            <a:r>
              <a:rPr lang="en-US" altLang="ko-KR" b="0" dirty="0"/>
              <a:t>, </a:t>
            </a:r>
            <a:r>
              <a:rPr lang="ko-KR" altLang="en-US" b="0" dirty="0"/>
              <a:t>만도</a:t>
            </a:r>
            <a:r>
              <a:rPr lang="en-US" altLang="ko-KR" b="0" dirty="0"/>
              <a:t>, </a:t>
            </a:r>
            <a:r>
              <a:rPr lang="ko-KR" altLang="en-US" b="0" dirty="0"/>
              <a:t>롯데쇼핑</a:t>
            </a:r>
            <a:r>
              <a:rPr lang="en-US" altLang="ko-KR" b="0" dirty="0"/>
              <a:t>,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b="0" dirty="0"/>
              <a:t>  삼천리</a:t>
            </a:r>
            <a:r>
              <a:rPr lang="en-US" altLang="ko-KR" b="0" dirty="0"/>
              <a:t>, </a:t>
            </a:r>
            <a:r>
              <a:rPr lang="ko-KR" altLang="en-US" b="0" dirty="0"/>
              <a:t>한국타이어그룹</a:t>
            </a:r>
            <a:r>
              <a:rPr lang="en-US" altLang="ko-KR" b="0" dirty="0"/>
              <a:t>, LX</a:t>
            </a:r>
            <a:r>
              <a:rPr lang="ko-KR" altLang="en-US" b="0" dirty="0"/>
              <a:t>인터내셔널</a:t>
            </a:r>
            <a:r>
              <a:rPr lang="en-US" altLang="ko-KR" b="0" dirty="0"/>
              <a:t>, </a:t>
            </a:r>
            <a:r>
              <a:rPr lang="ko-KR" altLang="en-US" b="0" dirty="0"/>
              <a:t>하림</a:t>
            </a:r>
            <a:r>
              <a:rPr lang="en-US" altLang="ko-KR" b="0" dirty="0"/>
              <a:t>, </a:t>
            </a:r>
            <a:r>
              <a:rPr lang="ko-KR" altLang="en-US" b="0" dirty="0"/>
              <a:t>삼양홀딩스</a:t>
            </a:r>
            <a:r>
              <a:rPr lang="en-US" altLang="ko-KR" b="0" dirty="0"/>
              <a:t>,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0" dirty="0"/>
              <a:t>  KT&amp;G, </a:t>
            </a:r>
            <a:r>
              <a:rPr lang="ko-KR" altLang="en-US" b="0" dirty="0"/>
              <a:t>동국제강</a:t>
            </a:r>
            <a:r>
              <a:rPr lang="en-US" altLang="ko-KR" b="0" dirty="0"/>
              <a:t>, LGU+, LG</a:t>
            </a:r>
            <a:r>
              <a:rPr lang="ko-KR" altLang="en-US" b="0" dirty="0"/>
              <a:t>이노텍</a:t>
            </a:r>
            <a:r>
              <a:rPr lang="en-US" altLang="ko-KR" b="0" dirty="0"/>
              <a:t>, </a:t>
            </a:r>
            <a:r>
              <a:rPr lang="ko-KR" altLang="en-US" b="0" dirty="0"/>
              <a:t>한화오션 등</a:t>
            </a:r>
            <a:r>
              <a:rPr lang="en-US" altLang="ko-KR" b="0" dirty="0"/>
              <a:t>)</a:t>
            </a:r>
          </a:p>
        </p:txBody>
      </p:sp>
      <p:sp>
        <p:nvSpPr>
          <p:cNvPr id="26" name="직사각형 43">
            <a:extLst>
              <a:ext uri="{FF2B5EF4-FFF2-40B4-BE49-F238E27FC236}">
                <a16:creationId xmlns:a16="http://schemas.microsoft.com/office/drawing/2014/main" id="{82EC0460-C642-0C57-1FA0-CF54A000AD3E}"/>
              </a:ext>
            </a:extLst>
          </p:cNvPr>
          <p:cNvSpPr>
            <a:spLocks/>
          </p:cNvSpPr>
          <p:nvPr/>
        </p:nvSpPr>
        <p:spPr>
          <a:xfrm>
            <a:off x="5114168" y="4440037"/>
            <a:ext cx="4095181" cy="1815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633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타원 24">
            <a:extLst>
              <a:ext uri="{FF2B5EF4-FFF2-40B4-BE49-F238E27FC236}">
                <a16:creationId xmlns:a16="http://schemas.microsoft.com/office/drawing/2014/main" id="{11212FA6-DDDD-B7B6-2F57-B868F23C712D}"/>
              </a:ext>
            </a:extLst>
          </p:cNvPr>
          <p:cNvSpPr/>
          <p:nvPr/>
        </p:nvSpPr>
        <p:spPr bwMode="auto">
          <a:xfrm>
            <a:off x="3955822" y="2943266"/>
            <a:ext cx="1997141" cy="1998000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60488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9" name="그룹 51">
            <a:extLst>
              <a:ext uri="{FF2B5EF4-FFF2-40B4-BE49-F238E27FC236}">
                <a16:creationId xmlns:a16="http://schemas.microsoft.com/office/drawing/2014/main" id="{55BEB780-B103-7144-841D-087EBAB6B237}"/>
              </a:ext>
            </a:extLst>
          </p:cNvPr>
          <p:cNvGrpSpPr/>
          <p:nvPr/>
        </p:nvGrpSpPr>
        <p:grpSpPr>
          <a:xfrm>
            <a:off x="4054392" y="3029197"/>
            <a:ext cx="1800000" cy="1800000"/>
            <a:chOff x="1704123" y="3100182"/>
            <a:chExt cx="1487604" cy="1487604"/>
          </a:xfrm>
        </p:grpSpPr>
        <p:sp>
          <p:nvSpPr>
            <p:cNvPr id="30" name="타원 52">
              <a:extLst>
                <a:ext uri="{FF2B5EF4-FFF2-40B4-BE49-F238E27FC236}">
                  <a16:creationId xmlns:a16="http://schemas.microsoft.com/office/drawing/2014/main" id="{0304D364-4A33-B196-6CA3-4359E26B4BBF}"/>
                </a:ext>
              </a:extLst>
            </p:cNvPr>
            <p:cNvSpPr/>
            <p:nvPr/>
          </p:nvSpPr>
          <p:spPr>
            <a:xfrm>
              <a:off x="1704123" y="3100182"/>
              <a:ext cx="1487604" cy="1487604"/>
            </a:xfrm>
            <a:prstGeom prst="ellipse">
              <a:avLst/>
            </a:prstGeom>
            <a:gradFill>
              <a:gsLst>
                <a:gs pos="0">
                  <a:srgbClr val="0055E9"/>
                </a:gs>
                <a:gs pos="100000">
                  <a:srgbClr val="0032A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타원 53">
              <a:extLst>
                <a:ext uri="{FF2B5EF4-FFF2-40B4-BE49-F238E27FC236}">
                  <a16:creationId xmlns:a16="http://schemas.microsoft.com/office/drawing/2014/main" id="{BBDE6C13-4A17-318F-7386-8FC6DA501CCB}"/>
                </a:ext>
              </a:extLst>
            </p:cNvPr>
            <p:cNvSpPr/>
            <p:nvPr/>
          </p:nvSpPr>
          <p:spPr>
            <a:xfrm>
              <a:off x="1802383" y="3206314"/>
              <a:ext cx="1297555" cy="129755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32" name="그림 54" descr="그래픽, 로고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2D901A7F-DB24-3C57-77D2-D924F4FFAA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193" y="3693980"/>
            <a:ext cx="1122398" cy="259511"/>
          </a:xfrm>
          <a:prstGeom prst="rect">
            <a:avLst/>
          </a:prstGeom>
        </p:spPr>
      </p:pic>
      <p:sp>
        <p:nvSpPr>
          <p:cNvPr id="33" name="Title 3">
            <a:extLst>
              <a:ext uri="{FF2B5EF4-FFF2-40B4-BE49-F238E27FC236}">
                <a16:creationId xmlns:a16="http://schemas.microsoft.com/office/drawing/2014/main" id="{EEF0433B-8AC5-6161-8985-7A2B68847A56}"/>
              </a:ext>
            </a:extLst>
          </p:cNvPr>
          <p:cNvSpPr txBox="1">
            <a:spLocks/>
          </p:cNvSpPr>
          <p:nvPr/>
        </p:nvSpPr>
        <p:spPr>
          <a:xfrm>
            <a:off x="4392119" y="4024232"/>
            <a:ext cx="1124547" cy="25951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33A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CORE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E23B49-4A56-7CE0-63CC-6939FF26C438}"/>
              </a:ext>
            </a:extLst>
          </p:cNvPr>
          <p:cNvSpPr txBox="1">
            <a:spLocks/>
          </p:cNvSpPr>
          <p:nvPr/>
        </p:nvSpPr>
        <p:spPr>
          <a:xfrm>
            <a:off x="5499977" y="2988487"/>
            <a:ext cx="3925732" cy="900803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>
            <a:defPPr>
              <a:defRPr lang="en-US"/>
            </a:defPPr>
            <a:lvl1pPr marL="108000" indent="-108000" ea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 sz="11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b="0" dirty="0"/>
              <a:t>현대 계열사 내부회계관리 시스템 구축 </a:t>
            </a:r>
            <a:r>
              <a:rPr lang="en-US" altLang="ko-KR" b="0" dirty="0"/>
              <a:t>Reference </a:t>
            </a:r>
            <a:r>
              <a:rPr lang="ko-KR" altLang="en-US" b="0" dirty="0"/>
              <a:t>보유 </a:t>
            </a:r>
            <a:endParaRPr lang="en-US" altLang="ko-KR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0" dirty="0"/>
              <a:t>    ( </a:t>
            </a:r>
            <a:r>
              <a:rPr lang="ko-KR" altLang="en-US" b="0" dirty="0"/>
              <a:t>현대모비스</a:t>
            </a:r>
            <a:r>
              <a:rPr lang="en-US" altLang="ko-KR" b="0" dirty="0"/>
              <a:t>, </a:t>
            </a:r>
            <a:r>
              <a:rPr lang="ko-KR" altLang="en-US" b="0" dirty="0"/>
              <a:t>현대제철</a:t>
            </a:r>
            <a:r>
              <a:rPr lang="en-US" altLang="ko-KR" b="0" dirty="0"/>
              <a:t>, </a:t>
            </a:r>
            <a:r>
              <a:rPr lang="ko-KR" altLang="en-US" b="0" dirty="0"/>
              <a:t>현대트랜시스</a:t>
            </a:r>
            <a:r>
              <a:rPr lang="en-US" altLang="ko-KR" b="0" dirty="0"/>
              <a:t>, </a:t>
            </a:r>
            <a:r>
              <a:rPr lang="ko-KR" altLang="en-US" b="0" dirty="0"/>
              <a:t>현대엠시트</a:t>
            </a:r>
            <a:r>
              <a:rPr lang="en-US" altLang="ko-KR" b="0" dirty="0"/>
              <a:t>,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0" dirty="0"/>
              <a:t>      </a:t>
            </a:r>
            <a:r>
              <a:rPr lang="ko-KR" altLang="en-US" b="0" dirty="0"/>
              <a:t>현대케피코</a:t>
            </a:r>
            <a:r>
              <a:rPr lang="en-US" altLang="ko-KR" b="0" dirty="0"/>
              <a:t> </a:t>
            </a:r>
            <a:r>
              <a:rPr lang="ko-KR" altLang="en-US" b="0" dirty="0"/>
              <a:t>등</a:t>
            </a:r>
            <a:r>
              <a:rPr lang="en-US" altLang="ko-KR" b="0" dirty="0"/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943D0C-99AC-1FE7-D585-F9E877A011D8}"/>
              </a:ext>
            </a:extLst>
          </p:cNvPr>
          <p:cNvSpPr txBox="1">
            <a:spLocks/>
          </p:cNvSpPr>
          <p:nvPr/>
        </p:nvSpPr>
        <p:spPr>
          <a:xfrm>
            <a:off x="5368795" y="4620353"/>
            <a:ext cx="3999136" cy="1635507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>
            <a:defPPr>
              <a:defRPr lang="en-US"/>
            </a:defPPr>
            <a:lvl1pPr marL="108000" indent="-108000" ea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 sz="11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b="0" dirty="0">
                <a:sym typeface="Wingdings 2" pitchFamily="18" charset="2"/>
              </a:rPr>
              <a:t>고객 서비스를 위한 </a:t>
            </a:r>
            <a:r>
              <a:rPr lang="en-US" altLang="ko-KR" b="0" dirty="0">
                <a:sym typeface="Wingdings 2" pitchFamily="18" charset="2"/>
              </a:rPr>
              <a:t>One Source Package System </a:t>
            </a:r>
            <a:r>
              <a:rPr lang="ko-KR" altLang="en-US" b="0" dirty="0">
                <a:sym typeface="Wingdings 2" pitchFamily="18" charset="2"/>
              </a:rPr>
              <a:t>관리</a:t>
            </a:r>
            <a:endParaRPr lang="en-US" altLang="ko-KR" b="0" dirty="0">
              <a:sym typeface="Wingdings 2" pitchFamily="18" charset="2"/>
            </a:endParaRPr>
          </a:p>
          <a:p>
            <a:r>
              <a:rPr lang="ko-KR" altLang="en-US" b="0" dirty="0">
                <a:sym typeface="Wingdings 2" pitchFamily="18" charset="2"/>
              </a:rPr>
              <a:t>연결 내부회계관리 시스템 연동 고려 시스템 설계 및 개발</a:t>
            </a:r>
          </a:p>
          <a:p>
            <a:r>
              <a:rPr lang="en-US" altLang="ko-KR" b="0" dirty="0">
                <a:sym typeface="Wingdings 2" pitchFamily="18" charset="2"/>
              </a:rPr>
              <a:t>156</a:t>
            </a:r>
            <a:r>
              <a:rPr lang="ko-KR" altLang="en-US" b="0" dirty="0">
                <a:sym typeface="Wingdings 2" pitchFamily="18" charset="2"/>
              </a:rPr>
              <a:t>가지 </a:t>
            </a:r>
            <a:r>
              <a:rPr lang="en-US" altLang="ko-KR" b="0" dirty="0">
                <a:sym typeface="Wingdings 2" pitchFamily="18" charset="2"/>
              </a:rPr>
              <a:t>RCM </a:t>
            </a:r>
            <a:r>
              <a:rPr lang="ko-KR" altLang="en-US" b="0" dirty="0">
                <a:sym typeface="Wingdings 2" pitchFamily="18" charset="2"/>
              </a:rPr>
              <a:t>통제항목 내재화 및 환경 설정을 통한 운영 기능 </a:t>
            </a:r>
            <a:r>
              <a:rPr lang="en-US" altLang="ko-KR" b="0" dirty="0">
                <a:sym typeface="Wingdings 2" pitchFamily="18" charset="2"/>
              </a:rPr>
              <a:t>Package</a:t>
            </a:r>
            <a:r>
              <a:rPr lang="ko-KR" altLang="en-US" b="0" dirty="0">
                <a:sym typeface="Wingdings 2" pitchFamily="18" charset="2"/>
              </a:rPr>
              <a:t>化</a:t>
            </a:r>
          </a:p>
          <a:p>
            <a:r>
              <a:rPr lang="ko-KR" altLang="en-US" b="0" dirty="0">
                <a:sym typeface="Wingdings 2" pitchFamily="18" charset="2"/>
              </a:rPr>
              <a:t>업무 절차 및 사용자 중심의 </a:t>
            </a:r>
            <a:r>
              <a:rPr lang="en-US" altLang="ko-KR" b="0" dirty="0">
                <a:sym typeface="Wingdings 2" pitchFamily="18" charset="2"/>
              </a:rPr>
              <a:t>UI/UX </a:t>
            </a:r>
            <a:r>
              <a:rPr lang="ko-KR" altLang="en-US" b="0" dirty="0">
                <a:sym typeface="Wingdings 2" pitchFamily="18" charset="2"/>
              </a:rPr>
              <a:t>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8DC64-3B10-0885-F660-527E93EC5619}"/>
              </a:ext>
            </a:extLst>
          </p:cNvPr>
          <p:cNvSpPr txBox="1"/>
          <p:nvPr/>
        </p:nvSpPr>
        <p:spPr>
          <a:xfrm>
            <a:off x="596207" y="3998436"/>
            <a:ext cx="4242049" cy="43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ko-KR" altLang="en-US" sz="16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안정적인 서비스 제공</a:t>
            </a:r>
            <a:endParaRPr lang="ko-KR" altLang="en-US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0663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6EC45-4411-6D71-8B44-212807D8A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68C23C-AB09-3617-5291-4E4C1F2818A6}"/>
              </a:ext>
            </a:extLst>
          </p:cNvPr>
          <p:cNvSpPr txBox="1"/>
          <p:nvPr/>
        </p:nvSpPr>
        <p:spPr>
          <a:xfrm>
            <a:off x="6321009" y="1236613"/>
            <a:ext cx="3423882" cy="438041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311079" indent="-311079">
              <a:spcAft>
                <a:spcPts val="544"/>
              </a:spcAft>
              <a:buClr>
                <a:schemeClr val="accent1"/>
              </a:buClr>
              <a:buAutoNum type="arabicPeriod"/>
              <a:defRPr sz="1600" b="1" spc="-9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+mn-ea"/>
                <a:cs typeface="KoPubWorld돋움체_Pro Medium" panose="00000600000000000000" pitchFamily="50" charset="-127"/>
              </a:defRPr>
            </a:lvl1pPr>
          </a:lstStyle>
          <a:p>
            <a:pPr>
              <a:lnSpc>
                <a:spcPct val="20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제안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구성</a:t>
            </a:r>
          </a:p>
          <a:p>
            <a:pPr>
              <a:lnSpc>
                <a:spcPct val="20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요구사항 분석 및 커스터마이징 방안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취약점 검사 조치사항 대응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테스트 및 안정화 방안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유지보수 및 라이선스 정책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1CDBC6-212A-5015-88E5-45F8DF32C203}"/>
              </a:ext>
            </a:extLst>
          </p:cNvPr>
          <p:cNvSpPr txBox="1"/>
          <p:nvPr/>
        </p:nvSpPr>
        <p:spPr>
          <a:xfrm>
            <a:off x="520555" y="2586052"/>
            <a:ext cx="5507017" cy="1224000"/>
          </a:xfrm>
          <a:prstGeom prst="rect">
            <a:avLst/>
          </a:prstGeom>
          <a:noFill/>
        </p:spPr>
        <p:txBody>
          <a:bodyPr wrap="square" lIns="0" rtlCol="0" anchor="ctr">
            <a:noAutofit/>
          </a:bodyPr>
          <a:lstStyle/>
          <a:p>
            <a:r>
              <a:rPr lang="ko-KR" altLang="en-US" sz="36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시스템 구축 방안</a:t>
            </a:r>
            <a:endParaRPr lang="en-US" altLang="ko-KR" sz="3600" b="1" spc="-9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6013EC-04EA-6C53-BDCE-E7A087D543C3}"/>
              </a:ext>
            </a:extLst>
          </p:cNvPr>
          <p:cNvSpPr txBox="1"/>
          <p:nvPr/>
        </p:nvSpPr>
        <p:spPr>
          <a:xfrm>
            <a:off x="408583" y="1628821"/>
            <a:ext cx="1746779" cy="101566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60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Ⅱ</a:t>
            </a:r>
            <a:endParaRPr lang="ko-KR" altLang="en-US" sz="6000" b="1" spc="-9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_Pro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916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34EB5-42B8-7056-3946-8925507F0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49969A1-1910-EE92-7FD1-A2D6A289CF15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1.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제안 시스템 구성</a:t>
            </a:r>
          </a:p>
        </p:txBody>
      </p:sp>
      <p:sp>
        <p:nvSpPr>
          <p:cNvPr id="100" name="Rectangle 2237">
            <a:extLst>
              <a:ext uri="{FF2B5EF4-FFF2-40B4-BE49-F238E27FC236}">
                <a16:creationId xmlns:a16="http://schemas.microsoft.com/office/drawing/2014/main" id="{B287655A-D185-E4EF-CA54-8A4744BC1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338" y="2156080"/>
            <a:ext cx="7380000" cy="324630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 algn="ctr">
            <a:solidFill>
              <a:schemeClr val="bg1">
                <a:lumMod val="7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wrap="none" lIns="75600" tIns="75600" rIns="75600" bIns="7560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endParaRPr kumimoji="1" lang="ko-KR" altLang="en-US" sz="2835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03" name="Text Box 2239">
            <a:extLst>
              <a:ext uri="{FF2B5EF4-FFF2-40B4-BE49-F238E27FC236}">
                <a16:creationId xmlns:a16="http://schemas.microsoft.com/office/drawing/2014/main" id="{5D8A8DFC-D93B-2E79-9266-D44859D7D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9559" y="1796080"/>
            <a:ext cx="7380000" cy="36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28575" cap="sq">
            <a:noFill/>
            <a:miter lim="800000"/>
          </a:ln>
          <a:effectLst>
            <a:innerShdw dist="254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7800" bIns="37800" anchor="ctr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>
            <a:defPPr>
              <a:defRPr lang="en-GB"/>
            </a:defPPr>
            <a:lvl1pPr algn="ctr">
              <a:defRPr kumimoji="1" sz="2000" kern="0"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>
              <a:defRPr/>
            </a:pPr>
            <a:r>
              <a:rPr lang="ko-KR" altLang="en-US" sz="1600" b="1" kern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내부회계관리 시스템</a:t>
            </a:r>
            <a:r>
              <a:rPr lang="en-US" altLang="ko-KR" sz="1600" b="1" kern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(MicroICM-C)</a:t>
            </a:r>
            <a:endParaRPr lang="ko-KR" altLang="en-US" sz="1600" b="1" kern="1200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Rectangle 2234">
            <a:extLst>
              <a:ext uri="{FF2B5EF4-FFF2-40B4-BE49-F238E27FC236}">
                <a16:creationId xmlns:a16="http://schemas.microsoft.com/office/drawing/2014/main" id="{F2BDCC73-DA26-F863-5BBA-ED77F6A3F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268" y="2276275"/>
            <a:ext cx="2340000" cy="30182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평가준비</a:t>
            </a:r>
            <a:endParaRPr lang="ko-KR" altLang="ko-KR" sz="1200" b="1" dirty="0">
              <a:solidFill>
                <a:schemeClr val="accent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Rectangle 2234">
            <a:extLst>
              <a:ext uri="{FF2B5EF4-FFF2-40B4-BE49-F238E27FC236}">
                <a16:creationId xmlns:a16="http://schemas.microsoft.com/office/drawing/2014/main" id="{F6AB50A7-3B17-EE96-94B2-E6CDA9F7F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6644" y="2276275"/>
            <a:ext cx="3505964" cy="30182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평가</a:t>
            </a:r>
          </a:p>
        </p:txBody>
      </p:sp>
      <p:sp>
        <p:nvSpPr>
          <p:cNvPr id="110" name="AutoShape 2250">
            <a:extLst>
              <a:ext uri="{FF2B5EF4-FFF2-40B4-BE49-F238E27FC236}">
                <a16:creationId xmlns:a16="http://schemas.microsoft.com/office/drawing/2014/main" id="{F220E5BD-35E8-8FDE-C815-35DA17579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6434" y="2648028"/>
            <a:ext cx="1080000" cy="12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기준정보</a:t>
            </a:r>
          </a:p>
        </p:txBody>
      </p:sp>
      <p:sp>
        <p:nvSpPr>
          <p:cNvPr id="111" name="AutoShape 2250">
            <a:extLst>
              <a:ext uri="{FF2B5EF4-FFF2-40B4-BE49-F238E27FC236}">
                <a16:creationId xmlns:a16="http://schemas.microsoft.com/office/drawing/2014/main" id="{5159B901-04FE-1320-A6BA-1428A47AA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96" y="2648028"/>
            <a:ext cx="1080000" cy="259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운영정보</a:t>
            </a:r>
          </a:p>
        </p:txBody>
      </p:sp>
      <p:sp>
        <p:nvSpPr>
          <p:cNvPr id="120" name="AutoShape 2250">
            <a:extLst>
              <a:ext uri="{FF2B5EF4-FFF2-40B4-BE49-F238E27FC236}">
                <a16:creationId xmlns:a16="http://schemas.microsoft.com/office/drawing/2014/main" id="{AE9D57E7-1E36-C236-AEDA-1265B4DF1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696" y="2648028"/>
            <a:ext cx="1080000" cy="259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설계평가</a:t>
            </a:r>
          </a:p>
        </p:txBody>
      </p:sp>
      <p:sp>
        <p:nvSpPr>
          <p:cNvPr id="167" name="Rectangle 2330">
            <a:extLst>
              <a:ext uri="{FF2B5EF4-FFF2-40B4-BE49-F238E27FC236}">
                <a16:creationId xmlns:a16="http://schemas.microsoft.com/office/drawing/2014/main" id="{86C4F625-50B9-9422-D6AB-BF948B602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757" y="2156080"/>
            <a:ext cx="832996" cy="32463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wrap="none" lIns="75600" tIns="75600" rIns="75600" bIns="7560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endParaRPr lang="ko-KR" altLang="en-US" sz="2835" dirty="0">
              <a:ln>
                <a:solidFill>
                  <a:srgbClr val="C00000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227" name="Text Box 2239">
            <a:extLst>
              <a:ext uri="{FF2B5EF4-FFF2-40B4-BE49-F238E27FC236}">
                <a16:creationId xmlns:a16="http://schemas.microsoft.com/office/drawing/2014/main" id="{0B47EED5-B7C0-56F6-410C-2765BDD3A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57" y="1796080"/>
            <a:ext cx="832996" cy="36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B97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>
            <a:defPPr>
              <a:defRPr lang="en-GB"/>
            </a:defPPr>
            <a:lvl1pPr algn="ctr" eaLnBrk="1" latinLnBrk="1" hangingPunct="1">
              <a:defRPr sz="1100" spc="-10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latinLnBrk="0">
              <a:defRPr/>
            </a:pPr>
            <a:r>
              <a:rPr lang="ko-KR" altLang="en-US" sz="1400" b="1" spc="0" dirty="0">
                <a:ln>
                  <a:solidFill>
                    <a:srgbClr val="C0000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사용자</a:t>
            </a:r>
          </a:p>
        </p:txBody>
      </p:sp>
      <p:pic>
        <p:nvPicPr>
          <p:cNvPr id="233" name="그림 231">
            <a:extLst>
              <a:ext uri="{FF2B5EF4-FFF2-40B4-BE49-F238E27FC236}">
                <a16:creationId xmlns:a16="http://schemas.microsoft.com/office/drawing/2014/main" id="{B4E4EB83-C7CF-55DA-EF41-85285642F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3516" y="2321896"/>
            <a:ext cx="315899" cy="3948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4" name="그림 233">
            <a:extLst>
              <a:ext uri="{FF2B5EF4-FFF2-40B4-BE49-F238E27FC236}">
                <a16:creationId xmlns:a16="http://schemas.microsoft.com/office/drawing/2014/main" id="{3320FAEF-213C-9124-8D38-3D5323108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3516" y="2943638"/>
            <a:ext cx="315899" cy="3948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" name="그림 236">
            <a:extLst>
              <a:ext uri="{FF2B5EF4-FFF2-40B4-BE49-F238E27FC236}">
                <a16:creationId xmlns:a16="http://schemas.microsoft.com/office/drawing/2014/main" id="{33F020FB-05B7-E57D-EE02-395A7C902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4271" y="3585388"/>
            <a:ext cx="594389" cy="34915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8" name="그림 241">
            <a:extLst>
              <a:ext uri="{FF2B5EF4-FFF2-40B4-BE49-F238E27FC236}">
                <a16:creationId xmlns:a16="http://schemas.microsoft.com/office/drawing/2014/main" id="{EA95B8B4-93C9-32A8-8C3C-0F413A951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55" y="4239198"/>
            <a:ext cx="211620" cy="228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9" name="그림 242">
            <a:extLst>
              <a:ext uri="{FF2B5EF4-FFF2-40B4-BE49-F238E27FC236}">
                <a16:creationId xmlns:a16="http://schemas.microsoft.com/office/drawing/2014/main" id="{4A572E0C-660F-3291-1F44-36692332B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2220" y="4213794"/>
            <a:ext cx="278490" cy="3616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1" name="그림 244">
            <a:extLst>
              <a:ext uri="{FF2B5EF4-FFF2-40B4-BE49-F238E27FC236}">
                <a16:creationId xmlns:a16="http://schemas.microsoft.com/office/drawing/2014/main" id="{238D3258-0C5E-C95D-DCA9-25124149B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1680" y="4832210"/>
            <a:ext cx="519570" cy="3574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6" name="직선 연결선 140">
            <a:extLst>
              <a:ext uri="{FF2B5EF4-FFF2-40B4-BE49-F238E27FC236}">
                <a16:creationId xmlns:a16="http://schemas.microsoft.com/office/drawing/2014/main" id="{98B775FF-D691-1A47-0B1D-84BD37C4D346}"/>
              </a:ext>
            </a:extLst>
          </p:cNvPr>
          <p:cNvCxnSpPr/>
          <p:nvPr/>
        </p:nvCxnSpPr>
        <p:spPr bwMode="auto">
          <a:xfrm flipV="1">
            <a:off x="701465" y="3528712"/>
            <a:ext cx="720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연결선 141">
            <a:extLst>
              <a:ext uri="{FF2B5EF4-FFF2-40B4-BE49-F238E27FC236}">
                <a16:creationId xmlns:a16="http://schemas.microsoft.com/office/drawing/2014/main" id="{1D65E927-18DC-D0EA-FB4F-5B5788E182AF}"/>
              </a:ext>
            </a:extLst>
          </p:cNvPr>
          <p:cNvCxnSpPr/>
          <p:nvPr/>
        </p:nvCxnSpPr>
        <p:spPr bwMode="auto">
          <a:xfrm flipV="1">
            <a:off x="701465" y="4155458"/>
            <a:ext cx="720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142">
            <a:extLst>
              <a:ext uri="{FF2B5EF4-FFF2-40B4-BE49-F238E27FC236}">
                <a16:creationId xmlns:a16="http://schemas.microsoft.com/office/drawing/2014/main" id="{C25E4A27-C943-A45A-B4AF-22BC782C44F8}"/>
              </a:ext>
            </a:extLst>
          </p:cNvPr>
          <p:cNvCxnSpPr/>
          <p:nvPr/>
        </p:nvCxnSpPr>
        <p:spPr bwMode="auto">
          <a:xfrm flipV="1">
            <a:off x="701465" y="4780536"/>
            <a:ext cx="720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직선 연결선 143">
            <a:extLst>
              <a:ext uri="{FF2B5EF4-FFF2-40B4-BE49-F238E27FC236}">
                <a16:creationId xmlns:a16="http://schemas.microsoft.com/office/drawing/2014/main" id="{36CF7764-7F1D-98CC-8D93-0CDA7B59DF4C}"/>
              </a:ext>
            </a:extLst>
          </p:cNvPr>
          <p:cNvCxnSpPr/>
          <p:nvPr/>
        </p:nvCxnSpPr>
        <p:spPr bwMode="auto">
          <a:xfrm flipV="1">
            <a:off x="701465" y="2903635"/>
            <a:ext cx="720000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원통 116">
            <a:extLst>
              <a:ext uri="{FF2B5EF4-FFF2-40B4-BE49-F238E27FC236}">
                <a16:creationId xmlns:a16="http://schemas.microsoft.com/office/drawing/2014/main" id="{0BD50C8B-A180-947A-6A1A-6F585FE0F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2063" y="2326126"/>
            <a:ext cx="459157" cy="2906208"/>
          </a:xfrm>
          <a:prstGeom prst="homePlate">
            <a:avLst/>
          </a:prstGeom>
          <a:solidFill>
            <a:srgbClr val="DEE9F5"/>
          </a:solidFill>
          <a:ln w="9525" algn="ctr">
            <a:noFill/>
            <a:round/>
            <a:headEnd/>
            <a:tailEnd/>
          </a:ln>
          <a:effectLst/>
        </p:spPr>
        <p:txBody>
          <a:bodyPr vert="horz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defTabSz="1279525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1pPr>
            <a:lvl2pPr marL="742950" indent="-285750" defTabSz="1279525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2pPr>
            <a:lvl3pPr marL="1143000" indent="-228600" defTabSz="1279525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3pPr>
            <a:lvl4pPr marL="1600200" indent="-228600" defTabSz="1279525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4pPr>
            <a:lvl5pPr marL="2057400" indent="-228600" defTabSz="1279525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9pPr>
          </a:lstStyle>
          <a:p>
            <a:pPr algn="ctr"/>
            <a:r>
              <a:rPr lang="ko-KR" altLang="en-US" sz="1200" dirty="0">
                <a:ln>
                  <a:solidFill>
                    <a:srgbClr val="C0000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그룹웨어</a:t>
            </a:r>
          </a:p>
        </p:txBody>
      </p:sp>
      <p:sp>
        <p:nvSpPr>
          <p:cNvPr id="140" name="AutoShape 2250">
            <a:extLst>
              <a:ext uri="{FF2B5EF4-FFF2-40B4-BE49-F238E27FC236}">
                <a16:creationId xmlns:a16="http://schemas.microsoft.com/office/drawing/2014/main" id="{F5019DB7-FD42-FCD9-E332-AD92D18D5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046" y="2648029"/>
            <a:ext cx="1080000" cy="10022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모집단관리</a:t>
            </a:r>
          </a:p>
        </p:txBody>
      </p:sp>
      <p:sp>
        <p:nvSpPr>
          <p:cNvPr id="144" name="AutoShape 2250">
            <a:extLst>
              <a:ext uri="{FF2B5EF4-FFF2-40B4-BE49-F238E27FC236}">
                <a16:creationId xmlns:a16="http://schemas.microsoft.com/office/drawing/2014/main" id="{E1001276-E4AD-D39B-5472-8CBE65FEB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046" y="3699238"/>
            <a:ext cx="1080000" cy="10478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증빙자료</a:t>
            </a:r>
          </a:p>
        </p:txBody>
      </p:sp>
      <p:sp>
        <p:nvSpPr>
          <p:cNvPr id="155" name="AutoShape 2250">
            <a:extLst>
              <a:ext uri="{FF2B5EF4-FFF2-40B4-BE49-F238E27FC236}">
                <a16:creationId xmlns:a16="http://schemas.microsoft.com/office/drawing/2014/main" id="{BA843AA1-D898-247F-2C2C-57D07AADC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2784" y="2648028"/>
            <a:ext cx="1080000" cy="259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운영평가</a:t>
            </a:r>
          </a:p>
        </p:txBody>
      </p:sp>
      <p:sp>
        <p:nvSpPr>
          <p:cNvPr id="164" name="Rectangle 2234">
            <a:extLst>
              <a:ext uri="{FF2B5EF4-FFF2-40B4-BE49-F238E27FC236}">
                <a16:creationId xmlns:a16="http://schemas.microsoft.com/office/drawing/2014/main" id="{660EE7AF-D1A3-6D62-D4CB-849B271AA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5201" y="2283330"/>
            <a:ext cx="1224000" cy="30182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보고</a:t>
            </a:r>
            <a:r>
              <a:rPr lang="en-US" altLang="ko-KR" sz="12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모니터링</a:t>
            </a:r>
          </a:p>
        </p:txBody>
      </p:sp>
      <p:sp>
        <p:nvSpPr>
          <p:cNvPr id="172" name="AutoShape 2250">
            <a:extLst>
              <a:ext uri="{FF2B5EF4-FFF2-40B4-BE49-F238E27FC236}">
                <a16:creationId xmlns:a16="http://schemas.microsoft.com/office/drawing/2014/main" id="{BBB8F8C1-3CE5-C496-2B49-7C52A2CF3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7201" y="2648027"/>
            <a:ext cx="1080000" cy="10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결과보고</a:t>
            </a:r>
          </a:p>
        </p:txBody>
      </p:sp>
      <p:sp>
        <p:nvSpPr>
          <p:cNvPr id="19" name="Rectangle 2330">
            <a:extLst>
              <a:ext uri="{FF2B5EF4-FFF2-40B4-BE49-F238E27FC236}">
                <a16:creationId xmlns:a16="http://schemas.microsoft.com/office/drawing/2014/main" id="{D5693CD3-C0DA-733E-49D9-B0A82186055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255109" y="3684229"/>
            <a:ext cx="534180" cy="463172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wrap="none" lIns="75600" tIns="75600" rIns="75600" bIns="7560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endParaRPr lang="ko-KR" altLang="en-US" sz="2835" dirty="0">
              <a:ln>
                <a:solidFill>
                  <a:srgbClr val="C00000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25" name="원통 116">
            <a:extLst>
              <a:ext uri="{FF2B5EF4-FFF2-40B4-BE49-F238E27FC236}">
                <a16:creationId xmlns:a16="http://schemas.microsoft.com/office/drawing/2014/main" id="{D0232CB0-6049-CCE4-25B7-295121F84EB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382012" y="4100773"/>
            <a:ext cx="367592" cy="2906208"/>
          </a:xfrm>
          <a:prstGeom prst="homePlate">
            <a:avLst/>
          </a:prstGeom>
          <a:solidFill>
            <a:srgbClr val="DEE9F5"/>
          </a:solidFill>
          <a:ln w="9525" algn="ctr">
            <a:noFill/>
            <a:round/>
            <a:headEnd/>
            <a:tailEnd/>
          </a:ln>
          <a:effectLst/>
        </p:spPr>
        <p:txBody>
          <a:bodyPr vert="eaVert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defTabSz="1279525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1pPr>
            <a:lvl2pPr marL="742950" indent="-285750" defTabSz="1279525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2pPr>
            <a:lvl3pPr marL="1143000" indent="-228600" defTabSz="1279525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3pPr>
            <a:lvl4pPr marL="1600200" indent="-228600" defTabSz="1279525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4pPr>
            <a:lvl5pPr marL="2057400" indent="-228600" defTabSz="1279525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9pPr>
          </a:lstStyle>
          <a:p>
            <a:pPr algn="ctr"/>
            <a:r>
              <a:rPr lang="en-US" altLang="ko-KR" sz="1100" dirty="0">
                <a:ln>
                  <a:solidFill>
                    <a:srgbClr val="C0000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Interface</a:t>
            </a:r>
            <a:endParaRPr lang="ko-KR" altLang="en-US" sz="1100" dirty="0">
              <a:ln>
                <a:solidFill>
                  <a:srgbClr val="C00000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Rectangle 2251">
            <a:extLst>
              <a:ext uri="{FF2B5EF4-FFF2-40B4-BE49-F238E27FC236}">
                <a16:creationId xmlns:a16="http://schemas.microsoft.com/office/drawing/2014/main" id="{59F7C3DB-F47D-60CA-88CB-994221B88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3264" y="5856088"/>
            <a:ext cx="900000" cy="2880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인사정보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Rectangle 2251">
            <a:extLst>
              <a:ext uri="{FF2B5EF4-FFF2-40B4-BE49-F238E27FC236}">
                <a16:creationId xmlns:a16="http://schemas.microsoft.com/office/drawing/2014/main" id="{342328EF-1176-F255-C464-DF1DED484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9070" y="5856088"/>
            <a:ext cx="900000" cy="2880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SSO</a:t>
            </a:r>
          </a:p>
        </p:txBody>
      </p:sp>
      <p:sp>
        <p:nvSpPr>
          <p:cNvPr id="13" name="Rectangle 2251">
            <a:extLst>
              <a:ext uri="{FF2B5EF4-FFF2-40B4-BE49-F238E27FC236}">
                <a16:creationId xmlns:a16="http://schemas.microsoft.com/office/drawing/2014/main" id="{612ABAAC-5E06-9069-7A0B-D82420F6B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876" y="5856088"/>
            <a:ext cx="900000" cy="2880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메일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6FFCC034-9895-149F-FC69-9DF62F0605F0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제안 시스템의 구성도는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연결 내부회계관리를 효율적으로 운영하기 위한 체계로 구축합니다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61" name="Rectangle 2377">
            <a:extLst>
              <a:ext uri="{FF2B5EF4-FFF2-40B4-BE49-F238E27FC236}">
                <a16:creationId xmlns:a16="http://schemas.microsoft.com/office/drawing/2014/main" id="{CCEC0723-597A-C892-FDC7-4B9312463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696" y="3427603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전사수준 평가자</a:t>
            </a:r>
          </a:p>
        </p:txBody>
      </p:sp>
      <p:sp>
        <p:nvSpPr>
          <p:cNvPr id="62" name="Rectangle 2377">
            <a:extLst>
              <a:ext uri="{FF2B5EF4-FFF2-40B4-BE49-F238E27FC236}">
                <a16:creationId xmlns:a16="http://schemas.microsoft.com/office/drawing/2014/main" id="{481F7EB5-1DCA-1E41-A888-504B07C21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696" y="3688416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업무수준 평가자</a:t>
            </a:r>
          </a:p>
        </p:txBody>
      </p:sp>
      <p:sp>
        <p:nvSpPr>
          <p:cNvPr id="63" name="Rectangle 2377">
            <a:extLst>
              <a:ext uri="{FF2B5EF4-FFF2-40B4-BE49-F238E27FC236}">
                <a16:creationId xmlns:a16="http://schemas.microsoft.com/office/drawing/2014/main" id="{32E4A8B4-2F6E-E37C-BE46-A46E7F44B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696" y="4210042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업무수준 평가</a:t>
            </a:r>
          </a:p>
        </p:txBody>
      </p:sp>
      <p:sp>
        <p:nvSpPr>
          <p:cNvPr id="64" name="Rectangle 2377">
            <a:extLst>
              <a:ext uri="{FF2B5EF4-FFF2-40B4-BE49-F238E27FC236}">
                <a16:creationId xmlns:a16="http://schemas.microsoft.com/office/drawing/2014/main" id="{0669C6C5-1D19-3543-EBE3-39DE1885D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696" y="3949229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전사수준 평가</a:t>
            </a:r>
          </a:p>
        </p:txBody>
      </p:sp>
      <p:sp>
        <p:nvSpPr>
          <p:cNvPr id="65" name="Rectangle 2377">
            <a:extLst>
              <a:ext uri="{FF2B5EF4-FFF2-40B4-BE49-F238E27FC236}">
                <a16:creationId xmlns:a16="http://schemas.microsoft.com/office/drawing/2014/main" id="{C2AE07EB-6659-4101-B00B-A6BBCC75D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434" y="2905977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통제활동관리</a:t>
            </a:r>
          </a:p>
        </p:txBody>
      </p:sp>
      <p:sp>
        <p:nvSpPr>
          <p:cNvPr id="66" name="Rectangle 2377">
            <a:extLst>
              <a:ext uri="{FF2B5EF4-FFF2-40B4-BE49-F238E27FC236}">
                <a16:creationId xmlns:a16="http://schemas.microsoft.com/office/drawing/2014/main" id="{4B612E0B-E625-AF56-7E8F-FE0D20F13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434" y="3427603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통제부서관리</a:t>
            </a:r>
          </a:p>
        </p:txBody>
      </p:sp>
      <p:sp>
        <p:nvSpPr>
          <p:cNvPr id="67" name="Rectangle 2377">
            <a:extLst>
              <a:ext uri="{FF2B5EF4-FFF2-40B4-BE49-F238E27FC236}">
                <a16:creationId xmlns:a16="http://schemas.microsoft.com/office/drawing/2014/main" id="{50ABA5EE-C533-EDC4-8E76-2E46DE327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434" y="3688416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프로세스관리</a:t>
            </a:r>
          </a:p>
        </p:txBody>
      </p:sp>
      <p:sp>
        <p:nvSpPr>
          <p:cNvPr id="68" name="Rectangle 2377">
            <a:extLst>
              <a:ext uri="{FF2B5EF4-FFF2-40B4-BE49-F238E27FC236}">
                <a16:creationId xmlns:a16="http://schemas.microsoft.com/office/drawing/2014/main" id="{53062F9A-16AF-A5D8-267E-E21E20952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496" y="2905977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통제기간관리</a:t>
            </a:r>
          </a:p>
        </p:txBody>
      </p:sp>
      <p:sp>
        <p:nvSpPr>
          <p:cNvPr id="69" name="Rectangle 2377">
            <a:extLst>
              <a:ext uri="{FF2B5EF4-FFF2-40B4-BE49-F238E27FC236}">
                <a16:creationId xmlns:a16="http://schemas.microsoft.com/office/drawing/2014/main" id="{81D79A4B-D12D-9D48-77E9-F2A93592F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496" y="3427603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인사정보관리</a:t>
            </a:r>
          </a:p>
        </p:txBody>
      </p:sp>
      <p:sp>
        <p:nvSpPr>
          <p:cNvPr id="70" name="Rectangle 2377">
            <a:extLst>
              <a:ext uri="{FF2B5EF4-FFF2-40B4-BE49-F238E27FC236}">
                <a16:creationId xmlns:a16="http://schemas.microsoft.com/office/drawing/2014/main" id="{CA0094C6-2A4D-0D52-76CB-AB0361D22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496" y="3949229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권한관리</a:t>
            </a:r>
          </a:p>
        </p:txBody>
      </p:sp>
      <p:sp>
        <p:nvSpPr>
          <p:cNvPr id="71" name="Rectangle 2377">
            <a:extLst>
              <a:ext uri="{FF2B5EF4-FFF2-40B4-BE49-F238E27FC236}">
                <a16:creationId xmlns:a16="http://schemas.microsoft.com/office/drawing/2014/main" id="{DA67B6E7-419A-A30F-D150-832951F5F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496" y="3688416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커뮤니티관리</a:t>
            </a:r>
          </a:p>
        </p:txBody>
      </p:sp>
      <p:sp>
        <p:nvSpPr>
          <p:cNvPr id="72" name="Rectangle 2377">
            <a:extLst>
              <a:ext uri="{FF2B5EF4-FFF2-40B4-BE49-F238E27FC236}">
                <a16:creationId xmlns:a16="http://schemas.microsoft.com/office/drawing/2014/main" id="{15C938D4-1697-EA8F-A5C3-879F2DD98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496" y="4210042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일정관리</a:t>
            </a:r>
          </a:p>
        </p:txBody>
      </p:sp>
      <p:sp>
        <p:nvSpPr>
          <p:cNvPr id="73" name="Rectangle 2377">
            <a:extLst>
              <a:ext uri="{FF2B5EF4-FFF2-40B4-BE49-F238E27FC236}">
                <a16:creationId xmlns:a16="http://schemas.microsoft.com/office/drawing/2014/main" id="{2A8148B7-E4BC-7239-DE45-9028BD0AD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496" y="4470855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결재관리</a:t>
            </a:r>
          </a:p>
        </p:txBody>
      </p:sp>
      <p:sp>
        <p:nvSpPr>
          <p:cNvPr id="74" name="Rectangle 2377">
            <a:extLst>
              <a:ext uri="{FF2B5EF4-FFF2-40B4-BE49-F238E27FC236}">
                <a16:creationId xmlns:a16="http://schemas.microsoft.com/office/drawing/2014/main" id="{DC39922F-49A2-3BAA-C877-F72DE47AB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696" y="2905977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변화 관리</a:t>
            </a:r>
          </a:p>
        </p:txBody>
      </p:sp>
      <p:sp>
        <p:nvSpPr>
          <p:cNvPr id="75" name="Rectangle 2377">
            <a:extLst>
              <a:ext uri="{FF2B5EF4-FFF2-40B4-BE49-F238E27FC236}">
                <a16:creationId xmlns:a16="http://schemas.microsoft.com/office/drawing/2014/main" id="{54C33666-80F4-B8A2-7C8C-8B9086396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696" y="3166790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설문 관리</a:t>
            </a:r>
          </a:p>
        </p:txBody>
      </p:sp>
      <p:sp>
        <p:nvSpPr>
          <p:cNvPr id="76" name="Rectangle 2377">
            <a:extLst>
              <a:ext uri="{FF2B5EF4-FFF2-40B4-BE49-F238E27FC236}">
                <a16:creationId xmlns:a16="http://schemas.microsoft.com/office/drawing/2014/main" id="{78489578-259E-B466-25E1-2469A377F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496" y="3166790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그룹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법인관리</a:t>
            </a:r>
          </a:p>
        </p:txBody>
      </p:sp>
      <p:sp>
        <p:nvSpPr>
          <p:cNvPr id="77" name="Rectangle 2377">
            <a:extLst>
              <a:ext uri="{FF2B5EF4-FFF2-40B4-BE49-F238E27FC236}">
                <a16:creationId xmlns:a16="http://schemas.microsoft.com/office/drawing/2014/main" id="{91C12A8B-4F6B-2B3D-EA06-E4172AA93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496" y="4731668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통제환경</a:t>
            </a:r>
          </a:p>
        </p:txBody>
      </p:sp>
      <p:sp>
        <p:nvSpPr>
          <p:cNvPr id="78" name="Rectangle 2377">
            <a:extLst>
              <a:ext uri="{FF2B5EF4-FFF2-40B4-BE49-F238E27FC236}">
                <a16:creationId xmlns:a16="http://schemas.microsoft.com/office/drawing/2014/main" id="{7CB16473-2869-3662-A7A4-4CE3730DA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496" y="4992480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로그관리</a:t>
            </a:r>
          </a:p>
        </p:txBody>
      </p:sp>
      <p:sp>
        <p:nvSpPr>
          <p:cNvPr id="79" name="Rectangle 2377">
            <a:extLst>
              <a:ext uri="{FF2B5EF4-FFF2-40B4-BE49-F238E27FC236}">
                <a16:creationId xmlns:a16="http://schemas.microsoft.com/office/drawing/2014/main" id="{3699347E-A2E7-72EB-12F6-91E5960D3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434" y="3166790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RCM</a:t>
            </a:r>
            <a:endParaRPr lang="ko-KR" altLang="en-US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Rectangle 2377">
            <a:extLst>
              <a:ext uri="{FF2B5EF4-FFF2-40B4-BE49-F238E27FC236}">
                <a16:creationId xmlns:a16="http://schemas.microsoft.com/office/drawing/2014/main" id="{3E3C4A65-A5FB-9BB3-5694-F052DBD6D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5046" y="2905977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모집단 등록</a:t>
            </a:r>
          </a:p>
        </p:txBody>
      </p:sp>
      <p:sp>
        <p:nvSpPr>
          <p:cNvPr id="85" name="Rectangle 2377">
            <a:extLst>
              <a:ext uri="{FF2B5EF4-FFF2-40B4-BE49-F238E27FC236}">
                <a16:creationId xmlns:a16="http://schemas.microsoft.com/office/drawing/2014/main" id="{FC99179B-674E-109F-74EC-7B4D8D8D8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5046" y="3166790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샘플 추출</a:t>
            </a:r>
          </a:p>
        </p:txBody>
      </p:sp>
      <p:sp>
        <p:nvSpPr>
          <p:cNvPr id="86" name="Rectangle 2377">
            <a:extLst>
              <a:ext uri="{FF2B5EF4-FFF2-40B4-BE49-F238E27FC236}">
                <a16:creationId xmlns:a16="http://schemas.microsoft.com/office/drawing/2014/main" id="{C88FCB8E-0823-5D6E-D5B6-E5A07F7F1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5046" y="3427603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모집단 현황</a:t>
            </a:r>
          </a:p>
        </p:txBody>
      </p:sp>
      <p:sp>
        <p:nvSpPr>
          <p:cNvPr id="87" name="Rectangle 2377">
            <a:extLst>
              <a:ext uri="{FF2B5EF4-FFF2-40B4-BE49-F238E27FC236}">
                <a16:creationId xmlns:a16="http://schemas.microsoft.com/office/drawing/2014/main" id="{669B0872-CE7F-0107-9805-24543C4C7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5046" y="3949229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증빙자료 요청</a:t>
            </a:r>
          </a:p>
        </p:txBody>
      </p:sp>
      <p:sp>
        <p:nvSpPr>
          <p:cNvPr id="88" name="Rectangle 2377">
            <a:extLst>
              <a:ext uri="{FF2B5EF4-FFF2-40B4-BE49-F238E27FC236}">
                <a16:creationId xmlns:a16="http://schemas.microsoft.com/office/drawing/2014/main" id="{3A62F564-25E1-8884-D2CB-5883B7E8D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5046" y="4210042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담당자 지정</a:t>
            </a:r>
          </a:p>
        </p:txBody>
      </p:sp>
      <p:sp>
        <p:nvSpPr>
          <p:cNvPr id="89" name="Rectangle 2377">
            <a:extLst>
              <a:ext uri="{FF2B5EF4-FFF2-40B4-BE49-F238E27FC236}">
                <a16:creationId xmlns:a16="http://schemas.microsoft.com/office/drawing/2014/main" id="{0E5DFF34-FE4C-9190-723A-F8956B924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5046" y="4470855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증빙자료 제출</a:t>
            </a:r>
          </a:p>
        </p:txBody>
      </p:sp>
      <p:sp>
        <p:nvSpPr>
          <p:cNvPr id="90" name="Rectangle 2377">
            <a:extLst>
              <a:ext uri="{FF2B5EF4-FFF2-40B4-BE49-F238E27FC236}">
                <a16:creationId xmlns:a16="http://schemas.microsoft.com/office/drawing/2014/main" id="{880B3E20-C098-5184-91AB-8D4C32648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784" y="2905977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전사수준 평가자</a:t>
            </a:r>
          </a:p>
        </p:txBody>
      </p:sp>
      <p:sp>
        <p:nvSpPr>
          <p:cNvPr id="91" name="Rectangle 2377">
            <a:extLst>
              <a:ext uri="{FF2B5EF4-FFF2-40B4-BE49-F238E27FC236}">
                <a16:creationId xmlns:a16="http://schemas.microsoft.com/office/drawing/2014/main" id="{B43A5E67-717F-7A69-2957-6E652DB68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784" y="3166790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업무수준 평가자</a:t>
            </a:r>
          </a:p>
        </p:txBody>
      </p:sp>
      <p:sp>
        <p:nvSpPr>
          <p:cNvPr id="92" name="Rectangle 2377">
            <a:extLst>
              <a:ext uri="{FF2B5EF4-FFF2-40B4-BE49-F238E27FC236}">
                <a16:creationId xmlns:a16="http://schemas.microsoft.com/office/drawing/2014/main" id="{5A2A6A13-EC2D-F20B-7FD7-E063E491C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784" y="3688416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업무수준 평가</a:t>
            </a:r>
          </a:p>
        </p:txBody>
      </p:sp>
      <p:sp>
        <p:nvSpPr>
          <p:cNvPr id="93" name="Rectangle 2377">
            <a:extLst>
              <a:ext uri="{FF2B5EF4-FFF2-40B4-BE49-F238E27FC236}">
                <a16:creationId xmlns:a16="http://schemas.microsoft.com/office/drawing/2014/main" id="{DC289E71-242E-89AB-2175-3DD6F96CE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784" y="3427603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전사수준 평가</a:t>
            </a:r>
          </a:p>
        </p:txBody>
      </p:sp>
      <p:sp>
        <p:nvSpPr>
          <p:cNvPr id="94" name="Rectangle 2377">
            <a:extLst>
              <a:ext uri="{FF2B5EF4-FFF2-40B4-BE49-F238E27FC236}">
                <a16:creationId xmlns:a16="http://schemas.microsoft.com/office/drawing/2014/main" id="{C0F021F1-C2A1-3D3F-7DB5-6575B6345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201" y="2905977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예외보고</a:t>
            </a:r>
          </a:p>
        </p:txBody>
      </p:sp>
      <p:sp>
        <p:nvSpPr>
          <p:cNvPr id="95" name="Rectangle 2377">
            <a:extLst>
              <a:ext uri="{FF2B5EF4-FFF2-40B4-BE49-F238E27FC236}">
                <a16:creationId xmlns:a16="http://schemas.microsoft.com/office/drawing/2014/main" id="{3BB63217-1729-63AA-CC73-6EDB28F64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201" y="3166790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개선보고</a:t>
            </a:r>
          </a:p>
        </p:txBody>
      </p:sp>
      <p:sp>
        <p:nvSpPr>
          <p:cNvPr id="102" name="AutoShape 2250">
            <a:extLst>
              <a:ext uri="{FF2B5EF4-FFF2-40B4-BE49-F238E27FC236}">
                <a16:creationId xmlns:a16="http://schemas.microsoft.com/office/drawing/2014/main" id="{902E936A-4D04-1A8D-070E-4BB6BE97C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6434" y="3951783"/>
            <a:ext cx="1080000" cy="129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Scoping</a:t>
            </a:r>
            <a:endParaRPr lang="ko-KR" altLang="en-US" sz="11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Rectangle 2377">
            <a:extLst>
              <a:ext uri="{FF2B5EF4-FFF2-40B4-BE49-F238E27FC236}">
                <a16:creationId xmlns:a16="http://schemas.microsoft.com/office/drawing/2014/main" id="{EF1E526F-E711-4E64-74EC-F3A90D68F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434" y="4210042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Scoping</a:t>
            </a:r>
            <a:endParaRPr lang="ko-KR" altLang="en-US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Rectangle 2377">
            <a:extLst>
              <a:ext uri="{FF2B5EF4-FFF2-40B4-BE49-F238E27FC236}">
                <a16:creationId xmlns:a16="http://schemas.microsoft.com/office/drawing/2014/main" id="{0100B599-4412-6C18-81A2-3DCE26BE8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434" y="4731668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위험평가</a:t>
            </a:r>
          </a:p>
        </p:txBody>
      </p:sp>
      <p:sp>
        <p:nvSpPr>
          <p:cNvPr id="108" name="Rectangle 2377">
            <a:extLst>
              <a:ext uri="{FF2B5EF4-FFF2-40B4-BE49-F238E27FC236}">
                <a16:creationId xmlns:a16="http://schemas.microsoft.com/office/drawing/2014/main" id="{2B98268C-1333-4188-1D74-DA1C61855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434" y="4992480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중요성금액</a:t>
            </a:r>
          </a:p>
        </p:txBody>
      </p:sp>
      <p:sp>
        <p:nvSpPr>
          <p:cNvPr id="109" name="Rectangle 2377">
            <a:extLst>
              <a:ext uri="{FF2B5EF4-FFF2-40B4-BE49-F238E27FC236}">
                <a16:creationId xmlns:a16="http://schemas.microsoft.com/office/drawing/2014/main" id="{30BEBCEA-1E55-4DE3-3E58-EEC31648A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434" y="4470855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개별 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Scoping</a:t>
            </a:r>
            <a:endParaRPr lang="ko-KR" altLang="en-US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AutoShape 2250">
            <a:extLst>
              <a:ext uri="{FF2B5EF4-FFF2-40B4-BE49-F238E27FC236}">
                <a16:creationId xmlns:a16="http://schemas.microsoft.com/office/drawing/2014/main" id="{CB40D91C-2E5A-1527-A479-4F23335C3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7201" y="3699238"/>
            <a:ext cx="1080000" cy="15501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진행현황</a:t>
            </a:r>
          </a:p>
        </p:txBody>
      </p:sp>
      <p:sp>
        <p:nvSpPr>
          <p:cNvPr id="113" name="Rectangle 2377">
            <a:extLst>
              <a:ext uri="{FF2B5EF4-FFF2-40B4-BE49-F238E27FC236}">
                <a16:creationId xmlns:a16="http://schemas.microsoft.com/office/drawing/2014/main" id="{B75D5CDF-1B78-7598-1F7B-4DE77206D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201" y="3949229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법인별 진행현황</a:t>
            </a:r>
          </a:p>
        </p:txBody>
      </p:sp>
      <p:sp>
        <p:nvSpPr>
          <p:cNvPr id="114" name="Rectangle 2377">
            <a:extLst>
              <a:ext uri="{FF2B5EF4-FFF2-40B4-BE49-F238E27FC236}">
                <a16:creationId xmlns:a16="http://schemas.microsoft.com/office/drawing/2014/main" id="{96AF3B6F-C944-D10F-8C93-92185E0A3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201" y="4210042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부서별 진행현황</a:t>
            </a:r>
          </a:p>
        </p:txBody>
      </p:sp>
      <p:sp>
        <p:nvSpPr>
          <p:cNvPr id="115" name="Rectangle 2377">
            <a:extLst>
              <a:ext uri="{FF2B5EF4-FFF2-40B4-BE49-F238E27FC236}">
                <a16:creationId xmlns:a16="http://schemas.microsoft.com/office/drawing/2014/main" id="{DEFAA596-3A87-ADA4-098A-CCB1A5FFA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201" y="4731668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통제활동 현황</a:t>
            </a:r>
          </a:p>
        </p:txBody>
      </p:sp>
      <p:sp>
        <p:nvSpPr>
          <p:cNvPr id="116" name="Rectangle 2377">
            <a:extLst>
              <a:ext uri="{FF2B5EF4-FFF2-40B4-BE49-F238E27FC236}">
                <a16:creationId xmlns:a16="http://schemas.microsoft.com/office/drawing/2014/main" id="{EFF23A13-3692-F31D-BA8F-DA2E72A25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201" y="4470855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통가자 평가현황</a:t>
            </a:r>
          </a:p>
        </p:txBody>
      </p:sp>
      <p:sp>
        <p:nvSpPr>
          <p:cNvPr id="117" name="Rectangle 2377">
            <a:extLst>
              <a:ext uri="{FF2B5EF4-FFF2-40B4-BE49-F238E27FC236}">
                <a16:creationId xmlns:a16="http://schemas.microsoft.com/office/drawing/2014/main" id="{91012DA7-3037-1723-7455-0B8166FF5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201" y="4992480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증빙자료 현황</a:t>
            </a:r>
          </a:p>
        </p:txBody>
      </p:sp>
      <p:sp>
        <p:nvSpPr>
          <p:cNvPr id="125" name="Rectangle 2377">
            <a:extLst>
              <a:ext uri="{FF2B5EF4-FFF2-40B4-BE49-F238E27FC236}">
                <a16:creationId xmlns:a16="http://schemas.microsoft.com/office/drawing/2014/main" id="{7BE18B2F-60A1-E74A-023B-146CD3A51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201" y="3427603"/>
            <a:ext cx="972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평가보고</a:t>
            </a:r>
          </a:p>
        </p:txBody>
      </p:sp>
      <p:sp>
        <p:nvSpPr>
          <p:cNvPr id="128" name="Rectangle 2377">
            <a:extLst>
              <a:ext uri="{FF2B5EF4-FFF2-40B4-BE49-F238E27FC236}">
                <a16:creationId xmlns:a16="http://schemas.microsoft.com/office/drawing/2014/main" id="{28865FA8-1AD0-5636-DD6C-D20F85121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813" y="2727450"/>
            <a:ext cx="8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임원</a:t>
            </a:r>
          </a:p>
        </p:txBody>
      </p:sp>
      <p:sp>
        <p:nvSpPr>
          <p:cNvPr id="129" name="Rectangle 2377">
            <a:extLst>
              <a:ext uri="{FF2B5EF4-FFF2-40B4-BE49-F238E27FC236}">
                <a16:creationId xmlns:a16="http://schemas.microsoft.com/office/drawing/2014/main" id="{0CA483AE-DA81-FC8A-845E-48A7438ED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813" y="3350113"/>
            <a:ext cx="8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팀장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Rectangle 2377">
            <a:extLst>
              <a:ext uri="{FF2B5EF4-FFF2-40B4-BE49-F238E27FC236}">
                <a16:creationId xmlns:a16="http://schemas.microsoft.com/office/drawing/2014/main" id="{A937EDDF-DED9-640D-5A70-A803FCBC5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813" y="3972776"/>
            <a:ext cx="8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업무담당자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1" name="Rectangle 2377">
            <a:extLst>
              <a:ext uri="{FF2B5EF4-FFF2-40B4-BE49-F238E27FC236}">
                <a16:creationId xmlns:a16="http://schemas.microsoft.com/office/drawing/2014/main" id="{13A56584-30AB-E246-DED6-A38026C36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813" y="4612858"/>
            <a:ext cx="8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평가자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2" name="Rectangle 2377">
            <a:extLst>
              <a:ext uri="{FF2B5EF4-FFF2-40B4-BE49-F238E27FC236}">
                <a16:creationId xmlns:a16="http://schemas.microsoft.com/office/drawing/2014/main" id="{241C884A-82E8-EE9D-B63D-CB15F141E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813" y="5235521"/>
            <a:ext cx="828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감사인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A1AE93AB-05F1-977D-77A1-A2DDB5C00157}"/>
              </a:ext>
            </a:extLst>
          </p:cNvPr>
          <p:cNvGrpSpPr/>
          <p:nvPr/>
        </p:nvGrpSpPr>
        <p:grpSpPr>
          <a:xfrm>
            <a:off x="4144822" y="2349251"/>
            <a:ext cx="360000" cy="180000"/>
            <a:chOff x="732802" y="3228958"/>
            <a:chExt cx="283135" cy="99914"/>
          </a:xfrm>
        </p:grpSpPr>
        <p:sp>
          <p:nvSpPr>
            <p:cNvPr id="134" name="이등변 삼각형 133">
              <a:extLst>
                <a:ext uri="{FF2B5EF4-FFF2-40B4-BE49-F238E27FC236}">
                  <a16:creationId xmlns:a16="http://schemas.microsoft.com/office/drawing/2014/main" id="{5A7AD13F-DE2C-CA53-5D63-0409DE81E5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722312" y="3239448"/>
              <a:ext cx="99914" cy="78934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983" b="1" i="0" u="none" strike="noStrike" kern="1200" cap="none" spc="-66" normalizeH="0" baseline="0" noProof="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5" name="이등변 삼각형 134">
              <a:extLst>
                <a:ext uri="{FF2B5EF4-FFF2-40B4-BE49-F238E27FC236}">
                  <a16:creationId xmlns:a16="http://schemas.microsoft.com/office/drawing/2014/main" id="{83A1E978-C8D3-B93D-DFEF-3F8622664F4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824414" y="3238590"/>
              <a:ext cx="99914" cy="8065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983" b="1" i="0" u="none" strike="noStrike" kern="1200" cap="none" spc="0" normalizeH="0" baseline="0" noProof="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6" name="이등변 삼각형 135">
              <a:extLst>
                <a:ext uri="{FF2B5EF4-FFF2-40B4-BE49-F238E27FC236}">
                  <a16:creationId xmlns:a16="http://schemas.microsoft.com/office/drawing/2014/main" id="{7A8C3449-C877-C1BD-84B5-A8A443ADFD7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926513" y="3239448"/>
              <a:ext cx="99914" cy="78934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102" b="1" i="0" u="none" strike="noStrike" kern="1200" cap="none" spc="0" normalizeH="0" baseline="0" noProof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0E61BFAE-3CBB-7A7B-3398-27CCC32B61EC}"/>
              </a:ext>
            </a:extLst>
          </p:cNvPr>
          <p:cNvGrpSpPr/>
          <p:nvPr/>
        </p:nvGrpSpPr>
        <p:grpSpPr>
          <a:xfrm>
            <a:off x="7684856" y="2349251"/>
            <a:ext cx="360000" cy="180000"/>
            <a:chOff x="732802" y="3228958"/>
            <a:chExt cx="283135" cy="99914"/>
          </a:xfrm>
        </p:grpSpPr>
        <p:sp>
          <p:nvSpPr>
            <p:cNvPr id="138" name="이등변 삼각형 137">
              <a:extLst>
                <a:ext uri="{FF2B5EF4-FFF2-40B4-BE49-F238E27FC236}">
                  <a16:creationId xmlns:a16="http://schemas.microsoft.com/office/drawing/2014/main" id="{41EBB828-0A28-DD20-C122-81A073E201C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722312" y="3239448"/>
              <a:ext cx="99914" cy="78934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983" b="1" i="0" u="none" strike="noStrike" kern="1200" cap="none" spc="-66" normalizeH="0" baseline="0" noProof="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9" name="이등변 삼각형 138">
              <a:extLst>
                <a:ext uri="{FF2B5EF4-FFF2-40B4-BE49-F238E27FC236}">
                  <a16:creationId xmlns:a16="http://schemas.microsoft.com/office/drawing/2014/main" id="{1583F1C0-10A0-4F6B-2CE1-C36C1BE120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824414" y="3238590"/>
              <a:ext cx="99914" cy="8065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983" b="1" i="0" u="none" strike="noStrike" kern="1200" cap="none" spc="0" normalizeH="0" baseline="0" noProof="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5" name="이등변 삼각형 144">
              <a:extLst>
                <a:ext uri="{FF2B5EF4-FFF2-40B4-BE49-F238E27FC236}">
                  <a16:creationId xmlns:a16="http://schemas.microsoft.com/office/drawing/2014/main" id="{0D2250BE-50D4-7980-1340-A17E8A25030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926513" y="3239448"/>
              <a:ext cx="99914" cy="78934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102" b="1" i="0" u="none" strike="noStrike" kern="1200" cap="none" spc="0" normalizeH="0" baseline="0" noProof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" name="Rectangle 2251">
            <a:extLst>
              <a:ext uri="{FF2B5EF4-FFF2-40B4-BE49-F238E27FC236}">
                <a16:creationId xmlns:a16="http://schemas.microsoft.com/office/drawing/2014/main" id="{0669D3C5-95ED-07E8-A193-F5090EF62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682" y="5856088"/>
            <a:ext cx="900000" cy="2880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9068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E408F-38FB-44E5-FCD8-F84290AFB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90E0536-B579-C4ED-5D0E-BA770769BCB3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1.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제안 시스템 구성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C9AC422-87ED-44C4-8826-225211F5E16A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연결</a:t>
            </a:r>
            <a:r>
              <a:rPr lang="en-US" altLang="ko-KR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 </a:t>
            </a: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내부회계관리 시스템은</a:t>
            </a:r>
            <a:endParaRPr lang="en-US" altLang="ko-KR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고객의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IT Infra 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환경에 최적화하여 구축합니다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08395AF-9353-83E0-697F-D13167981C9C}"/>
              </a:ext>
            </a:extLst>
          </p:cNvPr>
          <p:cNvGrpSpPr/>
          <p:nvPr/>
        </p:nvGrpSpPr>
        <p:grpSpPr>
          <a:xfrm>
            <a:off x="709970" y="1916832"/>
            <a:ext cx="1692000" cy="276999"/>
            <a:chOff x="471929" y="1927865"/>
            <a:chExt cx="1692000" cy="276999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29E87-88DD-9347-B3AF-7A7A55BA9A6A}"/>
                </a:ext>
              </a:extLst>
            </p:cNvPr>
            <p:cNvSpPr txBox="1"/>
            <p:nvPr/>
          </p:nvSpPr>
          <p:spPr>
            <a:xfrm>
              <a:off x="471929" y="1927865"/>
              <a:ext cx="16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H/W 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S/W 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구성도</a:t>
              </a: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C84B81B5-9F6C-56E5-B717-87BA52B137A1}"/>
                </a:ext>
              </a:extLst>
            </p:cNvPr>
            <p:cNvSpPr/>
            <p:nvPr/>
          </p:nvSpPr>
          <p:spPr>
            <a:xfrm>
              <a:off x="485707" y="2003819"/>
              <a:ext cx="45719" cy="136067"/>
            </a:xfrm>
            <a:prstGeom prst="rect">
              <a:avLst/>
            </a:prstGeom>
            <a:solidFill>
              <a:srgbClr val="0E49A3"/>
            </a:solidFill>
            <a:ln w="12700" cap="flat" cmpd="sng" algn="ctr">
              <a:solidFill>
                <a:srgbClr val="0E49A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0" name="모서리가 둥근 직사각형 27">
            <a:extLst>
              <a:ext uri="{FF2B5EF4-FFF2-40B4-BE49-F238E27FC236}">
                <a16:creationId xmlns:a16="http://schemas.microsoft.com/office/drawing/2014/main" id="{E32DF4AC-4595-62C9-4374-94643CD23754}"/>
              </a:ext>
            </a:extLst>
          </p:cNvPr>
          <p:cNvSpPr/>
          <p:nvPr/>
        </p:nvSpPr>
        <p:spPr bwMode="auto">
          <a:xfrm>
            <a:off x="717467" y="2276873"/>
            <a:ext cx="4595533" cy="2160240"/>
          </a:xfrm>
          <a:prstGeom prst="roundRect">
            <a:avLst>
              <a:gd name="adj" fmla="val 5068"/>
            </a:avLst>
          </a:prstGeom>
          <a:solidFill>
            <a:srgbClr val="5B9BD5">
              <a:lumMod val="20000"/>
              <a:lumOff val="80000"/>
            </a:srgbClr>
          </a:solidFill>
          <a:ln w="6350" cap="flat" cmpd="sng" algn="ctr">
            <a:noFill/>
            <a:prstDash val="solid"/>
            <a:round/>
            <a:headEnd type="none" w="med" len="med"/>
            <a:tailEnd type="triangle" w="med" len="sm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87313" marR="0" lvl="0" indent="-87313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FDDFC4CC-F1D5-7E6A-0C30-09143B600284}"/>
              </a:ext>
            </a:extLst>
          </p:cNvPr>
          <p:cNvSpPr/>
          <p:nvPr/>
        </p:nvSpPr>
        <p:spPr bwMode="auto">
          <a:xfrm>
            <a:off x="2306621" y="4567288"/>
            <a:ext cx="1062379" cy="1062379"/>
          </a:xfrm>
          <a:prstGeom prst="ellipse">
            <a:avLst/>
          </a:prstGeom>
          <a:gradFill flip="none" rotWithShape="1">
            <a:gsLst>
              <a:gs pos="0">
                <a:srgbClr val="5B9BD5">
                  <a:lumMod val="5000"/>
                  <a:lumOff val="95000"/>
                </a:srgbClr>
              </a:gs>
              <a:gs pos="51000">
                <a:sysClr val="window" lastClr="FFFFFF">
                  <a:lumMod val="95000"/>
                </a:sysClr>
              </a:gs>
              <a:gs pos="50000">
                <a:sysClr val="window" lastClr="FFFFFF"/>
              </a:gs>
              <a:gs pos="100000">
                <a:sysClr val="window" lastClr="FFFFFF">
                  <a:lumMod val="95000"/>
                </a:sysClr>
              </a:gs>
            </a:gsLst>
            <a:lin ang="1800000" scaled="0"/>
            <a:tileRect/>
          </a:gradFill>
          <a:ln w="41275" cap="flat" cmpd="sng" algn="ctr">
            <a:solidFill>
              <a:srgbClr val="2978EF"/>
            </a:solidFill>
            <a:prstDash val="solid"/>
            <a:round/>
            <a:headEnd type="none" w="med" len="med"/>
            <a:tailEnd type="triangle" w="med" len="sm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87313" marR="0" lvl="0" indent="-87313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2EEE5F6-1F41-06CD-10AF-46C67492BDFE}"/>
              </a:ext>
            </a:extLst>
          </p:cNvPr>
          <p:cNvSpPr/>
          <p:nvPr/>
        </p:nvSpPr>
        <p:spPr bwMode="auto">
          <a:xfrm>
            <a:off x="2306621" y="3024268"/>
            <a:ext cx="1062379" cy="1062379"/>
          </a:xfrm>
          <a:prstGeom prst="ellipse">
            <a:avLst/>
          </a:prstGeom>
          <a:gradFill flip="none" rotWithShape="1">
            <a:gsLst>
              <a:gs pos="0">
                <a:srgbClr val="5B9BD5">
                  <a:lumMod val="5000"/>
                  <a:lumOff val="95000"/>
                </a:srgbClr>
              </a:gs>
              <a:gs pos="51000">
                <a:sysClr val="window" lastClr="FFFFFF">
                  <a:lumMod val="95000"/>
                </a:sysClr>
              </a:gs>
              <a:gs pos="50000">
                <a:sysClr val="window" lastClr="FFFFFF"/>
              </a:gs>
              <a:gs pos="100000">
                <a:sysClr val="window" lastClr="FFFFFF">
                  <a:lumMod val="95000"/>
                </a:sysClr>
              </a:gs>
            </a:gsLst>
            <a:lin ang="1800000" scaled="0"/>
            <a:tileRect/>
          </a:gradFill>
          <a:ln w="41275" cap="flat" cmpd="sng" algn="ctr">
            <a:solidFill>
              <a:srgbClr val="2978EF"/>
            </a:solidFill>
            <a:prstDash val="solid"/>
            <a:round/>
            <a:headEnd type="none" w="med" len="med"/>
            <a:tailEnd type="triangle" w="med" len="sm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87313" marR="0" lvl="0" indent="-87313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326B74F-DAE5-7756-164A-78E7D353F9FA}"/>
              </a:ext>
            </a:extLst>
          </p:cNvPr>
          <p:cNvSpPr txBox="1"/>
          <p:nvPr/>
        </p:nvSpPr>
        <p:spPr>
          <a:xfrm>
            <a:off x="718126" y="2341117"/>
            <a:ext cx="918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Server</a:t>
            </a:r>
            <a:endParaRPr lang="ko-KR" altLang="en-US" sz="12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9B1C8D2-2039-1458-D6CF-5CC13BD864F8}"/>
              </a:ext>
            </a:extLst>
          </p:cNvPr>
          <p:cNvSpPr txBox="1"/>
          <p:nvPr/>
        </p:nvSpPr>
        <p:spPr>
          <a:xfrm>
            <a:off x="3297000" y="2341117"/>
            <a:ext cx="1454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WEB/WAS Server</a:t>
            </a:r>
            <a:endParaRPr lang="ko-KR" altLang="en-US" sz="12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6D88781-825A-49FF-9732-747D6D3E86CD}"/>
              </a:ext>
            </a:extLst>
          </p:cNvPr>
          <p:cNvSpPr txBox="1"/>
          <p:nvPr/>
        </p:nvSpPr>
        <p:spPr>
          <a:xfrm>
            <a:off x="3513000" y="4665138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Client/User</a:t>
            </a:r>
            <a:endParaRPr lang="ko-KR" altLang="en-US" sz="12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B9210C7-E9A9-529F-EB17-A5719AEB60E0}"/>
              </a:ext>
            </a:extLst>
          </p:cNvPr>
          <p:cNvSpPr txBox="1"/>
          <p:nvPr/>
        </p:nvSpPr>
        <p:spPr>
          <a:xfrm>
            <a:off x="797751" y="2579155"/>
            <a:ext cx="1934254" cy="298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ts val="18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MY SQL 8.4.5</a:t>
            </a:r>
            <a:endParaRPr lang="ko-KR" altLang="en-US" sz="1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0BBA88B-16D2-24DA-22F9-2286C6902E18}"/>
              </a:ext>
            </a:extLst>
          </p:cNvPr>
          <p:cNvSpPr txBox="1"/>
          <p:nvPr/>
        </p:nvSpPr>
        <p:spPr>
          <a:xfrm>
            <a:off x="3297000" y="2579155"/>
            <a:ext cx="1846980" cy="9859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ts val="1800"/>
              </a:lnSpc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defTabSz="914400"/>
            <a:r>
              <a:rPr lang="en-US" altLang="ko-KR" sz="1000" kern="0" dirty="0">
                <a:solidFill>
                  <a:prstClr val="black"/>
                </a:solidFill>
              </a:rPr>
              <a:t>- Windows Server 2022 </a:t>
            </a:r>
            <a:r>
              <a:rPr lang="ko-KR" altLang="en-US" sz="1000" kern="0" dirty="0">
                <a:solidFill>
                  <a:prstClr val="black"/>
                </a:solidFill>
              </a:rPr>
              <a:t>이상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defTabSz="914400"/>
            <a:r>
              <a:rPr lang="en-US" altLang="ko-KR" sz="1000" kern="0" dirty="0">
                <a:solidFill>
                  <a:prstClr val="black"/>
                </a:solidFill>
              </a:rPr>
              <a:t>- IIS 10.0 </a:t>
            </a:r>
            <a:r>
              <a:rPr lang="ko-KR" altLang="en-US" sz="1000" kern="0" dirty="0">
                <a:solidFill>
                  <a:prstClr val="black"/>
                </a:solidFill>
              </a:rPr>
              <a:t>이상</a:t>
            </a:r>
            <a:endParaRPr lang="en-US" altLang="ko-KR" sz="1000" kern="0" dirty="0">
              <a:solidFill>
                <a:prstClr val="black"/>
              </a:solidFill>
            </a:endParaRPr>
          </a:p>
          <a:p>
            <a:pPr marR="0" lvl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-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MicroICM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-C</a:t>
            </a:r>
          </a:p>
          <a:p>
            <a:pPr marR="0" lvl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00" kern="0" dirty="0">
                <a:solidFill>
                  <a:prstClr val="black"/>
                </a:solidFill>
              </a:rPr>
              <a:t> 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연결내부회계관리</a:t>
            </a:r>
            <a:r>
              <a:rPr lang="en-US" altLang="ko-KR" sz="1000" kern="0" dirty="0">
                <a:solidFill>
                  <a:prstClr val="black"/>
                </a:solidFill>
              </a:rPr>
              <a:t>Package)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1243D71-D498-C4D7-E564-DA553F396D6E}"/>
              </a:ext>
            </a:extLst>
          </p:cNvPr>
          <p:cNvSpPr txBox="1"/>
          <p:nvPr/>
        </p:nvSpPr>
        <p:spPr>
          <a:xfrm>
            <a:off x="3513000" y="4931167"/>
            <a:ext cx="1180131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ts val="1800"/>
              </a:lnSpc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IE, Edge, Chrome</a:t>
            </a:r>
          </a:p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Windows11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102FAAB-7DC3-BD33-2214-BCA0298479DA}"/>
              </a:ext>
            </a:extLst>
          </p:cNvPr>
          <p:cNvSpPr txBox="1"/>
          <p:nvPr/>
        </p:nvSpPr>
        <p:spPr>
          <a:xfrm>
            <a:off x="647796" y="5903872"/>
            <a:ext cx="52004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Server HDD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경우 첨부파일 용량에 따라 가변적일 수 있습니다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/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구축에 필요한 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Server(HMG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클라우드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기타 장비는 </a:t>
            </a:r>
            <a:r>
              <a:rPr lang="ko-KR" altLang="en-US" sz="10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고객사에서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준비합니다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50CFB494-7AB6-48FD-CCEB-F51BA1AE2C8B}"/>
              </a:ext>
            </a:extLst>
          </p:cNvPr>
          <p:cNvSpPr/>
          <p:nvPr/>
        </p:nvSpPr>
        <p:spPr bwMode="auto">
          <a:xfrm>
            <a:off x="873634" y="3024268"/>
            <a:ext cx="1062379" cy="1062379"/>
          </a:xfrm>
          <a:prstGeom prst="ellipse">
            <a:avLst/>
          </a:prstGeom>
          <a:gradFill flip="none" rotWithShape="1">
            <a:gsLst>
              <a:gs pos="0">
                <a:srgbClr val="5B9BD5">
                  <a:lumMod val="5000"/>
                  <a:lumOff val="95000"/>
                </a:srgbClr>
              </a:gs>
              <a:gs pos="51000">
                <a:sysClr val="window" lastClr="FFFFFF">
                  <a:lumMod val="95000"/>
                </a:sysClr>
              </a:gs>
              <a:gs pos="50000">
                <a:sysClr val="window" lastClr="FFFFFF"/>
              </a:gs>
              <a:gs pos="100000">
                <a:sysClr val="window" lastClr="FFFFFF">
                  <a:lumMod val="95000"/>
                </a:sysClr>
              </a:gs>
            </a:gsLst>
            <a:lin ang="1800000" scaled="0"/>
            <a:tileRect/>
          </a:gradFill>
          <a:ln w="41275" cap="flat" cmpd="sng" algn="ctr">
            <a:solidFill>
              <a:srgbClr val="2978EF"/>
            </a:solidFill>
            <a:prstDash val="solid"/>
            <a:round/>
            <a:headEnd type="none" w="med" len="med"/>
            <a:tailEnd type="triangle" w="med" len="sm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87313" marR="0" lvl="0" indent="-87313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154DB14C-96F3-ED20-AB53-2CE5F0253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715" y="3195366"/>
            <a:ext cx="604427" cy="725312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D2643F4E-62C3-CE5C-6AB6-51AD0D905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611" y="3221961"/>
            <a:ext cx="555844" cy="665191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548D4457-DFFC-4997-7DAC-A36F6B402F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780" y="4840220"/>
            <a:ext cx="656273" cy="555012"/>
          </a:xfrm>
          <a:prstGeom prst="rect">
            <a:avLst/>
          </a:prstGeom>
        </p:spPr>
      </p:pic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59CB7031-89C4-412E-725F-D4FC1EAF62C2}"/>
              </a:ext>
            </a:extLst>
          </p:cNvPr>
          <p:cNvCxnSpPr>
            <a:stCxn id="90" idx="6"/>
            <a:endCxn id="82" idx="2"/>
          </p:cNvCxnSpPr>
          <p:nvPr/>
        </p:nvCxnSpPr>
        <p:spPr bwMode="auto">
          <a:xfrm>
            <a:off x="1936013" y="3555458"/>
            <a:ext cx="370608" cy="0"/>
          </a:xfrm>
          <a:prstGeom prst="line">
            <a:avLst/>
          </a:prstGeom>
          <a:solidFill>
            <a:srgbClr val="5B9BD5"/>
          </a:solidFill>
          <a:ln w="38100" cap="flat" cmpd="sng" algn="ctr">
            <a:solidFill>
              <a:srgbClr val="2978EF"/>
            </a:solidFill>
            <a:prstDash val="solid"/>
            <a:round/>
            <a:headEnd type="none" w="med" len="med"/>
            <a:tailEnd type="none" w="med" len="sm"/>
          </a:ln>
          <a:effectLst/>
        </p:spPr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CA5B3BC5-C816-DBD1-4B13-EFAC0513F16E}"/>
              </a:ext>
            </a:extLst>
          </p:cNvPr>
          <p:cNvCxnSpPr>
            <a:stCxn id="82" idx="4"/>
            <a:endCxn id="81" idx="0"/>
          </p:cNvCxnSpPr>
          <p:nvPr/>
        </p:nvCxnSpPr>
        <p:spPr bwMode="auto">
          <a:xfrm>
            <a:off x="2837811" y="4086647"/>
            <a:ext cx="0" cy="480641"/>
          </a:xfrm>
          <a:prstGeom prst="straightConnector1">
            <a:avLst/>
          </a:prstGeom>
          <a:solidFill>
            <a:srgbClr val="5B9BD5"/>
          </a:solidFill>
          <a:ln w="38100" cap="flat" cmpd="sng" algn="ctr">
            <a:solidFill>
              <a:srgbClr val="2978EF"/>
            </a:solidFill>
            <a:prstDash val="solid"/>
            <a:round/>
            <a:headEnd type="none" w="med" len="med"/>
            <a:tailEnd type="none" w="med" len="sm"/>
          </a:ln>
          <a:effectLst/>
        </p:spPr>
      </p:cxn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1BE60762-53E5-73CA-7984-C9F986FE3B93}"/>
              </a:ext>
            </a:extLst>
          </p:cNvPr>
          <p:cNvGrpSpPr/>
          <p:nvPr/>
        </p:nvGrpSpPr>
        <p:grpSpPr>
          <a:xfrm>
            <a:off x="5529000" y="1916832"/>
            <a:ext cx="1692000" cy="276999"/>
            <a:chOff x="471929" y="1927865"/>
            <a:chExt cx="1692000" cy="276999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16515B6-7FFA-A904-34AD-45432EF8BADE}"/>
                </a:ext>
              </a:extLst>
            </p:cNvPr>
            <p:cNvSpPr txBox="1"/>
            <p:nvPr/>
          </p:nvSpPr>
          <p:spPr>
            <a:xfrm>
              <a:off x="471929" y="1927865"/>
              <a:ext cx="16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 환경 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권장사양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4674C3D6-D5EF-052E-CD37-F2F8A7EB8310}"/>
                </a:ext>
              </a:extLst>
            </p:cNvPr>
            <p:cNvSpPr/>
            <p:nvPr/>
          </p:nvSpPr>
          <p:spPr>
            <a:xfrm>
              <a:off x="485707" y="2003819"/>
              <a:ext cx="45719" cy="136067"/>
            </a:xfrm>
            <a:prstGeom prst="rect">
              <a:avLst/>
            </a:prstGeom>
            <a:solidFill>
              <a:srgbClr val="0E49A3"/>
            </a:solidFill>
            <a:ln w="12700" cap="flat" cmpd="sng" algn="ctr">
              <a:solidFill>
                <a:srgbClr val="0E49A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99" name="표 98">
            <a:extLst>
              <a:ext uri="{FF2B5EF4-FFF2-40B4-BE49-F238E27FC236}">
                <a16:creationId xmlns:a16="http://schemas.microsoft.com/office/drawing/2014/main" id="{AFB2FD9F-4275-38BD-4CBE-C612DB983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54310"/>
              </p:ext>
            </p:extLst>
          </p:nvPr>
        </p:nvGraphicFramePr>
        <p:xfrm>
          <a:off x="5567864" y="2276873"/>
          <a:ext cx="3708000" cy="3132000"/>
        </p:xfrm>
        <a:graphic>
          <a:graphicData uri="http://schemas.openxmlformats.org/drawingml/2006/table">
            <a:tbl>
              <a:tblPr firstRow="1" bandRow="1"/>
              <a:tblGrid>
                <a:gridCol w="900000">
                  <a:extLst>
                    <a:ext uri="{9D8B030D-6E8A-4147-A177-3AD203B41FA5}">
                      <a16:colId xmlns:a16="http://schemas.microsoft.com/office/drawing/2014/main" val="1129465114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960516883"/>
                    </a:ext>
                  </a:extLst>
                </a:gridCol>
                <a:gridCol w="2196000">
                  <a:extLst>
                    <a:ext uri="{9D8B030D-6E8A-4147-A177-3AD203B41FA5}">
                      <a16:colId xmlns:a16="http://schemas.microsoft.com/office/drawing/2014/main" val="756150130"/>
                    </a:ext>
                  </a:extLst>
                </a:gridCol>
              </a:tblGrid>
              <a:tr h="324000"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WEB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/ DB</a:t>
                      </a:r>
                    </a:p>
                    <a:p>
                      <a:pPr algn="ctr" latinLnBrk="1"/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Server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CPU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 core</a:t>
                      </a:r>
                      <a:endParaRPr lang="ko-KR" altLang="en-US" sz="1000" b="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8575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RAM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32G</a:t>
                      </a:r>
                      <a:r>
                        <a:rPr lang="en-US" altLang="ko-KR" sz="100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Memory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035169"/>
                  </a:ext>
                </a:extLst>
              </a:tr>
              <a:tr h="720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HDD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1TB</a:t>
                      </a:r>
                    </a:p>
                    <a:p>
                      <a:pPr algn="l" latinLnBrk="1"/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(OS:100GB</a:t>
                      </a:r>
                      <a:r>
                        <a:rPr lang="en-US" altLang="ko-KR" sz="100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 </a:t>
                      </a:r>
                      <a:r>
                        <a:rPr lang="en-US" altLang="ko-KR" sz="100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Data &amp; Source:200GB </a:t>
                      </a:r>
                      <a:r>
                        <a:rPr lang="ko-KR" altLang="en-US" sz="100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 </a:t>
                      </a:r>
                      <a:r>
                        <a:rPr lang="en-US" altLang="ko-KR" sz="100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00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 </a:t>
                      </a:r>
                      <a:r>
                        <a:rPr lang="en-US" altLang="ko-KR" sz="100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200GB </a:t>
                      </a:r>
                      <a:r>
                        <a:rPr lang="ko-KR" altLang="en-US" sz="100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</a:t>
                      </a:r>
                      <a:r>
                        <a:rPr lang="en-US" altLang="ko-KR" sz="100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429387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Windows Server 2022 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156090"/>
                  </a:ext>
                </a:extLst>
              </a:tr>
              <a:tr h="720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DBMS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MY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SQL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8.4.5</a:t>
                      </a:r>
                    </a:p>
                    <a:p>
                      <a:pPr algn="l" latinLnBrk="1"/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MS </a:t>
                      </a:r>
                      <a:r>
                        <a:rPr lang="en-US" altLang="ko-KR" sz="100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SQL Server 2022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190147"/>
                  </a:ext>
                </a:extLst>
              </a:tr>
              <a:tr h="72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향후 법인 추가 시 사양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(CPU/RAM/HDD)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업그레이드 필요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130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086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2B606-192F-CD9A-45E0-F2CD7211E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object 4">
            <a:extLst>
              <a:ext uri="{FF2B5EF4-FFF2-40B4-BE49-F238E27FC236}">
                <a16:creationId xmlns:a16="http://schemas.microsoft.com/office/drawing/2014/main" id="{5AA3B7B5-E22E-E1C0-89B7-C5C290980417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내부회계관리 업무별 세부 운영방법과 요구사항 이해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최적의 연결 내부회계관리 시스템을 구축합니다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9F74D6AB-6650-FE5B-10A4-A68A625DE186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pic>
        <p:nvPicPr>
          <p:cNvPr id="2" name="그림 66">
            <a:extLst>
              <a:ext uri="{FF2B5EF4-FFF2-40B4-BE49-F238E27FC236}">
                <a16:creationId xmlns:a16="http://schemas.microsoft.com/office/drawing/2014/main" id="{1103DDD8-3FAC-2B16-01A0-E2A16E6EA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370" y="2871041"/>
            <a:ext cx="1709361" cy="1385948"/>
          </a:xfrm>
          <a:prstGeom prst="rect">
            <a:avLst/>
          </a:prstGeom>
        </p:spPr>
      </p:pic>
      <p:cxnSp>
        <p:nvCxnSpPr>
          <p:cNvPr id="3" name="직선 연결선 67">
            <a:extLst>
              <a:ext uri="{FF2B5EF4-FFF2-40B4-BE49-F238E27FC236}">
                <a16:creationId xmlns:a16="http://schemas.microsoft.com/office/drawing/2014/main" id="{2CCF2D47-E5FD-8879-D2A4-15FFC9419CCF}"/>
              </a:ext>
            </a:extLst>
          </p:cNvPr>
          <p:cNvCxnSpPr/>
          <p:nvPr/>
        </p:nvCxnSpPr>
        <p:spPr>
          <a:xfrm flipH="1">
            <a:off x="6155739" y="2105469"/>
            <a:ext cx="1587" cy="180000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ysDash"/>
            <a:miter lim="800000"/>
            <a:headEnd type="triangle" w="sm" len="sm"/>
          </a:ln>
          <a:effectLst/>
        </p:spPr>
      </p:cxnSp>
      <p:sp>
        <p:nvSpPr>
          <p:cNvPr id="5" name="Rectangle 47">
            <a:extLst>
              <a:ext uri="{FF2B5EF4-FFF2-40B4-BE49-F238E27FC236}">
                <a16:creationId xmlns:a16="http://schemas.microsoft.com/office/drawing/2014/main" id="{616CA956-EC2B-3B4A-B302-7C5D98473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036" y="1598649"/>
            <a:ext cx="3046964" cy="6281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17998" tIns="45714" rIns="17998" bIns="45714">
            <a:spAutoFit/>
          </a:bodyPr>
          <a:lstStyle/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내부회계 컨설팅 산출물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/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운영체계 분석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연결 내부회계관리 시스템 </a:t>
            </a:r>
            <a:r>
              <a:rPr lang="en-US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MicroICM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-C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적용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Best Practice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운영 노하우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제공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6" name="Rectangle 47">
            <a:extLst>
              <a:ext uri="{FF2B5EF4-FFF2-40B4-BE49-F238E27FC236}">
                <a16:creationId xmlns:a16="http://schemas.microsoft.com/office/drawing/2014/main" id="{5EDCF7FD-3F0F-47E3-4E6C-F21D03A28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036" y="5584852"/>
            <a:ext cx="3381673" cy="6281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17998" tIns="45714" rIns="17998" bIns="45714">
            <a:spAutoFit/>
          </a:bodyPr>
          <a:lstStyle/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Package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기반 시스템 구축 방법론 적용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프로젝트 초기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MicroICM-C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적용 후 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defTabSz="914400" eaLnBrk="0" hangingPunct="0">
              <a:lnSpc>
                <a:spcPct val="12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 기능 공유를 통한 </a:t>
            </a:r>
            <a:r>
              <a:rPr lang="ko-KR" altLang="en-US" sz="10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요구사항 상세 정의</a:t>
            </a:r>
          </a:p>
        </p:txBody>
      </p:sp>
      <p:sp>
        <p:nvSpPr>
          <p:cNvPr id="7" name="Rectangle 47">
            <a:extLst>
              <a:ext uri="{FF2B5EF4-FFF2-40B4-BE49-F238E27FC236}">
                <a16:creationId xmlns:a16="http://schemas.microsoft.com/office/drawing/2014/main" id="{D814CDD2-C446-4FEC-6F87-0764B0BAF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6436" y="5093725"/>
            <a:ext cx="1350564" cy="6281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17998" tIns="45714" rIns="17998" bIns="45714">
            <a:spAutoFit/>
          </a:bodyPr>
          <a:lstStyle/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메일을 활용한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Alert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기능 구현</a:t>
            </a:r>
          </a:p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자동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/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수동 메일 발송</a:t>
            </a:r>
          </a:p>
        </p:txBody>
      </p:sp>
      <p:sp>
        <p:nvSpPr>
          <p:cNvPr id="8" name="Rectangle 47">
            <a:extLst>
              <a:ext uri="{FF2B5EF4-FFF2-40B4-BE49-F238E27FC236}">
                <a16:creationId xmlns:a16="http://schemas.microsoft.com/office/drawing/2014/main" id="{47564D66-DEDA-4DDC-86B4-5EB71706C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9387" y="2043724"/>
            <a:ext cx="2251002" cy="6281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17998" tIns="45714" rIns="17998" bIns="45714">
            <a:spAutoFit/>
          </a:bodyPr>
          <a:lstStyle/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사용자 편의성 중심 시스템 구축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제도 변경에 유연한 시스템 구축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해외법인을 위한 다국어지원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9" name="Rectangle 47">
            <a:extLst>
              <a:ext uri="{FF2B5EF4-FFF2-40B4-BE49-F238E27FC236}">
                <a16:creationId xmlns:a16="http://schemas.microsoft.com/office/drawing/2014/main" id="{ED94F0C3-D429-56B0-2A1A-213DAF5B2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6163" y="1479311"/>
            <a:ext cx="2620391" cy="6281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17998" tIns="45714" rIns="17998" bIns="45714">
            <a:spAutoFit/>
          </a:bodyPr>
          <a:lstStyle/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평가 및 결재 진행현황 모니터링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종속 법인 평가현황 모니터링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사용자 권한에 따른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Dashboard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제공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grpSp>
        <p:nvGrpSpPr>
          <p:cNvPr id="10" name="그룹 84">
            <a:extLst>
              <a:ext uri="{FF2B5EF4-FFF2-40B4-BE49-F238E27FC236}">
                <a16:creationId xmlns:a16="http://schemas.microsoft.com/office/drawing/2014/main" id="{2DE79AE3-6EB2-09F1-2295-2FA1F1D8FEC1}"/>
              </a:ext>
            </a:extLst>
          </p:cNvPr>
          <p:cNvGrpSpPr>
            <a:grpSpLocks/>
          </p:cNvGrpSpPr>
          <p:nvPr/>
        </p:nvGrpSpPr>
        <p:grpSpPr bwMode="auto">
          <a:xfrm>
            <a:off x="7403295" y="2705172"/>
            <a:ext cx="149170" cy="216000"/>
            <a:chOff x="6638735" y="2086446"/>
            <a:chExt cx="149082" cy="425527"/>
          </a:xfrm>
        </p:grpSpPr>
        <p:cxnSp>
          <p:nvCxnSpPr>
            <p:cNvPr id="11" name="직선 연결선 80">
              <a:extLst>
                <a:ext uri="{FF2B5EF4-FFF2-40B4-BE49-F238E27FC236}">
                  <a16:creationId xmlns:a16="http://schemas.microsoft.com/office/drawing/2014/main" id="{7856F54C-1591-B115-9D50-1814F3D9242B}"/>
                </a:ext>
              </a:extLst>
            </p:cNvPr>
            <p:cNvCxnSpPr/>
            <p:nvPr/>
          </p:nvCxnSpPr>
          <p:spPr>
            <a:xfrm flipH="1">
              <a:off x="6643440" y="2086446"/>
              <a:ext cx="144377" cy="10821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ysDash"/>
              <a:miter lim="800000"/>
              <a:headEnd type="triangle" w="sm" len="sm"/>
            </a:ln>
            <a:effectLst/>
          </p:spPr>
        </p:cxnSp>
        <p:cxnSp>
          <p:nvCxnSpPr>
            <p:cNvPr id="12" name="직선 연결선 81">
              <a:extLst>
                <a:ext uri="{FF2B5EF4-FFF2-40B4-BE49-F238E27FC236}">
                  <a16:creationId xmlns:a16="http://schemas.microsoft.com/office/drawing/2014/main" id="{4D7EE6A1-6CA4-266A-429D-AB2B6C6E8FAB}"/>
                </a:ext>
              </a:extLst>
            </p:cNvPr>
            <p:cNvCxnSpPr/>
            <p:nvPr/>
          </p:nvCxnSpPr>
          <p:spPr>
            <a:xfrm rot="16200000" flipV="1">
              <a:off x="6474031" y="2347270"/>
              <a:ext cx="329407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ysDash"/>
              <a:miter lim="800000"/>
            </a:ln>
            <a:effectLst/>
          </p:spPr>
        </p:cxnSp>
      </p:grpSp>
      <p:grpSp>
        <p:nvGrpSpPr>
          <p:cNvPr id="13" name="그룹 82">
            <a:extLst>
              <a:ext uri="{FF2B5EF4-FFF2-40B4-BE49-F238E27FC236}">
                <a16:creationId xmlns:a16="http://schemas.microsoft.com/office/drawing/2014/main" id="{F3487113-8461-408A-9FB1-381E574D0F2C}"/>
              </a:ext>
            </a:extLst>
          </p:cNvPr>
          <p:cNvGrpSpPr/>
          <p:nvPr/>
        </p:nvGrpSpPr>
        <p:grpSpPr>
          <a:xfrm>
            <a:off x="2718503" y="2282643"/>
            <a:ext cx="1764000" cy="1260475"/>
            <a:chOff x="3106384" y="2544373"/>
            <a:chExt cx="1764000" cy="1260475"/>
          </a:xfrm>
        </p:grpSpPr>
        <p:sp>
          <p:nvSpPr>
            <p:cNvPr id="14" name="AutoShape 7">
              <a:extLst>
                <a:ext uri="{FF2B5EF4-FFF2-40B4-BE49-F238E27FC236}">
                  <a16:creationId xmlns:a16="http://schemas.microsoft.com/office/drawing/2014/main" id="{BFCACB0D-2DA5-D85F-A757-1819EBF05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830" y="2544373"/>
              <a:ext cx="1511300" cy="1260475"/>
            </a:xfrm>
            <a:prstGeom prst="hexagon">
              <a:avLst>
                <a:gd name="adj" fmla="val 29430"/>
                <a:gd name="vf" fmla="val 115470"/>
              </a:avLst>
            </a:prstGeom>
            <a:solidFill>
              <a:srgbClr val="5B9BD5">
                <a:lumMod val="20000"/>
                <a:lumOff val="80000"/>
              </a:srgbClr>
            </a:solidFill>
            <a:ln w="9525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91429" tIns="45714" rIns="91429" bIns="45714" rtlCol="0" anchor="ctr"/>
            <a:lstStyle/>
            <a:p>
              <a:pPr marL="0" marR="0" lvl="0" indent="-87302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Rectangle 17">
              <a:extLst>
                <a:ext uri="{FF2B5EF4-FFF2-40B4-BE49-F238E27FC236}">
                  <a16:creationId xmlns:a16="http://schemas.microsoft.com/office/drawing/2014/main" id="{9A71385B-FD79-5EA9-0AEB-4E06C3F5A9C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19668" y="2544373"/>
              <a:ext cx="301625" cy="215900"/>
            </a:xfrm>
            <a:prstGeom prst="rect">
              <a:avLst/>
            </a:prstGeom>
            <a:solidFill>
              <a:srgbClr val="FFFFFF">
                <a:alpha val="45000"/>
              </a:srgb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0" tIns="91429" rIns="0" bIns="91429" anchor="ctr"/>
            <a:lstStyle/>
            <a:p>
              <a:pPr marL="0" marR="0" lvl="0" indent="0" algn="ctr" defTabSz="914400" eaLnBrk="0" fontAlgn="auto" latinLnBrk="0" hangingPunct="0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006699"/>
                </a:buClr>
                <a:buSzPct val="100000"/>
                <a:buFont typeface="Wingdings" pitchFamily="2" charset="2"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Ⅰ</a:t>
              </a:r>
            </a:p>
          </p:txBody>
        </p:sp>
        <p:sp>
          <p:nvSpPr>
            <p:cNvPr id="16" name="AutoShape 7">
              <a:extLst>
                <a:ext uri="{FF2B5EF4-FFF2-40B4-BE49-F238E27FC236}">
                  <a16:creationId xmlns:a16="http://schemas.microsoft.com/office/drawing/2014/main" id="{385AA79C-8F16-7B4F-B463-464FC81CB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384" y="2706558"/>
              <a:ext cx="1764000" cy="936104"/>
            </a:xfrm>
            <a:prstGeom prst="hexagon">
              <a:avLst>
                <a:gd name="adj" fmla="val 0"/>
                <a:gd name="vf" fmla="val 115470"/>
              </a:avLst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91429" tIns="45714" rIns="91429" bIns="45714" rtlCol="0" anchor="ctr"/>
            <a:lstStyle/>
            <a:p>
              <a:pPr marL="0" marR="0" lvl="0" indent="-87302" algn="ctr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MicroICM-C</a:t>
              </a:r>
            </a:p>
            <a:p>
              <a:pPr marL="0" marR="0" lvl="0" indent="-87302" algn="ctr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Package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적용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" name="그룹 86">
            <a:extLst>
              <a:ext uri="{FF2B5EF4-FFF2-40B4-BE49-F238E27FC236}">
                <a16:creationId xmlns:a16="http://schemas.microsoft.com/office/drawing/2014/main" id="{0D12B61D-937A-ADF4-064B-5DA5B9A836E1}"/>
              </a:ext>
            </a:extLst>
          </p:cNvPr>
          <p:cNvGrpSpPr/>
          <p:nvPr/>
        </p:nvGrpSpPr>
        <p:grpSpPr>
          <a:xfrm>
            <a:off x="5291894" y="2273118"/>
            <a:ext cx="1728192" cy="1260475"/>
            <a:chOff x="3106384" y="2544373"/>
            <a:chExt cx="1728192" cy="1260475"/>
          </a:xfrm>
        </p:grpSpPr>
        <p:sp>
          <p:nvSpPr>
            <p:cNvPr id="18" name="AutoShape 7">
              <a:extLst>
                <a:ext uri="{FF2B5EF4-FFF2-40B4-BE49-F238E27FC236}">
                  <a16:creationId xmlns:a16="http://schemas.microsoft.com/office/drawing/2014/main" id="{E4DEBF8A-5BA2-473D-C6EB-DC7FCB6F8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830" y="2544373"/>
              <a:ext cx="1511300" cy="1260475"/>
            </a:xfrm>
            <a:prstGeom prst="hexagon">
              <a:avLst>
                <a:gd name="adj" fmla="val 29430"/>
                <a:gd name="vf" fmla="val 115470"/>
              </a:avLst>
            </a:prstGeom>
            <a:solidFill>
              <a:srgbClr val="B9CDE5"/>
            </a:solidFill>
            <a:ln w="9525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91429" tIns="45714" rIns="91429" bIns="45714" rtlCol="0" anchor="ctr"/>
            <a:lstStyle/>
            <a:p>
              <a:pPr marL="0" marR="0" lvl="0" indent="-87302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FB2A469D-E26A-52E1-E5C5-7A7E5F7E266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19668" y="2544373"/>
              <a:ext cx="301625" cy="215900"/>
            </a:xfrm>
            <a:prstGeom prst="rect">
              <a:avLst/>
            </a:prstGeom>
            <a:solidFill>
              <a:srgbClr val="FFFFFF">
                <a:alpha val="45000"/>
              </a:srgb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0" tIns="91429" rIns="0" bIns="91429" anchor="ctr"/>
            <a:lstStyle/>
            <a:p>
              <a:pPr marL="0" marR="0" lvl="0" indent="0" algn="ctr" defTabSz="914400" eaLnBrk="0" fontAlgn="auto" latinLnBrk="0" hangingPunct="0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006699"/>
                </a:buClr>
                <a:buSzPct val="100000"/>
                <a:buFont typeface="Wingdings" pitchFamily="2" charset="2"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Ⅴ</a:t>
              </a:r>
            </a:p>
          </p:txBody>
        </p:sp>
        <p:sp>
          <p:nvSpPr>
            <p:cNvPr id="20" name="AutoShape 7">
              <a:extLst>
                <a:ext uri="{FF2B5EF4-FFF2-40B4-BE49-F238E27FC236}">
                  <a16:creationId xmlns:a16="http://schemas.microsoft.com/office/drawing/2014/main" id="{12E5768C-A7EE-1F75-931A-B22755254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384" y="2706558"/>
              <a:ext cx="1728192" cy="936104"/>
            </a:xfrm>
            <a:prstGeom prst="hexagon">
              <a:avLst>
                <a:gd name="adj" fmla="val 0"/>
                <a:gd name="vf" fmla="val 115470"/>
              </a:avLst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91429" tIns="45714" rIns="91429" bIns="45714" rtlCol="0" anchor="ctr"/>
            <a:lstStyle/>
            <a:p>
              <a:pPr marL="0" marR="0" lvl="0" indent="-87302" algn="ctr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평가 모니터링 및 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Dashboard 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구축</a:t>
              </a:r>
            </a:p>
          </p:txBody>
        </p:sp>
      </p:grpSp>
      <p:grpSp>
        <p:nvGrpSpPr>
          <p:cNvPr id="21" name="그룹 90">
            <a:extLst>
              <a:ext uri="{FF2B5EF4-FFF2-40B4-BE49-F238E27FC236}">
                <a16:creationId xmlns:a16="http://schemas.microsoft.com/office/drawing/2014/main" id="{D047572A-BCA6-A8ED-E441-61B837EDE20C}"/>
              </a:ext>
            </a:extLst>
          </p:cNvPr>
          <p:cNvGrpSpPr/>
          <p:nvPr/>
        </p:nvGrpSpPr>
        <p:grpSpPr>
          <a:xfrm>
            <a:off x="1609961" y="4301303"/>
            <a:ext cx="1728192" cy="1260475"/>
            <a:chOff x="3106384" y="2544373"/>
            <a:chExt cx="1728192" cy="1260475"/>
          </a:xfrm>
        </p:grpSpPr>
        <p:sp>
          <p:nvSpPr>
            <p:cNvPr id="22" name="AutoShape 7">
              <a:extLst>
                <a:ext uri="{FF2B5EF4-FFF2-40B4-BE49-F238E27FC236}">
                  <a16:creationId xmlns:a16="http://schemas.microsoft.com/office/drawing/2014/main" id="{3CAD7763-A4DD-BB1B-51EA-AE5DFE0B1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830" y="2544373"/>
              <a:ext cx="1511300" cy="1260475"/>
            </a:xfrm>
            <a:prstGeom prst="hexagon">
              <a:avLst>
                <a:gd name="adj" fmla="val 29430"/>
                <a:gd name="vf" fmla="val 115470"/>
              </a:avLst>
            </a:prstGeom>
            <a:solidFill>
              <a:srgbClr val="4472C4">
                <a:lumMod val="40000"/>
                <a:lumOff val="60000"/>
              </a:srgbClr>
            </a:solidFill>
            <a:ln w="9525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91429" tIns="45714" rIns="91429" bIns="45714" rtlCol="0" anchor="ctr"/>
            <a:lstStyle/>
            <a:p>
              <a:pPr marL="0" marR="0" lvl="0" indent="-87302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DE79A030-C864-4367-FE38-BAF003D2A3A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19668" y="2544373"/>
              <a:ext cx="301625" cy="215900"/>
            </a:xfrm>
            <a:prstGeom prst="rect">
              <a:avLst/>
            </a:prstGeom>
            <a:solidFill>
              <a:srgbClr val="FFFFFF">
                <a:alpha val="45000"/>
              </a:srgb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0" tIns="91429" rIns="0" bIns="91429" anchor="ctr"/>
            <a:lstStyle/>
            <a:p>
              <a:pPr marL="0" marR="0" lvl="0" indent="0" algn="ctr" defTabSz="914400" eaLnBrk="0" fontAlgn="auto" latinLnBrk="0" hangingPunct="0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006699"/>
                </a:buClr>
                <a:buSzPct val="100000"/>
                <a:buFont typeface="Wingdings" pitchFamily="2" charset="2"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Ⅱ</a:t>
              </a:r>
            </a:p>
          </p:txBody>
        </p:sp>
        <p:sp>
          <p:nvSpPr>
            <p:cNvPr id="24" name="AutoShape 7">
              <a:extLst>
                <a:ext uri="{FF2B5EF4-FFF2-40B4-BE49-F238E27FC236}">
                  <a16:creationId xmlns:a16="http://schemas.microsoft.com/office/drawing/2014/main" id="{01C6B99F-1127-FB5A-2C53-6652A4EDC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384" y="2706558"/>
              <a:ext cx="1728192" cy="936104"/>
            </a:xfrm>
            <a:prstGeom prst="hexagon">
              <a:avLst>
                <a:gd name="adj" fmla="val 0"/>
                <a:gd name="vf" fmla="val 115470"/>
              </a:avLst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91429" tIns="45714" rIns="91429" bIns="45714" rtlCol="0" anchor="ctr"/>
            <a:lstStyle/>
            <a:p>
              <a:pPr marL="0" marR="0" lvl="0" indent="-87302" algn="ctr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체계적인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lvl="0" indent="-87302" algn="ctr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 구축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lvl="0" indent="-87302" algn="ctr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방법론 적용</a:t>
              </a:r>
            </a:p>
          </p:txBody>
        </p:sp>
      </p:grpSp>
      <p:sp>
        <p:nvSpPr>
          <p:cNvPr id="25" name="AutoShape 7">
            <a:extLst>
              <a:ext uri="{FF2B5EF4-FFF2-40B4-BE49-F238E27FC236}">
                <a16:creationId xmlns:a16="http://schemas.microsoft.com/office/drawing/2014/main" id="{E2A6A1C2-D2BB-D6B8-E30E-E0602837D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340" y="3626752"/>
            <a:ext cx="1511300" cy="1260475"/>
          </a:xfrm>
          <a:prstGeom prst="hexagon">
            <a:avLst>
              <a:gd name="adj" fmla="val 29430"/>
              <a:gd name="vf" fmla="val 115470"/>
            </a:avLst>
          </a:prstGeom>
          <a:solidFill>
            <a:srgbClr val="4472C4">
              <a:lumMod val="20000"/>
              <a:lumOff val="80000"/>
            </a:srgbClr>
          </a:solidFill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lIns="91429" tIns="45714" rIns="91429" bIns="45714" rtlCol="0" anchor="ctr"/>
          <a:lstStyle/>
          <a:p>
            <a:pPr marL="0" marR="0" lvl="0" indent="-87302" defTabSz="9142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8851D892-3331-4E61-3B62-77F323FD0DC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05178" y="3626752"/>
            <a:ext cx="301625" cy="215900"/>
          </a:xfrm>
          <a:prstGeom prst="rect">
            <a:avLst/>
          </a:prstGeom>
          <a:solidFill>
            <a:srgbClr val="FFFFFF">
              <a:alpha val="45000"/>
            </a:srgbClr>
          </a:solidFill>
          <a:ln w="9525" algn="ctr">
            <a:noFill/>
            <a:miter lim="800000"/>
            <a:headEnd/>
            <a:tailEnd/>
          </a:ln>
        </p:spPr>
        <p:txBody>
          <a:bodyPr wrap="none" lIns="0" tIns="91429" rIns="0" bIns="91429" anchor="ctr"/>
          <a:lstStyle/>
          <a:p>
            <a:pPr marL="0" marR="0" lvl="0" indent="0" algn="ctr" defTabSz="914400" eaLnBrk="0" fontAlgn="auto" latinLnBrk="0" hangingPunct="0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>
                <a:srgbClr val="0066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Ⅵ</a:t>
            </a:r>
          </a:p>
        </p:txBody>
      </p:sp>
      <p:sp>
        <p:nvSpPr>
          <p:cNvPr id="27" name="AutoShape 7">
            <a:extLst>
              <a:ext uri="{FF2B5EF4-FFF2-40B4-BE49-F238E27FC236}">
                <a16:creationId xmlns:a16="http://schemas.microsoft.com/office/drawing/2014/main" id="{689838C0-3093-789E-57DD-567D0B4A8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1894" y="3788937"/>
            <a:ext cx="1728192" cy="936104"/>
          </a:xfrm>
          <a:prstGeom prst="hexagon">
            <a:avLst>
              <a:gd name="adj" fmla="val 0"/>
              <a:gd name="vf" fmla="val 115470"/>
            </a:avLst>
          </a:prstGeom>
          <a:noFill/>
          <a:ln w="9525" cap="flat" cmpd="sng" algn="ctr">
            <a:noFill/>
            <a:prstDash val="solid"/>
            <a:miter lim="800000"/>
          </a:ln>
          <a:effectLst/>
        </p:spPr>
        <p:txBody>
          <a:bodyPr lIns="91429" tIns="45714" rIns="91429" bIns="45714" rtlCol="0" anchor="ctr"/>
          <a:lstStyle/>
          <a:p>
            <a:pPr marL="0" marR="0" lvl="0" indent="-87302" algn="ctr" defTabSz="9142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Alert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을 통한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-87302" algn="ctr" defTabSz="9142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신속한 알림 구축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8" name="그룹 98">
            <a:extLst>
              <a:ext uri="{FF2B5EF4-FFF2-40B4-BE49-F238E27FC236}">
                <a16:creationId xmlns:a16="http://schemas.microsoft.com/office/drawing/2014/main" id="{0A467CBA-720E-C425-CA97-AD55DBF509C6}"/>
              </a:ext>
            </a:extLst>
          </p:cNvPr>
          <p:cNvGrpSpPr/>
          <p:nvPr/>
        </p:nvGrpSpPr>
        <p:grpSpPr>
          <a:xfrm>
            <a:off x="6535080" y="2949935"/>
            <a:ext cx="1728192" cy="1260475"/>
            <a:chOff x="3106384" y="2544373"/>
            <a:chExt cx="1728192" cy="1260475"/>
          </a:xfrm>
        </p:grpSpPr>
        <p:sp>
          <p:nvSpPr>
            <p:cNvPr id="29" name="AutoShape 7">
              <a:extLst>
                <a:ext uri="{FF2B5EF4-FFF2-40B4-BE49-F238E27FC236}">
                  <a16:creationId xmlns:a16="http://schemas.microsoft.com/office/drawing/2014/main" id="{00B0324F-D961-6571-7D9B-E15E4FD2F9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830" y="2544373"/>
              <a:ext cx="1511300" cy="1260475"/>
            </a:xfrm>
            <a:prstGeom prst="hexagon">
              <a:avLst>
                <a:gd name="adj" fmla="val 29430"/>
                <a:gd name="vf" fmla="val 115470"/>
              </a:avLst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91429" tIns="45714" rIns="91429" bIns="45714" rtlCol="0" anchor="ctr"/>
            <a:lstStyle/>
            <a:p>
              <a:pPr marL="0" marR="0" lvl="0" indent="-87302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Rectangle 17">
              <a:extLst>
                <a:ext uri="{FF2B5EF4-FFF2-40B4-BE49-F238E27FC236}">
                  <a16:creationId xmlns:a16="http://schemas.microsoft.com/office/drawing/2014/main" id="{174A06D8-DEC0-7ABA-F72D-076783B06FE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19668" y="2544373"/>
              <a:ext cx="301625" cy="215900"/>
            </a:xfrm>
            <a:prstGeom prst="rect">
              <a:avLst/>
            </a:prstGeom>
            <a:solidFill>
              <a:srgbClr val="FFFFFF">
                <a:alpha val="45000"/>
              </a:srgb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0" tIns="91429" rIns="0" bIns="91429" anchor="ctr"/>
            <a:lstStyle/>
            <a:p>
              <a:pPr marL="0" marR="0" lvl="0" indent="0" algn="ctr" defTabSz="914400" eaLnBrk="0" fontAlgn="auto" latinLnBrk="0" hangingPunct="0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006699"/>
                </a:buClr>
                <a:buSzPct val="100000"/>
                <a:buFont typeface="Wingdings" pitchFamily="2" charset="2"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Ⅶ</a:t>
              </a:r>
            </a:p>
          </p:txBody>
        </p:sp>
        <p:sp>
          <p:nvSpPr>
            <p:cNvPr id="31" name="AutoShape 7">
              <a:extLst>
                <a:ext uri="{FF2B5EF4-FFF2-40B4-BE49-F238E27FC236}">
                  <a16:creationId xmlns:a16="http://schemas.microsoft.com/office/drawing/2014/main" id="{1FDBB74B-C87F-E7F7-8C3A-D1C0AE8CC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384" y="2706558"/>
              <a:ext cx="1728192" cy="936104"/>
            </a:xfrm>
            <a:prstGeom prst="hexagon">
              <a:avLst>
                <a:gd name="adj" fmla="val 0"/>
                <a:gd name="vf" fmla="val 115470"/>
              </a:avLst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91429" tIns="45714" rIns="91429" bIns="45714" rtlCol="0" anchor="ctr"/>
            <a:lstStyle/>
            <a:p>
              <a:pPr marL="0" marR="0" lvl="0" indent="-87302" algn="ctr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 관점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</a:p>
            <a:p>
              <a:pPr marL="0" marR="0" lvl="0" indent="-87302" algn="ctr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제도변경 유연한 시스템 구축</a:t>
              </a:r>
            </a:p>
          </p:txBody>
        </p:sp>
      </p:grpSp>
      <p:grpSp>
        <p:nvGrpSpPr>
          <p:cNvPr id="32" name="그룹 105">
            <a:extLst>
              <a:ext uri="{FF2B5EF4-FFF2-40B4-BE49-F238E27FC236}">
                <a16:creationId xmlns:a16="http://schemas.microsoft.com/office/drawing/2014/main" id="{4EF9DF8A-C1A8-2BC3-C477-7D6BBEA671CD}"/>
              </a:ext>
            </a:extLst>
          </p:cNvPr>
          <p:cNvGrpSpPr/>
          <p:nvPr/>
        </p:nvGrpSpPr>
        <p:grpSpPr>
          <a:xfrm>
            <a:off x="2779644" y="3626752"/>
            <a:ext cx="1728192" cy="1260475"/>
            <a:chOff x="3106384" y="2544373"/>
            <a:chExt cx="1728192" cy="1260475"/>
          </a:xfrm>
        </p:grpSpPr>
        <p:sp>
          <p:nvSpPr>
            <p:cNvPr id="33" name="AutoShape 7">
              <a:extLst>
                <a:ext uri="{FF2B5EF4-FFF2-40B4-BE49-F238E27FC236}">
                  <a16:creationId xmlns:a16="http://schemas.microsoft.com/office/drawing/2014/main" id="{AAEBE542-15FE-1A5A-3BF1-35D014E11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830" y="2544373"/>
              <a:ext cx="1511300" cy="1260475"/>
            </a:xfrm>
            <a:prstGeom prst="hexagon">
              <a:avLst>
                <a:gd name="adj" fmla="val 29430"/>
                <a:gd name="vf" fmla="val 11547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91429" tIns="45714" rIns="91429" bIns="45714" rtlCol="0" anchor="ctr"/>
            <a:lstStyle/>
            <a:p>
              <a:pPr indent="-87302" defTabSz="914288"/>
              <a:endParaRPr lang="en-US" altLang="ko-KR" sz="1000" kern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Rectangle 17">
              <a:extLst>
                <a:ext uri="{FF2B5EF4-FFF2-40B4-BE49-F238E27FC236}">
                  <a16:creationId xmlns:a16="http://schemas.microsoft.com/office/drawing/2014/main" id="{4D5426CF-6B84-A5CA-2746-B4F5C44B439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19668" y="2544373"/>
              <a:ext cx="301625" cy="215900"/>
            </a:xfrm>
            <a:prstGeom prst="rect">
              <a:avLst/>
            </a:prstGeom>
            <a:solidFill>
              <a:srgbClr val="FFFFFF">
                <a:alpha val="45000"/>
              </a:srgb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0" tIns="91429" rIns="0" bIns="91429" anchor="ctr"/>
            <a:lstStyle/>
            <a:p>
              <a:pPr marL="0" marR="0" lvl="0" indent="0" algn="ctr" defTabSz="914400" eaLnBrk="0" fontAlgn="auto" latinLnBrk="0" hangingPunct="0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006699"/>
                </a:buClr>
                <a:buSzPct val="100000"/>
                <a:buFont typeface="Wingdings" pitchFamily="2" charset="2"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Ⅲ</a:t>
              </a:r>
            </a:p>
          </p:txBody>
        </p:sp>
        <p:sp>
          <p:nvSpPr>
            <p:cNvPr id="35" name="AutoShape 7">
              <a:extLst>
                <a:ext uri="{FF2B5EF4-FFF2-40B4-BE49-F238E27FC236}">
                  <a16:creationId xmlns:a16="http://schemas.microsoft.com/office/drawing/2014/main" id="{B8CBE043-3CAA-9EAA-3863-058A76F9A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384" y="2706558"/>
              <a:ext cx="1728192" cy="936104"/>
            </a:xfrm>
            <a:prstGeom prst="hexagon">
              <a:avLst>
                <a:gd name="adj" fmla="val 0"/>
                <a:gd name="vf" fmla="val 115470"/>
              </a:avLst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91429" tIns="45714" rIns="91429" bIns="45714" rtlCol="0" anchor="ctr"/>
            <a:lstStyle/>
            <a:p>
              <a:pPr marL="0" marR="0" lvl="0" indent="-87302" algn="ctr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인터페이스 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lvl="0" indent="-87302" algn="ctr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lvl="0" indent="-87302" algn="ctr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커스터마이징</a:t>
              </a:r>
            </a:p>
          </p:txBody>
        </p:sp>
      </p:grpSp>
      <p:sp>
        <p:nvSpPr>
          <p:cNvPr id="36" name="Rectangle 47">
            <a:extLst>
              <a:ext uri="{FF2B5EF4-FFF2-40B4-BE49-F238E27FC236}">
                <a16:creationId xmlns:a16="http://schemas.microsoft.com/office/drawing/2014/main" id="{EC579EA3-71C1-70BD-9CB2-AF7BF464F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1007" y="5723965"/>
            <a:ext cx="1713993" cy="4434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17998" tIns="45714" rIns="17998" bIns="45714">
            <a:spAutoFit/>
          </a:bodyPr>
          <a:lstStyle/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Scoping, Process, Risk </a:t>
            </a:r>
          </a:p>
          <a:p>
            <a:pPr defTabSz="914400" eaLnBrk="0" hangingPunct="0">
              <a:lnSpc>
                <a:spcPct val="120000"/>
              </a:lnSpc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  RCM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데이터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Upload</a:t>
            </a:r>
          </a:p>
        </p:txBody>
      </p:sp>
      <p:grpSp>
        <p:nvGrpSpPr>
          <p:cNvPr id="37" name="그룹 111">
            <a:extLst>
              <a:ext uri="{FF2B5EF4-FFF2-40B4-BE49-F238E27FC236}">
                <a16:creationId xmlns:a16="http://schemas.microsoft.com/office/drawing/2014/main" id="{71CD67A2-DA65-DCE4-1244-882BD9BA7937}"/>
              </a:ext>
            </a:extLst>
          </p:cNvPr>
          <p:cNvGrpSpPr/>
          <p:nvPr/>
        </p:nvGrpSpPr>
        <p:grpSpPr>
          <a:xfrm>
            <a:off x="4039183" y="4301303"/>
            <a:ext cx="1728192" cy="1260475"/>
            <a:chOff x="3106384" y="2544373"/>
            <a:chExt cx="1728192" cy="1260475"/>
          </a:xfrm>
        </p:grpSpPr>
        <p:sp>
          <p:nvSpPr>
            <p:cNvPr id="38" name="AutoShape 7">
              <a:extLst>
                <a:ext uri="{FF2B5EF4-FFF2-40B4-BE49-F238E27FC236}">
                  <a16:creationId xmlns:a16="http://schemas.microsoft.com/office/drawing/2014/main" id="{7F24F217-CCA8-427F-A26A-62668F55A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830" y="2544373"/>
              <a:ext cx="1511300" cy="1260475"/>
            </a:xfrm>
            <a:prstGeom prst="hexagon">
              <a:avLst>
                <a:gd name="adj" fmla="val 29430"/>
                <a:gd name="vf" fmla="val 115470"/>
              </a:avLst>
            </a:prstGeom>
            <a:solidFill>
              <a:sysClr val="window" lastClr="FFFFFF">
                <a:lumMod val="85000"/>
              </a:sysClr>
            </a:solidFill>
            <a:ln w="9525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91429" tIns="45714" rIns="91429" bIns="45714" rtlCol="0" anchor="ctr"/>
            <a:lstStyle/>
            <a:p>
              <a:pPr indent="-87302" defTabSz="914288"/>
              <a:endParaRPr lang="en-US" altLang="ko-KR" sz="1000" kern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" name="Rectangle 17">
              <a:extLst>
                <a:ext uri="{FF2B5EF4-FFF2-40B4-BE49-F238E27FC236}">
                  <a16:creationId xmlns:a16="http://schemas.microsoft.com/office/drawing/2014/main" id="{C34A2C00-F37E-38DA-493A-3736125ED3F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19668" y="2544373"/>
              <a:ext cx="301625" cy="215900"/>
            </a:xfrm>
            <a:prstGeom prst="rect">
              <a:avLst/>
            </a:prstGeom>
            <a:solidFill>
              <a:srgbClr val="FFFFFF">
                <a:alpha val="45000"/>
              </a:srgb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0" tIns="91429" rIns="0" bIns="91429" anchor="ctr"/>
            <a:lstStyle/>
            <a:p>
              <a:pPr marL="0" marR="0" lvl="0" indent="0" algn="ctr" defTabSz="914400" eaLnBrk="0" fontAlgn="auto" latinLnBrk="0" hangingPunct="0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006699"/>
                </a:buClr>
                <a:buSzPct val="100000"/>
                <a:buFont typeface="Wingdings" pitchFamily="2" charset="2"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Ⅳ</a:t>
              </a:r>
              <a:endParaRPr kumimoji="0" lang="en-US" altLang="ko-KR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endParaRPr>
            </a:p>
          </p:txBody>
        </p:sp>
        <p:sp>
          <p:nvSpPr>
            <p:cNvPr id="40" name="AutoShape 7">
              <a:extLst>
                <a:ext uri="{FF2B5EF4-FFF2-40B4-BE49-F238E27FC236}">
                  <a16:creationId xmlns:a16="http://schemas.microsoft.com/office/drawing/2014/main" id="{08139920-E61E-8C8B-6ADC-BFF1AB877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384" y="2706558"/>
              <a:ext cx="1728192" cy="936104"/>
            </a:xfrm>
            <a:prstGeom prst="hexagon">
              <a:avLst>
                <a:gd name="adj" fmla="val 0"/>
                <a:gd name="vf" fmla="val 115470"/>
              </a:avLst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91429" tIns="45714" rIns="91429" bIns="45714" rtlCol="0" anchor="ctr"/>
            <a:lstStyle/>
            <a:p>
              <a:pPr marL="0" marR="0" lvl="0" indent="-87302" algn="ctr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</a:t>
              </a:r>
              <a:endParaRPr kumimoji="0" lang="en-US" altLang="ko-KR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lvl="0" indent="-87302" algn="ctr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Upload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1" name="Rectangle 47">
            <a:extLst>
              <a:ext uri="{FF2B5EF4-FFF2-40B4-BE49-F238E27FC236}">
                <a16:creationId xmlns:a16="http://schemas.microsoft.com/office/drawing/2014/main" id="{6C78C794-30FA-A725-C6A9-D5C974AF1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037" y="3401955"/>
            <a:ext cx="2182963" cy="8127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17998" tIns="45714" rIns="17998" bIns="45714">
            <a:spAutoFit/>
          </a:bodyPr>
          <a:lstStyle/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인사정보 연계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SSO, Mail(SMTP)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연계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API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연계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문서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암복호화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)</a:t>
            </a:r>
          </a:p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ko-KR" altLang="en-US" sz="10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요구사항에 대한 커스터마이징</a:t>
            </a:r>
            <a:endParaRPr lang="en-US" altLang="ko-KR" sz="10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744D08-4E70-624D-6104-EEB5CE2BDCAC}"/>
              </a:ext>
            </a:extLst>
          </p:cNvPr>
          <p:cNvSpPr txBox="1"/>
          <p:nvPr/>
        </p:nvSpPr>
        <p:spPr>
          <a:xfrm>
            <a:off x="4012645" y="3197589"/>
            <a:ext cx="17694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현대위아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914400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연결내부회계관리 시스템 구축</a:t>
            </a:r>
          </a:p>
        </p:txBody>
      </p:sp>
      <p:grpSp>
        <p:nvGrpSpPr>
          <p:cNvPr id="43" name="그룹 117">
            <a:extLst>
              <a:ext uri="{FF2B5EF4-FFF2-40B4-BE49-F238E27FC236}">
                <a16:creationId xmlns:a16="http://schemas.microsoft.com/office/drawing/2014/main" id="{BECFA1A7-5EF5-A98B-6058-3B8E5C7BA9DA}"/>
              </a:ext>
            </a:extLst>
          </p:cNvPr>
          <p:cNvGrpSpPr/>
          <p:nvPr/>
        </p:nvGrpSpPr>
        <p:grpSpPr>
          <a:xfrm>
            <a:off x="6551433" y="4266506"/>
            <a:ext cx="1728192" cy="1260475"/>
            <a:chOff x="3106384" y="2544373"/>
            <a:chExt cx="1728192" cy="1260475"/>
          </a:xfrm>
        </p:grpSpPr>
        <p:sp>
          <p:nvSpPr>
            <p:cNvPr id="44" name="AutoShape 7">
              <a:extLst>
                <a:ext uri="{FF2B5EF4-FFF2-40B4-BE49-F238E27FC236}">
                  <a16:creationId xmlns:a16="http://schemas.microsoft.com/office/drawing/2014/main" id="{4259A493-2C98-2278-9F4D-EF989A4E3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830" y="2544373"/>
              <a:ext cx="1511300" cy="1260475"/>
            </a:xfrm>
            <a:prstGeom prst="hexagon">
              <a:avLst>
                <a:gd name="adj" fmla="val 29430"/>
                <a:gd name="vf" fmla="val 115470"/>
              </a:avLst>
            </a:prstGeom>
            <a:solidFill>
              <a:sysClr val="window" lastClr="FFFFFF">
                <a:lumMod val="85000"/>
              </a:sysClr>
            </a:solidFill>
            <a:ln w="9525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91429" tIns="45714" rIns="91429" bIns="45714" rtlCol="0" anchor="ctr"/>
            <a:lstStyle/>
            <a:p>
              <a:pPr marL="0" marR="0" lvl="0" indent="-87302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5" name="Rectangle 17">
              <a:extLst>
                <a:ext uri="{FF2B5EF4-FFF2-40B4-BE49-F238E27FC236}">
                  <a16:creationId xmlns:a16="http://schemas.microsoft.com/office/drawing/2014/main" id="{17CCB92A-EC5B-DBA8-9A4E-D8A9CFB92C6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19668" y="2544373"/>
              <a:ext cx="301625" cy="215900"/>
            </a:xfrm>
            <a:prstGeom prst="rect">
              <a:avLst/>
            </a:prstGeom>
            <a:solidFill>
              <a:srgbClr val="FFFFFF">
                <a:alpha val="45000"/>
              </a:srgb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0" tIns="91429" rIns="0" bIns="91429" anchor="ctr"/>
            <a:lstStyle/>
            <a:p>
              <a:pPr marL="0" marR="0" lvl="0" indent="0" algn="ctr" defTabSz="914400" eaLnBrk="0" fontAlgn="auto" latinLnBrk="0" hangingPunct="0">
                <a:lnSpc>
                  <a:spcPct val="11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006699"/>
                </a:buClr>
                <a:buSzPct val="100000"/>
                <a:buFont typeface="Wingdings" pitchFamily="2" charset="2"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itchFamily="34" charset="0"/>
                </a:rPr>
                <a:t>Ⅷ</a:t>
              </a:r>
            </a:p>
          </p:txBody>
        </p:sp>
        <p:sp>
          <p:nvSpPr>
            <p:cNvPr id="46" name="AutoShape 7">
              <a:extLst>
                <a:ext uri="{FF2B5EF4-FFF2-40B4-BE49-F238E27FC236}">
                  <a16:creationId xmlns:a16="http://schemas.microsoft.com/office/drawing/2014/main" id="{F63319DD-0E91-84B7-6612-94ED10396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384" y="2706558"/>
              <a:ext cx="1728192" cy="936104"/>
            </a:xfrm>
            <a:prstGeom prst="hexagon">
              <a:avLst>
                <a:gd name="adj" fmla="val 0"/>
                <a:gd name="vf" fmla="val 115470"/>
              </a:avLst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91429" tIns="45714" rIns="91429" bIns="45714" rtlCol="0" anchor="ctr"/>
            <a:lstStyle/>
            <a:p>
              <a:pPr marL="0" marR="0" lvl="0" indent="-87302" algn="ctr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확장성을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lvl="0" indent="-87302" algn="ctr" defTabSz="9142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고려한 구축</a:t>
              </a:r>
            </a:p>
          </p:txBody>
        </p:sp>
      </p:grpSp>
      <p:sp>
        <p:nvSpPr>
          <p:cNvPr id="47" name="Rectangle 47">
            <a:extLst>
              <a:ext uri="{FF2B5EF4-FFF2-40B4-BE49-F238E27FC236}">
                <a16:creationId xmlns:a16="http://schemas.microsoft.com/office/drawing/2014/main" id="{A8537B5A-2709-F1D7-BED3-A0417267C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7000" y="5538248"/>
            <a:ext cx="2351974" cy="8127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17998" tIns="45714" rIns="17998" bIns="45714">
            <a:spAutoFit/>
          </a:bodyPr>
          <a:lstStyle/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연결 대상법인 변동에 따른 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defTabSz="914400" eaLnBrk="0" hangingPunct="0">
              <a:lnSpc>
                <a:spcPct val="120000"/>
              </a:lnSpc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시스템 유연성 제공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법인 추가 확장성 제공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  <a:p>
            <a:pPr marL="108000" indent="-108000" defTabSz="914400" eaLnBrk="0" hangingPunct="0">
              <a:lnSpc>
                <a:spcPct val="120000"/>
              </a:lnSpc>
              <a:buFontTx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지배구조 관리에 따른 권한관리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cxnSp>
        <p:nvCxnSpPr>
          <p:cNvPr id="48" name="Elbow Connector 154">
            <a:extLst>
              <a:ext uri="{FF2B5EF4-FFF2-40B4-BE49-F238E27FC236}">
                <a16:creationId xmlns:a16="http://schemas.microsoft.com/office/drawing/2014/main" id="{E8E5F1D4-BE73-560C-7AAB-50D33F5A6660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2366138" y="1994138"/>
            <a:ext cx="410242" cy="875482"/>
          </a:xfrm>
          <a:prstGeom prst="bentConnector2">
            <a:avLst/>
          </a:prstGeom>
          <a:noFill/>
          <a:ln w="6350" cap="flat" cmpd="sng" algn="ctr">
            <a:solidFill>
              <a:sysClr val="windowText" lastClr="000000"/>
            </a:solidFill>
            <a:prstDash val="sysDash"/>
            <a:miter lim="800000"/>
            <a:headEnd type="triangle" w="sm" len="sm"/>
          </a:ln>
          <a:effectLst/>
        </p:spPr>
      </p:cxnSp>
      <p:cxnSp>
        <p:nvCxnSpPr>
          <p:cNvPr id="49" name="Elbow Connector 124">
            <a:extLst>
              <a:ext uri="{FF2B5EF4-FFF2-40B4-BE49-F238E27FC236}">
                <a16:creationId xmlns:a16="http://schemas.microsoft.com/office/drawing/2014/main" id="{6812CE30-D1CF-D43D-5CDF-4785065907DD}"/>
              </a:ext>
            </a:extLst>
          </p:cNvPr>
          <p:cNvCxnSpPr>
            <a:cxnSpLocks/>
          </p:cNvCxnSpPr>
          <p:nvPr/>
        </p:nvCxnSpPr>
        <p:spPr>
          <a:xfrm>
            <a:off x="2357774" y="3734702"/>
            <a:ext cx="867226" cy="0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ysDash"/>
            <a:miter lim="800000"/>
            <a:headEnd type="triangle" w="sm" len="sm"/>
          </a:ln>
          <a:effectLst/>
        </p:spPr>
      </p:cxnSp>
      <p:cxnSp>
        <p:nvCxnSpPr>
          <p:cNvPr id="50" name="Elbow Connector 156">
            <a:extLst>
              <a:ext uri="{FF2B5EF4-FFF2-40B4-BE49-F238E27FC236}">
                <a16:creationId xmlns:a16="http://schemas.microsoft.com/office/drawing/2014/main" id="{8DEBD344-D3BE-10C3-423D-D5430BD75918}"/>
              </a:ext>
            </a:extLst>
          </p:cNvPr>
          <p:cNvCxnSpPr>
            <a:endCxn id="22" idx="3"/>
          </p:cNvCxnSpPr>
          <p:nvPr/>
        </p:nvCxnSpPr>
        <p:spPr>
          <a:xfrm rot="5400000" flipH="1" flipV="1">
            <a:off x="1377243" y="5185819"/>
            <a:ext cx="595442" cy="86886"/>
          </a:xfrm>
          <a:prstGeom prst="bentConnector2">
            <a:avLst/>
          </a:prstGeom>
          <a:noFill/>
          <a:ln w="6350" cap="flat" cmpd="sng" algn="ctr">
            <a:solidFill>
              <a:sysClr val="windowText" lastClr="000000"/>
            </a:solidFill>
            <a:prstDash val="sysDash"/>
            <a:miter lim="800000"/>
            <a:headEnd type="triangle" w="sm" len="sm"/>
          </a:ln>
          <a:effectLst/>
        </p:spPr>
      </p:cxnSp>
      <p:cxnSp>
        <p:nvCxnSpPr>
          <p:cNvPr id="51" name="Elbow Connector 157">
            <a:extLst>
              <a:ext uri="{FF2B5EF4-FFF2-40B4-BE49-F238E27FC236}">
                <a16:creationId xmlns:a16="http://schemas.microsoft.com/office/drawing/2014/main" id="{0621C75A-53CC-977C-72DA-DEE50513996A}"/>
              </a:ext>
            </a:extLst>
          </p:cNvPr>
          <p:cNvCxnSpPr>
            <a:cxnSpLocks/>
          </p:cNvCxnSpPr>
          <p:nvPr/>
        </p:nvCxnSpPr>
        <p:spPr>
          <a:xfrm rot="10800000">
            <a:off x="7119322" y="5570873"/>
            <a:ext cx="116091" cy="324000"/>
          </a:xfrm>
          <a:prstGeom prst="bentConnector2">
            <a:avLst/>
          </a:prstGeom>
          <a:noFill/>
          <a:ln w="6350" cap="flat" cmpd="sng" algn="ctr">
            <a:solidFill>
              <a:sysClr val="windowText" lastClr="000000"/>
            </a:solidFill>
            <a:prstDash val="sysDash"/>
            <a:miter lim="800000"/>
            <a:headEnd type="triangle" w="sm" len="sm"/>
          </a:ln>
          <a:effectLst/>
        </p:spPr>
      </p:cxnSp>
      <p:cxnSp>
        <p:nvCxnSpPr>
          <p:cNvPr id="52" name="Elbow Connector 56">
            <a:extLst>
              <a:ext uri="{FF2B5EF4-FFF2-40B4-BE49-F238E27FC236}">
                <a16:creationId xmlns:a16="http://schemas.microsoft.com/office/drawing/2014/main" id="{18110861-607E-3E64-E228-F4D7CA2E71FF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6221718" y="4869000"/>
            <a:ext cx="0" cy="224725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ysDash"/>
            <a:miter lim="800000"/>
            <a:headEnd type="triangle" w="sm" len="sm"/>
          </a:ln>
          <a:effectLst/>
        </p:spPr>
      </p:cxnSp>
      <p:cxnSp>
        <p:nvCxnSpPr>
          <p:cNvPr id="53" name="Elbow Connector 61">
            <a:extLst>
              <a:ext uri="{FF2B5EF4-FFF2-40B4-BE49-F238E27FC236}">
                <a16:creationId xmlns:a16="http://schemas.microsoft.com/office/drawing/2014/main" id="{895E02EA-1FFD-0246-2B3D-D841A4475F9A}"/>
              </a:ext>
            </a:extLst>
          </p:cNvPr>
          <p:cNvCxnSpPr>
            <a:cxnSpLocks/>
          </p:cNvCxnSpPr>
          <p:nvPr/>
        </p:nvCxnSpPr>
        <p:spPr>
          <a:xfrm flipH="1" flipV="1">
            <a:off x="4941600" y="5577044"/>
            <a:ext cx="0" cy="19673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ysDash"/>
            <a:miter lim="800000"/>
            <a:headEnd type="triangl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3097666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9B70A-4F46-33CA-F6AF-528834FF1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object 4">
            <a:extLst>
              <a:ext uri="{FF2B5EF4-FFF2-40B4-BE49-F238E27FC236}">
                <a16:creationId xmlns:a16="http://schemas.microsoft.com/office/drawing/2014/main" id="{4A844AEC-9D55-728B-CC28-A14BD774ABDA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제안 솔루션 업무 흐름도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연결 내부회계관리를 운영하기 위한 효율적인 업무 프로세스로 구성합니다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492711CF-4193-0AEC-1B72-0EC16CA0F9CF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graphicFrame>
        <p:nvGraphicFramePr>
          <p:cNvPr id="4" name="표 35">
            <a:extLst>
              <a:ext uri="{FF2B5EF4-FFF2-40B4-BE49-F238E27FC236}">
                <a16:creationId xmlns:a16="http://schemas.microsoft.com/office/drawing/2014/main" id="{5C084317-730D-31B3-DC5C-B66A5C8EC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494394"/>
              </p:ext>
            </p:extLst>
          </p:nvPr>
        </p:nvGraphicFramePr>
        <p:xfrm>
          <a:off x="641156" y="1546634"/>
          <a:ext cx="8632333" cy="4762091"/>
        </p:xfrm>
        <a:graphic>
          <a:graphicData uri="http://schemas.openxmlformats.org/drawingml/2006/table">
            <a:tbl>
              <a:tblPr firstRow="1" bandRow="1"/>
              <a:tblGrid>
                <a:gridCol w="782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3525">
                  <a:extLst>
                    <a:ext uri="{9D8B030D-6E8A-4147-A177-3AD203B41FA5}">
                      <a16:colId xmlns:a16="http://schemas.microsoft.com/office/drawing/2014/main" val="1735159167"/>
                    </a:ext>
                  </a:extLst>
                </a:gridCol>
                <a:gridCol w="3295290">
                  <a:extLst>
                    <a:ext uri="{9D8B030D-6E8A-4147-A177-3AD203B41FA5}">
                      <a16:colId xmlns:a16="http://schemas.microsoft.com/office/drawing/2014/main" val="56756335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756431576"/>
                    </a:ext>
                  </a:extLst>
                </a:gridCol>
              </a:tblGrid>
              <a:tr h="34523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역활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solidFill>
                              <a:srgbClr val="0032A0">
                                <a:alpha val="0"/>
                              </a:srgbClr>
                            </a:solidFill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평가준비</a:t>
                      </a:r>
                      <a:endParaRPr lang="ko-KR" altLang="en-US" sz="11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9148" marR="99148" marT="45717" marB="457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solidFill>
                              <a:srgbClr val="0032A0">
                                <a:alpha val="0"/>
                              </a:srgbClr>
                            </a:solidFill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모집단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solidFill>
                              <a:srgbClr val="0032A0">
                                <a:alpha val="0"/>
                              </a:srgbClr>
                            </a:solidFill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/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solidFill>
                              <a:srgbClr val="0032A0">
                                <a:alpha val="0"/>
                              </a:srgbClr>
                            </a:solidFill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증빙</a:t>
                      </a:r>
                      <a:endParaRPr lang="ko-KR" altLang="en-US" sz="11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9148" marR="99148" marT="45717" marB="457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solidFill>
                              <a:srgbClr val="0032A0">
                                <a:alpha val="0"/>
                              </a:srgbClr>
                            </a:solidFill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설계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solidFill>
                              <a:srgbClr val="0032A0">
                                <a:alpha val="0"/>
                              </a:srgbClr>
                            </a:solidFill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/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solidFill>
                              <a:srgbClr val="0032A0">
                                <a:alpha val="0"/>
                              </a:srgbClr>
                            </a:solidFill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운영 평가</a:t>
                      </a:r>
                      <a:endParaRPr lang="ko-KR" altLang="en-US" sz="11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9148" marR="99148" marT="45717" marB="457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solidFill>
                              <a:srgbClr val="0032A0">
                                <a:alpha val="0"/>
                              </a:srgbClr>
                            </a:solidFill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감사 및 보고</a:t>
                      </a:r>
                      <a:endParaRPr lang="ko-KR" altLang="en-US" sz="11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9148" marR="99148" marT="45717" marB="4571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394601"/>
                  </a:ext>
                </a:extLst>
              </a:tr>
              <a:tr h="225045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운영자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12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9148" marR="99148" marT="45717" marB="45717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60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통제담당자</a:t>
                      </a:r>
                      <a:endParaRPr lang="en-US" altLang="ko-KR" sz="11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602">
                <a:tc>
                  <a:txBody>
                    <a:bodyPr/>
                    <a:lstStyle/>
                    <a:p>
                      <a:pPr marL="0" algn="ctr" rtl="0" eaLnBrk="1" latinLnBrk="1" hangingPunct="1"/>
                      <a:r>
                        <a:rPr lang="ko-KR" altLang="en-US" sz="11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통제책임자</a:t>
                      </a:r>
                      <a:endParaRPr lang="en-US" altLang="ko-KR" sz="11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Medium" panose="00000600000000000000" pitchFamily="2" charset="-127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altLang="ko-KR" sz="11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11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팀장</a:t>
                      </a:r>
                      <a:r>
                        <a:rPr lang="en-US" altLang="ko-KR" sz="11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altLang="en-US" sz="11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60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평가자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602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내부회계</a:t>
                      </a:r>
                      <a:endParaRPr lang="en-US" altLang="ko-KR" sz="11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Medium" panose="00000600000000000000" pitchFamily="2" charset="-127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1100" b="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Medium" panose="00000600000000000000" pitchFamily="2" charset="-127"/>
                        </a:rPr>
                        <a:t>팀장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148" marR="99148" marT="45717" marB="45717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순서도: 연결자 13">
            <a:extLst>
              <a:ext uri="{FF2B5EF4-FFF2-40B4-BE49-F238E27FC236}">
                <a16:creationId xmlns:a16="http://schemas.microsoft.com/office/drawing/2014/main" id="{3D725F8A-4EBD-85AA-A5FE-F012A23E6EDA}"/>
              </a:ext>
            </a:extLst>
          </p:cNvPr>
          <p:cNvSpPr/>
          <p:nvPr/>
        </p:nvSpPr>
        <p:spPr>
          <a:xfrm>
            <a:off x="8386545" y="4242908"/>
            <a:ext cx="552739" cy="28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1569581" latinLnBrk="1"/>
            <a:r>
              <a:rPr lang="ko-KR" altLang="en-US" sz="1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종료</a:t>
            </a:r>
          </a:p>
        </p:txBody>
      </p:sp>
      <p:cxnSp>
        <p:nvCxnSpPr>
          <p:cNvPr id="7" name="직선 화살표 연결선 14">
            <a:extLst>
              <a:ext uri="{FF2B5EF4-FFF2-40B4-BE49-F238E27FC236}">
                <a16:creationId xmlns:a16="http://schemas.microsoft.com/office/drawing/2014/main" id="{5026CC97-7EDF-EFF7-7537-D69969848263}"/>
              </a:ext>
            </a:extLst>
          </p:cNvPr>
          <p:cNvCxnSpPr>
            <a:stCxn id="8" idx="2"/>
            <a:endCxn id="63" idx="0"/>
          </p:cNvCxnSpPr>
          <p:nvPr/>
        </p:nvCxnSpPr>
        <p:spPr>
          <a:xfrm flipH="1">
            <a:off x="5271565" y="5591917"/>
            <a:ext cx="1703" cy="157660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8" name="직사각형 15">
            <a:extLst>
              <a:ext uri="{FF2B5EF4-FFF2-40B4-BE49-F238E27FC236}">
                <a16:creationId xmlns:a16="http://schemas.microsoft.com/office/drawing/2014/main" id="{3E74FA44-EF31-EC2A-F280-2FC68D288B29}"/>
              </a:ext>
            </a:extLst>
          </p:cNvPr>
          <p:cNvSpPr/>
          <p:nvPr/>
        </p:nvSpPr>
        <p:spPr>
          <a:xfrm>
            <a:off x="4732321" y="5303917"/>
            <a:ext cx="1081894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triangle" w="med" len="med"/>
          </a:ln>
        </p:spPr>
        <p:txBody>
          <a:bodyPr wrap="none" lIns="103559" tIns="51786" rIns="103559" bIns="51786" anchor="ctr"/>
          <a:lstStyle/>
          <a:p>
            <a:pPr marL="342900" indent="-342900" algn="ctr" defTabSz="1039813" eaLnBrk="0" hangingPunct="0">
              <a:buSzPct val="90000"/>
            </a:pPr>
            <a:r>
              <a:rPr lang="ko-KR" altLang="en-US" sz="10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평가수행</a:t>
            </a:r>
          </a:p>
        </p:txBody>
      </p:sp>
      <p:sp>
        <p:nvSpPr>
          <p:cNvPr id="9" name="다이아몬드 16">
            <a:extLst>
              <a:ext uri="{FF2B5EF4-FFF2-40B4-BE49-F238E27FC236}">
                <a16:creationId xmlns:a16="http://schemas.microsoft.com/office/drawing/2014/main" id="{B747EFE6-F62D-734A-E2E5-904712A8464B}"/>
              </a:ext>
            </a:extLst>
          </p:cNvPr>
          <p:cNvSpPr/>
          <p:nvPr/>
        </p:nvSpPr>
        <p:spPr>
          <a:xfrm>
            <a:off x="6733751" y="2675710"/>
            <a:ext cx="798079" cy="476250"/>
          </a:xfrm>
          <a:prstGeom prst="diamond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pPr algn="ctr" defTabSz="1569581" latinLnBrk="1"/>
            <a:r>
              <a:rPr lang="ko-KR" altLang="en-US" sz="1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평가</a:t>
            </a:r>
            <a:endParaRPr lang="en-US" altLang="ko-KR" sz="10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algn="ctr" defTabSz="1569581" latinLnBrk="1"/>
            <a:r>
              <a:rPr lang="ko-KR" altLang="en-US" sz="1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결과</a:t>
            </a:r>
          </a:p>
        </p:txBody>
      </p:sp>
      <p:cxnSp>
        <p:nvCxnSpPr>
          <p:cNvPr id="10" name="직선 화살표 연결선 117">
            <a:extLst>
              <a:ext uri="{FF2B5EF4-FFF2-40B4-BE49-F238E27FC236}">
                <a16:creationId xmlns:a16="http://schemas.microsoft.com/office/drawing/2014/main" id="{44B9DA1D-E274-1192-F459-7187A594F049}"/>
              </a:ext>
            </a:extLst>
          </p:cNvPr>
          <p:cNvCxnSpPr>
            <a:stCxn id="9" idx="2"/>
            <a:endCxn id="18" idx="0"/>
          </p:cNvCxnSpPr>
          <p:nvPr/>
        </p:nvCxnSpPr>
        <p:spPr>
          <a:xfrm flipH="1">
            <a:off x="7128398" y="3151960"/>
            <a:ext cx="0" cy="650308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11" name="직선 화살표 연결선 117">
            <a:extLst>
              <a:ext uri="{FF2B5EF4-FFF2-40B4-BE49-F238E27FC236}">
                <a16:creationId xmlns:a16="http://schemas.microsoft.com/office/drawing/2014/main" id="{72FFAE8A-440A-91EF-E2A5-DCE92066C3EF}"/>
              </a:ext>
            </a:extLst>
          </p:cNvPr>
          <p:cNvCxnSpPr>
            <a:stCxn id="63" idx="1"/>
            <a:endCxn id="8" idx="1"/>
          </p:cNvCxnSpPr>
          <p:nvPr/>
        </p:nvCxnSpPr>
        <p:spPr>
          <a:xfrm rot="10800000">
            <a:off x="4732321" y="5447918"/>
            <a:ext cx="140204" cy="539785"/>
          </a:xfrm>
          <a:prstGeom prst="bentConnector3">
            <a:avLst>
              <a:gd name="adj1" fmla="val 263048"/>
            </a:avLst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12" name="직선 화살표 연결선 65">
            <a:extLst>
              <a:ext uri="{FF2B5EF4-FFF2-40B4-BE49-F238E27FC236}">
                <a16:creationId xmlns:a16="http://schemas.microsoft.com/office/drawing/2014/main" id="{1693B561-0582-D21B-740A-D33EDE09EFDF}"/>
              </a:ext>
            </a:extLst>
          </p:cNvPr>
          <p:cNvCxnSpPr>
            <a:stCxn id="63" idx="3"/>
            <a:endCxn id="9" idx="1"/>
          </p:cNvCxnSpPr>
          <p:nvPr/>
        </p:nvCxnSpPr>
        <p:spPr>
          <a:xfrm flipV="1">
            <a:off x="5670604" y="2913835"/>
            <a:ext cx="1063147" cy="307386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13" name="직사각형 72">
            <a:extLst>
              <a:ext uri="{FF2B5EF4-FFF2-40B4-BE49-F238E27FC236}">
                <a16:creationId xmlns:a16="http://schemas.microsoft.com/office/drawing/2014/main" id="{C72DAD36-5A62-751D-BB13-507E88927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7557" y="3109577"/>
            <a:ext cx="510886" cy="220414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예외</a:t>
            </a:r>
            <a:endParaRPr lang="en-US" altLang="ko-KR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72">
            <a:extLst>
              <a:ext uri="{FF2B5EF4-FFF2-40B4-BE49-F238E27FC236}">
                <a16:creationId xmlns:a16="http://schemas.microsoft.com/office/drawing/2014/main" id="{C105DC63-6197-9F37-5E53-3BD5A20B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9513" y="2665210"/>
            <a:ext cx="510886" cy="26670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</a:t>
            </a:r>
            <a:endParaRPr lang="en-US" altLang="ko-KR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화살표 연결선 117">
            <a:extLst>
              <a:ext uri="{FF2B5EF4-FFF2-40B4-BE49-F238E27FC236}">
                <a16:creationId xmlns:a16="http://schemas.microsoft.com/office/drawing/2014/main" id="{D22ECFCD-E22B-AC08-9B76-6F6EB936FA7D}"/>
              </a:ext>
            </a:extLst>
          </p:cNvPr>
          <p:cNvCxnSpPr>
            <a:stCxn id="64" idx="3"/>
            <a:endCxn id="26" idx="1"/>
          </p:cNvCxnSpPr>
          <p:nvPr/>
        </p:nvCxnSpPr>
        <p:spPr>
          <a:xfrm flipV="1">
            <a:off x="7542195" y="2907430"/>
            <a:ext cx="565726" cy="308027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16" name="직사각형 72">
            <a:extLst>
              <a:ext uri="{FF2B5EF4-FFF2-40B4-BE49-F238E27FC236}">
                <a16:creationId xmlns:a16="http://schemas.microsoft.com/office/drawing/2014/main" id="{A8DB1C89-4426-2613-6B18-4E7F4B9D5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956" y="5154055"/>
            <a:ext cx="1375831" cy="399092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9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" name="직선 화살표 연결선 25">
            <a:extLst>
              <a:ext uri="{FF2B5EF4-FFF2-40B4-BE49-F238E27FC236}">
                <a16:creationId xmlns:a16="http://schemas.microsoft.com/office/drawing/2014/main" id="{D7CA776A-A5AE-33E4-E806-EE5C255F0042}"/>
              </a:ext>
            </a:extLst>
          </p:cNvPr>
          <p:cNvCxnSpPr>
            <a:stCxn id="9" idx="3"/>
            <a:endCxn id="26" idx="1"/>
          </p:cNvCxnSpPr>
          <p:nvPr/>
        </p:nvCxnSpPr>
        <p:spPr>
          <a:xfrm flipV="1">
            <a:off x="7531830" y="2907430"/>
            <a:ext cx="576091" cy="6405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18" name="직사각형 36">
            <a:extLst>
              <a:ext uri="{FF2B5EF4-FFF2-40B4-BE49-F238E27FC236}">
                <a16:creationId xmlns:a16="http://schemas.microsoft.com/office/drawing/2014/main" id="{A4928EA1-4E1B-DF25-BC98-1EBB31032D66}"/>
              </a:ext>
            </a:extLst>
          </p:cNvPr>
          <p:cNvSpPr/>
          <p:nvPr/>
        </p:nvSpPr>
        <p:spPr>
          <a:xfrm>
            <a:off x="6587033" y="3802268"/>
            <a:ext cx="1081894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triangle" w="med" len="med"/>
          </a:ln>
        </p:spPr>
        <p:txBody>
          <a:bodyPr wrap="none" lIns="103559" tIns="51786" rIns="103559" bIns="51786" anchor="ctr"/>
          <a:lstStyle/>
          <a:p>
            <a:pPr marL="342900" indent="-342900" algn="ctr" defTabSz="1039813" eaLnBrk="0" hangingPunct="0">
              <a:buSzPct val="90000"/>
            </a:pPr>
            <a:r>
              <a:rPr lang="ko-KR" altLang="en-US" sz="10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개선담당자 등록</a:t>
            </a:r>
          </a:p>
        </p:txBody>
      </p:sp>
      <p:sp>
        <p:nvSpPr>
          <p:cNvPr id="19" name="직사각형 37">
            <a:extLst>
              <a:ext uri="{FF2B5EF4-FFF2-40B4-BE49-F238E27FC236}">
                <a16:creationId xmlns:a16="http://schemas.microsoft.com/office/drawing/2014/main" id="{22D5399F-31FB-6EFE-204D-882A698F0C7D}"/>
              </a:ext>
            </a:extLst>
          </p:cNvPr>
          <p:cNvSpPr/>
          <p:nvPr/>
        </p:nvSpPr>
        <p:spPr>
          <a:xfrm>
            <a:off x="6587033" y="4387824"/>
            <a:ext cx="1081894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triangle" w="med" len="med"/>
          </a:ln>
        </p:spPr>
        <p:txBody>
          <a:bodyPr wrap="none" lIns="103559" tIns="51786" rIns="103559" bIns="51786" anchor="ctr"/>
          <a:lstStyle/>
          <a:p>
            <a:pPr marL="342900" indent="-342900" algn="ctr" defTabSz="1039813" eaLnBrk="0" hangingPunct="0">
              <a:buSzPct val="90000"/>
            </a:pPr>
            <a:r>
              <a:rPr lang="ko-KR" altLang="en-US" sz="1000" ker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 계획 등록</a:t>
            </a:r>
          </a:p>
        </p:txBody>
      </p:sp>
      <p:cxnSp>
        <p:nvCxnSpPr>
          <p:cNvPr id="21" name="직선 화살표 연결선 85">
            <a:extLst>
              <a:ext uri="{FF2B5EF4-FFF2-40B4-BE49-F238E27FC236}">
                <a16:creationId xmlns:a16="http://schemas.microsoft.com/office/drawing/2014/main" id="{3E5B49E1-31F4-8556-F472-4A80963F0385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7127981" y="4090268"/>
            <a:ext cx="0" cy="297556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22" name="직선 화살표 연결선 203">
            <a:extLst>
              <a:ext uri="{FF2B5EF4-FFF2-40B4-BE49-F238E27FC236}">
                <a16:creationId xmlns:a16="http://schemas.microsoft.com/office/drawing/2014/main" id="{57AE2D8F-9AB9-D1AA-66CA-DB441CBA326F}"/>
              </a:ext>
            </a:extLst>
          </p:cNvPr>
          <p:cNvCxnSpPr>
            <a:stCxn id="19" idx="2"/>
            <a:endCxn id="64" idx="0"/>
          </p:cNvCxnSpPr>
          <p:nvPr/>
        </p:nvCxnSpPr>
        <p:spPr>
          <a:xfrm>
            <a:off x="7127980" y="4675824"/>
            <a:ext cx="0" cy="1073753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23" name="직선 화살표 연결선 117">
            <a:extLst>
              <a:ext uri="{FF2B5EF4-FFF2-40B4-BE49-F238E27FC236}">
                <a16:creationId xmlns:a16="http://schemas.microsoft.com/office/drawing/2014/main" id="{7E9E2FA6-AFD6-369F-4A6C-984E7F3C238D}"/>
              </a:ext>
            </a:extLst>
          </p:cNvPr>
          <p:cNvCxnSpPr>
            <a:stCxn id="64" idx="1"/>
            <a:endCxn id="19" idx="1"/>
          </p:cNvCxnSpPr>
          <p:nvPr/>
        </p:nvCxnSpPr>
        <p:spPr>
          <a:xfrm rot="10800000">
            <a:off x="6587034" y="4531824"/>
            <a:ext cx="157083" cy="1455878"/>
          </a:xfrm>
          <a:prstGeom prst="bentConnector3">
            <a:avLst>
              <a:gd name="adj1" fmla="val 245528"/>
            </a:avLst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24" name="직사각형 72">
            <a:extLst>
              <a:ext uri="{FF2B5EF4-FFF2-40B4-BE49-F238E27FC236}">
                <a16:creationId xmlns:a16="http://schemas.microsoft.com/office/drawing/2014/main" id="{911A6DDD-DEAA-FF14-8A87-CB80B717F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269" y="5979477"/>
            <a:ext cx="510886" cy="26670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반려</a:t>
            </a:r>
            <a:endParaRPr kumimoji="1" lang="en-US" altLang="ko-KR" sz="90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43">
            <a:extLst>
              <a:ext uri="{FF2B5EF4-FFF2-40B4-BE49-F238E27FC236}">
                <a16:creationId xmlns:a16="http://schemas.microsoft.com/office/drawing/2014/main" id="{46E21E3D-1E48-6504-C8CD-D50FF5288AED}"/>
              </a:ext>
            </a:extLst>
          </p:cNvPr>
          <p:cNvSpPr/>
          <p:nvPr/>
        </p:nvSpPr>
        <p:spPr>
          <a:xfrm>
            <a:off x="8115808" y="3415748"/>
            <a:ext cx="1081894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triangle" w="med" len="med"/>
          </a:ln>
        </p:spPr>
        <p:txBody>
          <a:bodyPr wrap="none" lIns="103559" tIns="51786" rIns="103559" bIns="51786" anchor="ctr"/>
          <a:lstStyle/>
          <a:p>
            <a:pPr marL="342900" indent="-342900" algn="ctr" defTabSz="1039813" eaLnBrk="0" hangingPunct="0">
              <a:buSzPct val="90000"/>
            </a:pPr>
            <a:r>
              <a:rPr lang="ko-KR" altLang="en-US" sz="1000" ker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결과보고서 작성</a:t>
            </a:r>
          </a:p>
        </p:txBody>
      </p:sp>
      <p:sp>
        <p:nvSpPr>
          <p:cNvPr id="26" name="직사각형 44">
            <a:extLst>
              <a:ext uri="{FF2B5EF4-FFF2-40B4-BE49-F238E27FC236}">
                <a16:creationId xmlns:a16="http://schemas.microsoft.com/office/drawing/2014/main" id="{D98A23EC-D3C0-02CB-124C-D185DDC66F5E}"/>
              </a:ext>
            </a:extLst>
          </p:cNvPr>
          <p:cNvSpPr/>
          <p:nvPr/>
        </p:nvSpPr>
        <p:spPr>
          <a:xfrm>
            <a:off x="8107921" y="2763430"/>
            <a:ext cx="1081894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triangle" w="med" len="med"/>
          </a:ln>
        </p:spPr>
        <p:txBody>
          <a:bodyPr wrap="none" lIns="103559" tIns="51786" rIns="103559" bIns="51786" anchor="ctr"/>
          <a:lstStyle/>
          <a:p>
            <a:pPr marL="342900" indent="-342900" algn="ctr" defTabSz="1039813" eaLnBrk="0" hangingPunct="0">
              <a:buSzPct val="90000"/>
            </a:pPr>
            <a:r>
              <a:rPr lang="ko-KR" altLang="en-US" sz="1000" ker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평가마감</a:t>
            </a:r>
          </a:p>
        </p:txBody>
      </p:sp>
      <p:cxnSp>
        <p:nvCxnSpPr>
          <p:cNvPr id="27" name="직선 화살표 연결선 117">
            <a:extLst>
              <a:ext uri="{FF2B5EF4-FFF2-40B4-BE49-F238E27FC236}">
                <a16:creationId xmlns:a16="http://schemas.microsoft.com/office/drawing/2014/main" id="{CF0B630F-C81D-F7EB-85C9-20F3645E547B}"/>
              </a:ext>
            </a:extLst>
          </p:cNvPr>
          <p:cNvCxnSpPr>
            <a:stCxn id="26" idx="2"/>
            <a:endCxn id="25" idx="0"/>
          </p:cNvCxnSpPr>
          <p:nvPr/>
        </p:nvCxnSpPr>
        <p:spPr>
          <a:xfrm>
            <a:off x="8649227" y="3043810"/>
            <a:ext cx="0" cy="371938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28" name="직선 화살표 연결선 117">
            <a:extLst>
              <a:ext uri="{FF2B5EF4-FFF2-40B4-BE49-F238E27FC236}">
                <a16:creationId xmlns:a16="http://schemas.microsoft.com/office/drawing/2014/main" id="{159122EB-D835-F21D-1C16-0CA9978634D9}"/>
              </a:ext>
            </a:extLst>
          </p:cNvPr>
          <p:cNvCxnSpPr>
            <a:stCxn id="25" idx="2"/>
            <a:endCxn id="5" idx="0"/>
          </p:cNvCxnSpPr>
          <p:nvPr/>
        </p:nvCxnSpPr>
        <p:spPr>
          <a:xfrm>
            <a:off x="8657036" y="3703748"/>
            <a:ext cx="0" cy="539160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29" name="직사각형 47">
            <a:extLst>
              <a:ext uri="{FF2B5EF4-FFF2-40B4-BE49-F238E27FC236}">
                <a16:creationId xmlns:a16="http://schemas.microsoft.com/office/drawing/2014/main" id="{019270C7-5880-D41A-A1C1-219C968FBA7C}"/>
              </a:ext>
            </a:extLst>
          </p:cNvPr>
          <p:cNvSpPr/>
          <p:nvPr/>
        </p:nvSpPr>
        <p:spPr>
          <a:xfrm>
            <a:off x="3146175" y="1981982"/>
            <a:ext cx="1081894" cy="28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1569581" latinLnBrk="1"/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모집단 등록</a:t>
            </a:r>
          </a:p>
        </p:txBody>
      </p:sp>
      <p:sp>
        <p:nvSpPr>
          <p:cNvPr id="30" name="직사각형 48">
            <a:extLst>
              <a:ext uri="{FF2B5EF4-FFF2-40B4-BE49-F238E27FC236}">
                <a16:creationId xmlns:a16="http://schemas.microsoft.com/office/drawing/2014/main" id="{D65D0E7D-A608-8DFB-4060-0A6E31E3564A}"/>
              </a:ext>
            </a:extLst>
          </p:cNvPr>
          <p:cNvSpPr/>
          <p:nvPr/>
        </p:nvSpPr>
        <p:spPr>
          <a:xfrm>
            <a:off x="3146175" y="2453560"/>
            <a:ext cx="1081894" cy="28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1569581" latinLnBrk="1"/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샘플추출</a:t>
            </a:r>
          </a:p>
        </p:txBody>
      </p:sp>
      <p:sp>
        <p:nvSpPr>
          <p:cNvPr id="31" name="직사각형 49">
            <a:extLst>
              <a:ext uri="{FF2B5EF4-FFF2-40B4-BE49-F238E27FC236}">
                <a16:creationId xmlns:a16="http://schemas.microsoft.com/office/drawing/2014/main" id="{3C3C9D31-0941-B2B5-2DAF-243F629F0921}"/>
              </a:ext>
            </a:extLst>
          </p:cNvPr>
          <p:cNvSpPr/>
          <p:nvPr/>
        </p:nvSpPr>
        <p:spPr>
          <a:xfrm>
            <a:off x="3146175" y="3396716"/>
            <a:ext cx="1081894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triangle" w="med" len="med"/>
          </a:ln>
        </p:spPr>
        <p:txBody>
          <a:bodyPr wrap="none" lIns="103559" tIns="51786" rIns="103559" bIns="51786" anchor="ctr"/>
          <a:lstStyle/>
          <a:p>
            <a:pPr marL="342900" indent="-342900" algn="ctr" defTabSz="1039813" eaLnBrk="0" hangingPunct="0">
              <a:buSzPct val="90000"/>
            </a:pPr>
            <a:r>
              <a:rPr lang="ko-KR" altLang="en-US" sz="1000" ker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증빙자료요청</a:t>
            </a:r>
          </a:p>
        </p:txBody>
      </p:sp>
      <p:sp>
        <p:nvSpPr>
          <p:cNvPr id="32" name="직사각형 50">
            <a:extLst>
              <a:ext uri="{FF2B5EF4-FFF2-40B4-BE49-F238E27FC236}">
                <a16:creationId xmlns:a16="http://schemas.microsoft.com/office/drawing/2014/main" id="{B4D7412B-958E-06CC-22EB-4DF58B26F34C}"/>
              </a:ext>
            </a:extLst>
          </p:cNvPr>
          <p:cNvSpPr/>
          <p:nvPr/>
        </p:nvSpPr>
        <p:spPr>
          <a:xfrm>
            <a:off x="3146175" y="4339873"/>
            <a:ext cx="1081894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triangle" w="med" len="med"/>
          </a:ln>
        </p:spPr>
        <p:txBody>
          <a:bodyPr wrap="none" lIns="103559" tIns="51786" rIns="103559" bIns="51786" anchor="ctr"/>
          <a:lstStyle/>
          <a:p>
            <a:pPr marL="342900" indent="-342900" algn="ctr" defTabSz="1039813" eaLnBrk="0" hangingPunct="0">
              <a:buSzPct val="90000"/>
            </a:pPr>
            <a:r>
              <a:rPr lang="ko-KR" altLang="en-US" sz="10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증빙자료 등록</a:t>
            </a:r>
          </a:p>
        </p:txBody>
      </p:sp>
      <p:cxnSp>
        <p:nvCxnSpPr>
          <p:cNvPr id="33" name="직선 화살표 연결선 117">
            <a:extLst>
              <a:ext uri="{FF2B5EF4-FFF2-40B4-BE49-F238E27FC236}">
                <a16:creationId xmlns:a16="http://schemas.microsoft.com/office/drawing/2014/main" id="{8FA471F3-D6C7-5A31-E178-74FFB6A38E4B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>
            <a:off x="3687122" y="2269982"/>
            <a:ext cx="0" cy="183578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36" name="직선 화살표 연결선 80">
            <a:extLst>
              <a:ext uri="{FF2B5EF4-FFF2-40B4-BE49-F238E27FC236}">
                <a16:creationId xmlns:a16="http://schemas.microsoft.com/office/drawing/2014/main" id="{D8D39F5C-6BC5-4922-8448-29271E84A9B8}"/>
              </a:ext>
            </a:extLst>
          </p:cNvPr>
          <p:cNvCxnSpPr>
            <a:cxnSpLocks/>
            <a:stCxn id="30" idx="2"/>
            <a:endCxn id="53" idx="0"/>
          </p:cNvCxnSpPr>
          <p:nvPr/>
        </p:nvCxnSpPr>
        <p:spPr>
          <a:xfrm>
            <a:off x="3687122" y="2741560"/>
            <a:ext cx="0" cy="183578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37" name="직선 화살표 연결선 80">
            <a:extLst>
              <a:ext uri="{FF2B5EF4-FFF2-40B4-BE49-F238E27FC236}">
                <a16:creationId xmlns:a16="http://schemas.microsoft.com/office/drawing/2014/main" id="{47AED57D-BC43-F16C-8F2D-78722CC15B4D}"/>
              </a:ext>
            </a:extLst>
          </p:cNvPr>
          <p:cNvCxnSpPr>
            <a:cxnSpLocks/>
            <a:stCxn id="31" idx="2"/>
            <a:endCxn id="49" idx="0"/>
          </p:cNvCxnSpPr>
          <p:nvPr/>
        </p:nvCxnSpPr>
        <p:spPr>
          <a:xfrm>
            <a:off x="3687122" y="3684716"/>
            <a:ext cx="0" cy="183578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38" name="직선 화살표 연결선 80">
            <a:extLst>
              <a:ext uri="{FF2B5EF4-FFF2-40B4-BE49-F238E27FC236}">
                <a16:creationId xmlns:a16="http://schemas.microsoft.com/office/drawing/2014/main" id="{DA36F2E1-6739-4EC0-DB5D-E8DEA59F0333}"/>
              </a:ext>
            </a:extLst>
          </p:cNvPr>
          <p:cNvCxnSpPr>
            <a:cxnSpLocks/>
            <a:stCxn id="32" idx="2"/>
            <a:endCxn id="60" idx="0"/>
          </p:cNvCxnSpPr>
          <p:nvPr/>
        </p:nvCxnSpPr>
        <p:spPr>
          <a:xfrm>
            <a:off x="3687122" y="4627873"/>
            <a:ext cx="1" cy="186427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39" name="직선 화살표 연결선 117">
            <a:extLst>
              <a:ext uri="{FF2B5EF4-FFF2-40B4-BE49-F238E27FC236}">
                <a16:creationId xmlns:a16="http://schemas.microsoft.com/office/drawing/2014/main" id="{C4FF3B0D-1858-65C4-1410-53B1E0630E5D}"/>
              </a:ext>
            </a:extLst>
          </p:cNvPr>
          <p:cNvCxnSpPr>
            <a:cxnSpLocks/>
            <a:stCxn id="60" idx="1"/>
            <a:endCxn id="32" idx="1"/>
          </p:cNvCxnSpPr>
          <p:nvPr/>
        </p:nvCxnSpPr>
        <p:spPr>
          <a:xfrm rot="10800000">
            <a:off x="3146175" y="4483873"/>
            <a:ext cx="141908" cy="568552"/>
          </a:xfrm>
          <a:prstGeom prst="bentConnector3">
            <a:avLst>
              <a:gd name="adj1" fmla="val 261090"/>
            </a:avLst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40" name="직선 화살표 연결선 117">
            <a:extLst>
              <a:ext uri="{FF2B5EF4-FFF2-40B4-BE49-F238E27FC236}">
                <a16:creationId xmlns:a16="http://schemas.microsoft.com/office/drawing/2014/main" id="{9481A8E8-08F2-9AB7-854C-0AB8E72EDFEA}"/>
              </a:ext>
            </a:extLst>
          </p:cNvPr>
          <p:cNvCxnSpPr>
            <a:stCxn id="60" idx="2"/>
            <a:endCxn id="8" idx="1"/>
          </p:cNvCxnSpPr>
          <p:nvPr/>
        </p:nvCxnSpPr>
        <p:spPr>
          <a:xfrm rot="16200000" flipH="1">
            <a:off x="4131039" y="4846634"/>
            <a:ext cx="157367" cy="1045198"/>
          </a:xfrm>
          <a:prstGeom prst="bentConnector2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1" name="직사각형 72">
            <a:extLst>
              <a:ext uri="{FF2B5EF4-FFF2-40B4-BE49-F238E27FC236}">
                <a16:creationId xmlns:a16="http://schemas.microsoft.com/office/drawing/2014/main" id="{D3DC926A-2A3E-32E3-D692-DEB7ABA07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048" y="5429136"/>
            <a:ext cx="510886" cy="26670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9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  <a:endParaRPr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72">
            <a:extLst>
              <a:ext uri="{FF2B5EF4-FFF2-40B4-BE49-F238E27FC236}">
                <a16:creationId xmlns:a16="http://schemas.microsoft.com/office/drawing/2014/main" id="{69DDF278-D347-CA4C-E003-490CE5F63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482" y="4641548"/>
            <a:ext cx="674923" cy="236416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9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 요청</a:t>
            </a:r>
            <a:endParaRPr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72">
            <a:extLst>
              <a:ext uri="{FF2B5EF4-FFF2-40B4-BE49-F238E27FC236}">
                <a16:creationId xmlns:a16="http://schemas.microsoft.com/office/drawing/2014/main" id="{6F29B3FA-5B5E-49A8-6DDE-5ADBC85EB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333" y="5069374"/>
            <a:ext cx="428584" cy="236416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9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반려</a:t>
            </a:r>
            <a:endParaRPr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72">
            <a:extLst>
              <a:ext uri="{FF2B5EF4-FFF2-40B4-BE49-F238E27FC236}">
                <a16:creationId xmlns:a16="http://schemas.microsoft.com/office/drawing/2014/main" id="{7B348FF4-D7A6-724E-92ED-A30BB24B9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2267" y="6009761"/>
            <a:ext cx="354202" cy="236416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r>
              <a:rPr kumimoji="1" lang="ko-KR" altLang="en-US" sz="900" b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반려</a:t>
            </a:r>
            <a:endParaRPr kumimoji="1"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72">
            <a:extLst>
              <a:ext uri="{FF2B5EF4-FFF2-40B4-BE49-F238E27FC236}">
                <a16:creationId xmlns:a16="http://schemas.microsoft.com/office/drawing/2014/main" id="{7B0B4455-ECF0-4DBF-4161-E4707D22F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1104" y="5587359"/>
            <a:ext cx="510886" cy="26670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9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 요청</a:t>
            </a:r>
            <a:endParaRPr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69">
            <a:extLst>
              <a:ext uri="{FF2B5EF4-FFF2-40B4-BE49-F238E27FC236}">
                <a16:creationId xmlns:a16="http://schemas.microsoft.com/office/drawing/2014/main" id="{22523058-E983-38DD-C695-BF9FE8C2B9ED}"/>
              </a:ext>
            </a:extLst>
          </p:cNvPr>
          <p:cNvSpPr/>
          <p:nvPr/>
        </p:nvSpPr>
        <p:spPr>
          <a:xfrm>
            <a:off x="3146175" y="3868294"/>
            <a:ext cx="1081894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triangle" w="med" len="med"/>
          </a:ln>
        </p:spPr>
        <p:txBody>
          <a:bodyPr wrap="none" lIns="103559" tIns="51786" rIns="103559" bIns="51786" anchor="ctr"/>
          <a:lstStyle/>
          <a:p>
            <a:pPr marL="342900" indent="-342900" algn="ctr" defTabSz="1039813" eaLnBrk="0" hangingPunct="0">
              <a:buSzPct val="90000"/>
            </a:pPr>
            <a:r>
              <a:rPr lang="ko-KR" altLang="en-US" sz="10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증빙담당자 등록</a:t>
            </a:r>
          </a:p>
        </p:txBody>
      </p:sp>
      <p:cxnSp>
        <p:nvCxnSpPr>
          <p:cNvPr id="50" name="직선 화살표 연결선 80">
            <a:extLst>
              <a:ext uri="{FF2B5EF4-FFF2-40B4-BE49-F238E27FC236}">
                <a16:creationId xmlns:a16="http://schemas.microsoft.com/office/drawing/2014/main" id="{BE1F0C79-B806-6DC1-324C-3BAB1D92A5C0}"/>
              </a:ext>
            </a:extLst>
          </p:cNvPr>
          <p:cNvCxnSpPr>
            <a:cxnSpLocks/>
            <a:stCxn id="49" idx="2"/>
            <a:endCxn id="32" idx="0"/>
          </p:cNvCxnSpPr>
          <p:nvPr/>
        </p:nvCxnSpPr>
        <p:spPr>
          <a:xfrm>
            <a:off x="3687122" y="4156294"/>
            <a:ext cx="0" cy="183579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51" name="직사각형 71">
            <a:extLst>
              <a:ext uri="{FF2B5EF4-FFF2-40B4-BE49-F238E27FC236}">
                <a16:creationId xmlns:a16="http://schemas.microsoft.com/office/drawing/2014/main" id="{5F4D3C4E-679C-2100-45F1-B1666D8AF480}"/>
              </a:ext>
            </a:extLst>
          </p:cNvPr>
          <p:cNvSpPr/>
          <p:nvPr/>
        </p:nvSpPr>
        <p:spPr>
          <a:xfrm>
            <a:off x="4732321" y="3802268"/>
            <a:ext cx="1081894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triangle" w="med" len="med"/>
          </a:ln>
        </p:spPr>
        <p:txBody>
          <a:bodyPr wrap="none" lIns="103559" tIns="51786" rIns="103559" bIns="51786" anchor="ctr"/>
          <a:lstStyle/>
          <a:p>
            <a:pPr marL="342900" indent="-342900" algn="ctr" defTabSz="1039813" eaLnBrk="0" hangingPunct="0">
              <a:buSzPct val="90000"/>
            </a:pPr>
            <a:r>
              <a:rPr lang="ko-KR" altLang="en-US" sz="1000" ker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평가자 지정</a:t>
            </a:r>
          </a:p>
        </p:txBody>
      </p:sp>
      <p:cxnSp>
        <p:nvCxnSpPr>
          <p:cNvPr id="52" name="직선 화살표 연결선 80">
            <a:extLst>
              <a:ext uri="{FF2B5EF4-FFF2-40B4-BE49-F238E27FC236}">
                <a16:creationId xmlns:a16="http://schemas.microsoft.com/office/drawing/2014/main" id="{5E8D6470-987E-EF52-904D-E4DC6787FEB5}"/>
              </a:ext>
            </a:extLst>
          </p:cNvPr>
          <p:cNvCxnSpPr>
            <a:stCxn id="51" idx="2"/>
            <a:endCxn id="8" idx="0"/>
          </p:cNvCxnSpPr>
          <p:nvPr/>
        </p:nvCxnSpPr>
        <p:spPr>
          <a:xfrm>
            <a:off x="5273268" y="4090268"/>
            <a:ext cx="0" cy="1213649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53" name="직사각형 73">
            <a:extLst>
              <a:ext uri="{FF2B5EF4-FFF2-40B4-BE49-F238E27FC236}">
                <a16:creationId xmlns:a16="http://schemas.microsoft.com/office/drawing/2014/main" id="{57DA70B5-6B4E-DAE0-925B-B9FB6175A186}"/>
              </a:ext>
            </a:extLst>
          </p:cNvPr>
          <p:cNvSpPr/>
          <p:nvPr/>
        </p:nvSpPr>
        <p:spPr>
          <a:xfrm>
            <a:off x="3146175" y="2925138"/>
            <a:ext cx="1081894" cy="288000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1569581" eaLnBrk="1" latinLnBrk="1" hangingPunct="1"/>
            <a:r>
              <a:rPr lang="ko-KR" altLang="en-US" sz="10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승인결재선 설정</a:t>
            </a:r>
          </a:p>
        </p:txBody>
      </p:sp>
      <p:cxnSp>
        <p:nvCxnSpPr>
          <p:cNvPr id="54" name="직선 화살표 연결선 117">
            <a:extLst>
              <a:ext uri="{FF2B5EF4-FFF2-40B4-BE49-F238E27FC236}">
                <a16:creationId xmlns:a16="http://schemas.microsoft.com/office/drawing/2014/main" id="{468CE8F1-7588-6549-8571-211DA77FE27D}"/>
              </a:ext>
            </a:extLst>
          </p:cNvPr>
          <p:cNvCxnSpPr>
            <a:cxnSpLocks/>
            <a:stCxn id="53" idx="2"/>
            <a:endCxn id="31" idx="0"/>
          </p:cNvCxnSpPr>
          <p:nvPr/>
        </p:nvCxnSpPr>
        <p:spPr>
          <a:xfrm rot="5400000">
            <a:off x="3601683" y="3311277"/>
            <a:ext cx="183578" cy="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55" name="직사각형 75">
            <a:extLst>
              <a:ext uri="{FF2B5EF4-FFF2-40B4-BE49-F238E27FC236}">
                <a16:creationId xmlns:a16="http://schemas.microsoft.com/office/drawing/2014/main" id="{8384E0BD-FCC5-D939-33D6-B86DAE130256}"/>
              </a:ext>
            </a:extLst>
          </p:cNvPr>
          <p:cNvSpPr/>
          <p:nvPr/>
        </p:nvSpPr>
        <p:spPr>
          <a:xfrm>
            <a:off x="4732321" y="3141000"/>
            <a:ext cx="1081894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triangle" w="med" len="med"/>
          </a:ln>
        </p:spPr>
        <p:txBody>
          <a:bodyPr wrap="none" lIns="103559" tIns="51786" rIns="103559" bIns="51786" anchor="ctr"/>
          <a:lstStyle/>
          <a:p>
            <a:pPr marL="342900" indent="-342900" algn="ctr" defTabSz="1039813" eaLnBrk="0" hangingPunct="0">
              <a:buSzPct val="90000"/>
            </a:pPr>
            <a:r>
              <a:rPr lang="ko-KR" altLang="en-US" sz="1000" kern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기본결재선</a:t>
            </a:r>
            <a:r>
              <a:rPr lang="ko-KR" altLang="en-US" sz="10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설정</a:t>
            </a:r>
          </a:p>
        </p:txBody>
      </p:sp>
      <p:cxnSp>
        <p:nvCxnSpPr>
          <p:cNvPr id="56" name="직선 화살표 연결선 80">
            <a:extLst>
              <a:ext uri="{FF2B5EF4-FFF2-40B4-BE49-F238E27FC236}">
                <a16:creationId xmlns:a16="http://schemas.microsoft.com/office/drawing/2014/main" id="{F83DD1FB-6C66-9808-96A0-BCB2F4A788C5}"/>
              </a:ext>
            </a:extLst>
          </p:cNvPr>
          <p:cNvCxnSpPr>
            <a:stCxn id="55" idx="2"/>
            <a:endCxn id="51" idx="0"/>
          </p:cNvCxnSpPr>
          <p:nvPr/>
        </p:nvCxnSpPr>
        <p:spPr>
          <a:xfrm>
            <a:off x="5273268" y="3429000"/>
            <a:ext cx="0" cy="373268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57" name="직사각형 72">
            <a:extLst>
              <a:ext uri="{FF2B5EF4-FFF2-40B4-BE49-F238E27FC236}">
                <a16:creationId xmlns:a16="http://schemas.microsoft.com/office/drawing/2014/main" id="{CC365A15-DCD5-85E0-74D7-5B63326B6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438" y="4776775"/>
            <a:ext cx="510886" cy="26670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9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 요청</a:t>
            </a:r>
            <a:endParaRPr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다이아몬드 16">
            <a:extLst>
              <a:ext uri="{FF2B5EF4-FFF2-40B4-BE49-F238E27FC236}">
                <a16:creationId xmlns:a16="http://schemas.microsoft.com/office/drawing/2014/main" id="{4ACC235B-8622-7F26-4530-18C55AB67436}"/>
              </a:ext>
            </a:extLst>
          </p:cNvPr>
          <p:cNvSpPr/>
          <p:nvPr/>
        </p:nvSpPr>
        <p:spPr>
          <a:xfrm>
            <a:off x="3288083" y="4814300"/>
            <a:ext cx="798079" cy="476250"/>
          </a:xfrm>
          <a:prstGeom prst="diamond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pPr algn="ctr" defTabSz="1569581" latinLnBrk="1"/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전자</a:t>
            </a:r>
            <a:endParaRPr lang="en-US" altLang="ko-KR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algn="ctr" defTabSz="1569581" latinLnBrk="1"/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결재</a:t>
            </a:r>
          </a:p>
        </p:txBody>
      </p:sp>
      <p:sp>
        <p:nvSpPr>
          <p:cNvPr id="63" name="다이아몬드 16">
            <a:extLst>
              <a:ext uri="{FF2B5EF4-FFF2-40B4-BE49-F238E27FC236}">
                <a16:creationId xmlns:a16="http://schemas.microsoft.com/office/drawing/2014/main" id="{F99BAC97-1652-9602-7792-DF3B285ED3FD}"/>
              </a:ext>
            </a:extLst>
          </p:cNvPr>
          <p:cNvSpPr/>
          <p:nvPr/>
        </p:nvSpPr>
        <p:spPr>
          <a:xfrm>
            <a:off x="4872525" y="5749577"/>
            <a:ext cx="798079" cy="476250"/>
          </a:xfrm>
          <a:prstGeom prst="diamond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pPr algn="ctr" defTabSz="1569581" latinLnBrk="1"/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전자</a:t>
            </a:r>
            <a:endParaRPr lang="en-US" altLang="ko-KR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algn="ctr" defTabSz="1569581" latinLnBrk="1"/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결재</a:t>
            </a:r>
          </a:p>
        </p:txBody>
      </p:sp>
      <p:sp>
        <p:nvSpPr>
          <p:cNvPr id="64" name="다이아몬드 16">
            <a:extLst>
              <a:ext uri="{FF2B5EF4-FFF2-40B4-BE49-F238E27FC236}">
                <a16:creationId xmlns:a16="http://schemas.microsoft.com/office/drawing/2014/main" id="{41975EB1-9B75-C44C-6EE5-FC9D2CA2E2C2}"/>
              </a:ext>
            </a:extLst>
          </p:cNvPr>
          <p:cNvSpPr/>
          <p:nvPr/>
        </p:nvSpPr>
        <p:spPr>
          <a:xfrm>
            <a:off x="6744116" y="5749577"/>
            <a:ext cx="798079" cy="476250"/>
          </a:xfrm>
          <a:prstGeom prst="diamond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pPr algn="ctr" defTabSz="1569581" latinLnBrk="1"/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전자</a:t>
            </a:r>
            <a:endParaRPr lang="en-US" altLang="ko-KR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Medium" panose="00000600000000000000" pitchFamily="2" charset="-127"/>
            </a:endParaRPr>
          </a:p>
          <a:p>
            <a:pPr algn="ctr" defTabSz="1569581" latinLnBrk="1"/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 Medium" panose="00000600000000000000" pitchFamily="2" charset="-127"/>
              </a:rPr>
              <a:t>결재</a:t>
            </a:r>
          </a:p>
        </p:txBody>
      </p:sp>
      <p:sp>
        <p:nvSpPr>
          <p:cNvPr id="66" name="직사각형 72">
            <a:extLst>
              <a:ext uri="{FF2B5EF4-FFF2-40B4-BE49-F238E27FC236}">
                <a16:creationId xmlns:a16="http://schemas.microsoft.com/office/drawing/2014/main" id="{2074F6DD-FD4F-47B9-8FDA-754A42ABD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7984" y="6009761"/>
            <a:ext cx="354202" cy="236416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r>
              <a:rPr kumimoji="1" lang="ko-KR" altLang="en-US" sz="900" b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  <a:endParaRPr kumimoji="1"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72">
            <a:extLst>
              <a:ext uri="{FF2B5EF4-FFF2-40B4-BE49-F238E27FC236}">
                <a16:creationId xmlns:a16="http://schemas.microsoft.com/office/drawing/2014/main" id="{B7576B55-822C-33DB-DFF3-9894704D0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7942" y="6009761"/>
            <a:ext cx="354202" cy="236416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r>
              <a:rPr kumimoji="1" lang="ko-KR" altLang="en-US" sz="900" b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  <a:endParaRPr kumimoji="1"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47">
            <a:extLst>
              <a:ext uri="{FF2B5EF4-FFF2-40B4-BE49-F238E27FC236}">
                <a16:creationId xmlns:a16="http://schemas.microsoft.com/office/drawing/2014/main" id="{2F7CCA45-8048-9B49-9287-A06191376059}"/>
              </a:ext>
            </a:extLst>
          </p:cNvPr>
          <p:cNvSpPr/>
          <p:nvPr/>
        </p:nvSpPr>
        <p:spPr>
          <a:xfrm>
            <a:off x="1538760" y="1991191"/>
            <a:ext cx="1081894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triangle" w="med" len="med"/>
          </a:ln>
        </p:spPr>
        <p:txBody>
          <a:bodyPr wrap="none" lIns="103559" tIns="51786" rIns="103559" bIns="51786" anchor="ctr"/>
          <a:lstStyle/>
          <a:p>
            <a:pPr marL="342900" indent="-342900" algn="ctr" defTabSz="1039813" eaLnBrk="0" hangingPunct="0">
              <a:buSzPct val="90000"/>
            </a:pPr>
            <a:r>
              <a:rPr lang="ko-KR" altLang="en-US" sz="10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통제기간 설정</a:t>
            </a:r>
          </a:p>
        </p:txBody>
      </p:sp>
      <p:sp>
        <p:nvSpPr>
          <p:cNvPr id="70" name="직사각형 48">
            <a:extLst>
              <a:ext uri="{FF2B5EF4-FFF2-40B4-BE49-F238E27FC236}">
                <a16:creationId xmlns:a16="http://schemas.microsoft.com/office/drawing/2014/main" id="{5F9A7234-E08F-029E-1022-B0F54A98811F}"/>
              </a:ext>
            </a:extLst>
          </p:cNvPr>
          <p:cNvSpPr/>
          <p:nvPr/>
        </p:nvSpPr>
        <p:spPr>
          <a:xfrm>
            <a:off x="1538760" y="3142095"/>
            <a:ext cx="1081894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triangle" w="med" len="med"/>
          </a:ln>
        </p:spPr>
        <p:txBody>
          <a:bodyPr wrap="none" lIns="103559" tIns="51786" rIns="103559" bIns="51786" anchor="ctr"/>
          <a:lstStyle/>
          <a:p>
            <a:pPr marL="342900" indent="-342900" algn="ctr" defTabSz="1039813" eaLnBrk="0" hangingPunct="0">
              <a:buSzPct val="90000"/>
            </a:pPr>
            <a:r>
              <a:rPr lang="ko-KR" altLang="en-US" sz="10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</a:p>
        </p:txBody>
      </p:sp>
      <p:sp>
        <p:nvSpPr>
          <p:cNvPr id="72" name="직사각형 48">
            <a:extLst>
              <a:ext uri="{FF2B5EF4-FFF2-40B4-BE49-F238E27FC236}">
                <a16:creationId xmlns:a16="http://schemas.microsoft.com/office/drawing/2014/main" id="{E2B26985-0C6C-5E8F-859F-A4982AF46DCF}"/>
              </a:ext>
            </a:extLst>
          </p:cNvPr>
          <p:cNvSpPr/>
          <p:nvPr/>
        </p:nvSpPr>
        <p:spPr>
          <a:xfrm>
            <a:off x="1538760" y="3717547"/>
            <a:ext cx="1081894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triangle" w="med" len="med"/>
          </a:ln>
        </p:spPr>
        <p:txBody>
          <a:bodyPr wrap="none" lIns="103559" tIns="51786" rIns="103559" bIns="51786" anchor="ctr"/>
          <a:lstStyle/>
          <a:p>
            <a:pPr marL="342900" indent="-342900" algn="ctr" defTabSz="1039813" eaLnBrk="0" hangingPunct="0">
              <a:buSzPct val="90000"/>
            </a:pPr>
            <a:r>
              <a:rPr lang="ko-KR" altLang="en-US" sz="10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리스크</a:t>
            </a:r>
          </a:p>
        </p:txBody>
      </p:sp>
      <p:sp>
        <p:nvSpPr>
          <p:cNvPr id="74" name="직사각형 48">
            <a:extLst>
              <a:ext uri="{FF2B5EF4-FFF2-40B4-BE49-F238E27FC236}">
                <a16:creationId xmlns:a16="http://schemas.microsoft.com/office/drawing/2014/main" id="{74B65BF5-8174-B8E6-EAA3-033D023A0206}"/>
              </a:ext>
            </a:extLst>
          </p:cNvPr>
          <p:cNvSpPr/>
          <p:nvPr/>
        </p:nvSpPr>
        <p:spPr>
          <a:xfrm>
            <a:off x="1538760" y="4293000"/>
            <a:ext cx="1081894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triangle" w="med" len="med"/>
          </a:ln>
        </p:spPr>
        <p:txBody>
          <a:bodyPr wrap="none" lIns="103559" tIns="51786" rIns="103559" bIns="51786" anchor="ctr"/>
          <a:lstStyle/>
          <a:p>
            <a:pPr marL="342900" indent="-342900" algn="ctr" defTabSz="1039813" eaLnBrk="0" hangingPunct="0">
              <a:buSzPct val="90000"/>
            </a:pPr>
            <a:r>
              <a:rPr lang="ko-KR" altLang="en-US" sz="10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변화관리</a:t>
            </a:r>
            <a:r>
              <a:rPr lang="en-US" altLang="ko-KR" sz="10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(RCM)</a:t>
            </a:r>
            <a:endParaRPr lang="ko-KR" altLang="en-US" sz="1000" kern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6" name="직선 화살표 연결선 117">
            <a:extLst>
              <a:ext uri="{FF2B5EF4-FFF2-40B4-BE49-F238E27FC236}">
                <a16:creationId xmlns:a16="http://schemas.microsoft.com/office/drawing/2014/main" id="{F61A2A0C-6E0A-9F97-432D-BB8FBD1CF754}"/>
              </a:ext>
            </a:extLst>
          </p:cNvPr>
          <p:cNvCxnSpPr>
            <a:cxnSpLocks/>
            <a:stCxn id="69" idx="2"/>
            <a:endCxn id="77" idx="0"/>
          </p:cNvCxnSpPr>
          <p:nvPr/>
        </p:nvCxnSpPr>
        <p:spPr>
          <a:xfrm>
            <a:off x="2079707" y="2279191"/>
            <a:ext cx="0" cy="287452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77" name="직사각형 48">
            <a:extLst>
              <a:ext uri="{FF2B5EF4-FFF2-40B4-BE49-F238E27FC236}">
                <a16:creationId xmlns:a16="http://schemas.microsoft.com/office/drawing/2014/main" id="{F250C24D-1B11-D260-2260-94F244B97FAA}"/>
              </a:ext>
            </a:extLst>
          </p:cNvPr>
          <p:cNvSpPr/>
          <p:nvPr/>
        </p:nvSpPr>
        <p:spPr>
          <a:xfrm>
            <a:off x="1538760" y="2566643"/>
            <a:ext cx="1081894" cy="28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triangle" w="med" len="med"/>
          </a:ln>
        </p:spPr>
        <p:txBody>
          <a:bodyPr wrap="none" lIns="103559" tIns="51786" rIns="103559" bIns="51786" anchor="ctr"/>
          <a:lstStyle/>
          <a:p>
            <a:pPr marL="342900" indent="-342900" algn="ctr" defTabSz="1039813" eaLnBrk="0" hangingPunct="0">
              <a:buSzPct val="90000"/>
            </a:pPr>
            <a:r>
              <a:rPr lang="en-US" altLang="ko-KR" sz="1000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Scoping</a:t>
            </a:r>
            <a:endParaRPr lang="ko-KR" altLang="en-US" sz="1000" kern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8" name="직선 화살표 연결선 117">
            <a:extLst>
              <a:ext uri="{FF2B5EF4-FFF2-40B4-BE49-F238E27FC236}">
                <a16:creationId xmlns:a16="http://schemas.microsoft.com/office/drawing/2014/main" id="{D67AB47B-D4AE-500B-B718-6F117EEDDBAD}"/>
              </a:ext>
            </a:extLst>
          </p:cNvPr>
          <p:cNvCxnSpPr>
            <a:cxnSpLocks/>
            <a:stCxn id="77" idx="2"/>
            <a:endCxn id="70" idx="0"/>
          </p:cNvCxnSpPr>
          <p:nvPr/>
        </p:nvCxnSpPr>
        <p:spPr>
          <a:xfrm>
            <a:off x="2079707" y="2854643"/>
            <a:ext cx="0" cy="287452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86" name="직선 화살표 연결선 117">
            <a:extLst>
              <a:ext uri="{FF2B5EF4-FFF2-40B4-BE49-F238E27FC236}">
                <a16:creationId xmlns:a16="http://schemas.microsoft.com/office/drawing/2014/main" id="{6CF5C31D-8A7E-8402-9EE2-23DDAFC20DA6}"/>
              </a:ext>
            </a:extLst>
          </p:cNvPr>
          <p:cNvCxnSpPr>
            <a:cxnSpLocks/>
            <a:stCxn id="70" idx="2"/>
            <a:endCxn id="72" idx="0"/>
          </p:cNvCxnSpPr>
          <p:nvPr/>
        </p:nvCxnSpPr>
        <p:spPr>
          <a:xfrm>
            <a:off x="2079707" y="3430095"/>
            <a:ext cx="0" cy="287452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87" name="직선 화살표 연결선 117">
            <a:extLst>
              <a:ext uri="{FF2B5EF4-FFF2-40B4-BE49-F238E27FC236}">
                <a16:creationId xmlns:a16="http://schemas.microsoft.com/office/drawing/2014/main" id="{583FBDF7-A62B-2A8C-B10F-0E0C15FB297B}"/>
              </a:ext>
            </a:extLst>
          </p:cNvPr>
          <p:cNvCxnSpPr>
            <a:cxnSpLocks/>
            <a:stCxn id="72" idx="2"/>
            <a:endCxn id="74" idx="0"/>
          </p:cNvCxnSpPr>
          <p:nvPr/>
        </p:nvCxnSpPr>
        <p:spPr>
          <a:xfrm>
            <a:off x="2079707" y="4005547"/>
            <a:ext cx="0" cy="287453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89" name="직선 화살표 연결선 117">
            <a:extLst>
              <a:ext uri="{FF2B5EF4-FFF2-40B4-BE49-F238E27FC236}">
                <a16:creationId xmlns:a16="http://schemas.microsoft.com/office/drawing/2014/main" id="{9C0FF556-47BD-D618-0FFF-E73A0B097EF4}"/>
              </a:ext>
            </a:extLst>
          </p:cNvPr>
          <p:cNvCxnSpPr>
            <a:cxnSpLocks/>
            <a:stCxn id="74" idx="3"/>
            <a:endCxn id="29" idx="1"/>
          </p:cNvCxnSpPr>
          <p:nvPr/>
        </p:nvCxnSpPr>
        <p:spPr>
          <a:xfrm flipV="1">
            <a:off x="2620654" y="2125982"/>
            <a:ext cx="525521" cy="2311018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90" name="직선 화살표 연결선 117">
            <a:extLst>
              <a:ext uri="{FF2B5EF4-FFF2-40B4-BE49-F238E27FC236}">
                <a16:creationId xmlns:a16="http://schemas.microsoft.com/office/drawing/2014/main" id="{F9A2196B-69C8-B8CE-7813-0064ADA73B49}"/>
              </a:ext>
            </a:extLst>
          </p:cNvPr>
          <p:cNvCxnSpPr>
            <a:cxnSpLocks/>
            <a:stCxn id="74" idx="3"/>
            <a:endCxn id="53" idx="1"/>
          </p:cNvCxnSpPr>
          <p:nvPr/>
        </p:nvCxnSpPr>
        <p:spPr>
          <a:xfrm flipV="1">
            <a:off x="2620654" y="3069138"/>
            <a:ext cx="525521" cy="136786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91" name="직사각형 72">
            <a:extLst>
              <a:ext uri="{FF2B5EF4-FFF2-40B4-BE49-F238E27FC236}">
                <a16:creationId xmlns:a16="http://schemas.microsoft.com/office/drawing/2014/main" id="{97EF4576-068E-0AB4-35CF-9A8928C59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8457" y="1932240"/>
            <a:ext cx="674923" cy="236416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9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</a:t>
            </a:r>
            <a:endParaRPr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직사각형 72">
            <a:extLst>
              <a:ext uri="{FF2B5EF4-FFF2-40B4-BE49-F238E27FC236}">
                <a16:creationId xmlns:a16="http://schemas.microsoft.com/office/drawing/2014/main" id="{AAFF25FA-3346-555F-C7A9-6C99C9862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853" y="2848348"/>
            <a:ext cx="674923" cy="236416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660066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9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  <a:endParaRPr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직사각형 47">
            <a:extLst>
              <a:ext uri="{FF2B5EF4-FFF2-40B4-BE49-F238E27FC236}">
                <a16:creationId xmlns:a16="http://schemas.microsoft.com/office/drawing/2014/main" id="{BE4693A1-3329-4133-CBBB-511C5F19D5A2}"/>
              </a:ext>
            </a:extLst>
          </p:cNvPr>
          <p:cNvSpPr/>
          <p:nvPr/>
        </p:nvSpPr>
        <p:spPr>
          <a:xfrm>
            <a:off x="8277411" y="6049730"/>
            <a:ext cx="894127" cy="178825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1569581" latinLnBrk="1"/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운영평가만 해당</a:t>
            </a: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3161B345-18E1-7F37-0494-B647AABF421C}"/>
              </a:ext>
            </a:extLst>
          </p:cNvPr>
          <p:cNvGrpSpPr/>
          <p:nvPr/>
        </p:nvGrpSpPr>
        <p:grpSpPr>
          <a:xfrm>
            <a:off x="2623695" y="1611840"/>
            <a:ext cx="360000" cy="180000"/>
            <a:chOff x="732802" y="3228958"/>
            <a:chExt cx="283135" cy="99914"/>
          </a:xfrm>
        </p:grpSpPr>
        <p:sp>
          <p:nvSpPr>
            <p:cNvPr id="99" name="이등변 삼각형 98">
              <a:extLst>
                <a:ext uri="{FF2B5EF4-FFF2-40B4-BE49-F238E27FC236}">
                  <a16:creationId xmlns:a16="http://schemas.microsoft.com/office/drawing/2014/main" id="{0F4442E4-068C-ABFE-EFF0-216D1BB291F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722312" y="3239448"/>
              <a:ext cx="99914" cy="78934"/>
            </a:xfrm>
            <a:prstGeom prst="triangle">
              <a:avLst>
                <a:gd name="adj" fmla="val 5000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983" b="1" i="0" u="none" strike="noStrike" kern="1200" cap="none" spc="-66" normalizeH="0" baseline="0" noProof="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0" name="이등변 삼각형 99">
              <a:extLst>
                <a:ext uri="{FF2B5EF4-FFF2-40B4-BE49-F238E27FC236}">
                  <a16:creationId xmlns:a16="http://schemas.microsoft.com/office/drawing/2014/main" id="{AEBA91AD-E148-F59E-B505-8F8F220C5E0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824414" y="3238590"/>
              <a:ext cx="99914" cy="80650"/>
            </a:xfrm>
            <a:prstGeom prst="triangle">
              <a:avLst>
                <a:gd name="adj" fmla="val 50000"/>
              </a:avLst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983" b="1" i="0" u="none" strike="noStrike" kern="1200" cap="none" spc="0" normalizeH="0" baseline="0" noProof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1" name="이등변 삼각형 100">
              <a:extLst>
                <a:ext uri="{FF2B5EF4-FFF2-40B4-BE49-F238E27FC236}">
                  <a16:creationId xmlns:a16="http://schemas.microsoft.com/office/drawing/2014/main" id="{A693244E-E511-4C82-91F8-6987528349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926513" y="3239448"/>
              <a:ext cx="99914" cy="7893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102" b="1" i="0" u="none" strike="noStrike" kern="1200" cap="none" spc="0" normalizeH="0" baseline="0" noProof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3C5A798E-C662-EB2B-AB2E-EFF2772EF8DD}"/>
              </a:ext>
            </a:extLst>
          </p:cNvPr>
          <p:cNvGrpSpPr/>
          <p:nvPr/>
        </p:nvGrpSpPr>
        <p:grpSpPr>
          <a:xfrm>
            <a:off x="4306317" y="1611840"/>
            <a:ext cx="360000" cy="180000"/>
            <a:chOff x="732802" y="3228958"/>
            <a:chExt cx="283135" cy="99914"/>
          </a:xfrm>
        </p:grpSpPr>
        <p:sp>
          <p:nvSpPr>
            <p:cNvPr id="103" name="이등변 삼각형 102">
              <a:extLst>
                <a:ext uri="{FF2B5EF4-FFF2-40B4-BE49-F238E27FC236}">
                  <a16:creationId xmlns:a16="http://schemas.microsoft.com/office/drawing/2014/main" id="{87E07B02-1294-1D4D-46E7-C808BDD626B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722312" y="3239448"/>
              <a:ext cx="99914" cy="78934"/>
            </a:xfrm>
            <a:prstGeom prst="triangle">
              <a:avLst>
                <a:gd name="adj" fmla="val 5000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983" b="1" i="0" u="none" strike="noStrike" kern="1200" cap="none" spc="-66" normalizeH="0" baseline="0" noProof="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4" name="이등변 삼각형 153">
              <a:extLst>
                <a:ext uri="{FF2B5EF4-FFF2-40B4-BE49-F238E27FC236}">
                  <a16:creationId xmlns:a16="http://schemas.microsoft.com/office/drawing/2014/main" id="{69FCF2D2-A7D4-4055-70D7-C3294698713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824414" y="3238590"/>
              <a:ext cx="99914" cy="80650"/>
            </a:xfrm>
            <a:prstGeom prst="triangle">
              <a:avLst>
                <a:gd name="adj" fmla="val 50000"/>
              </a:avLst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983" b="1" i="0" u="none" strike="noStrike" kern="1200" cap="none" spc="0" normalizeH="0" baseline="0" noProof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5" name="이등변 삼각형 154">
              <a:extLst>
                <a:ext uri="{FF2B5EF4-FFF2-40B4-BE49-F238E27FC236}">
                  <a16:creationId xmlns:a16="http://schemas.microsoft.com/office/drawing/2014/main" id="{4D44509C-EBFF-CB6E-8D8D-6A04C073552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926513" y="3239448"/>
              <a:ext cx="99914" cy="7893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102" b="1" i="0" u="none" strike="noStrike" kern="1200" cap="none" spc="0" normalizeH="0" baseline="0" noProof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338F1F76-F2B4-A3D7-8640-8750162330F6}"/>
              </a:ext>
            </a:extLst>
          </p:cNvPr>
          <p:cNvGrpSpPr/>
          <p:nvPr/>
        </p:nvGrpSpPr>
        <p:grpSpPr>
          <a:xfrm>
            <a:off x="7593806" y="1611840"/>
            <a:ext cx="360000" cy="180000"/>
            <a:chOff x="732802" y="3228958"/>
            <a:chExt cx="283135" cy="99914"/>
          </a:xfrm>
        </p:grpSpPr>
        <p:sp>
          <p:nvSpPr>
            <p:cNvPr id="157" name="이등변 삼각형 156">
              <a:extLst>
                <a:ext uri="{FF2B5EF4-FFF2-40B4-BE49-F238E27FC236}">
                  <a16:creationId xmlns:a16="http://schemas.microsoft.com/office/drawing/2014/main" id="{27637176-0AF6-69D6-562D-48C22A9AA6A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722312" y="3239448"/>
              <a:ext cx="99914" cy="78934"/>
            </a:xfrm>
            <a:prstGeom prst="triangle">
              <a:avLst>
                <a:gd name="adj" fmla="val 5000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983" b="1" i="0" u="none" strike="noStrike" kern="1200" cap="none" spc="-66" normalizeH="0" baseline="0" noProof="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8" name="이등변 삼각형 157">
              <a:extLst>
                <a:ext uri="{FF2B5EF4-FFF2-40B4-BE49-F238E27FC236}">
                  <a16:creationId xmlns:a16="http://schemas.microsoft.com/office/drawing/2014/main" id="{42F80426-5D46-9634-C627-39B7C58100F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824414" y="3238590"/>
              <a:ext cx="99914" cy="80650"/>
            </a:xfrm>
            <a:prstGeom prst="triangle">
              <a:avLst>
                <a:gd name="adj" fmla="val 50000"/>
              </a:avLst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983" b="1" i="0" u="none" strike="noStrike" kern="1200" cap="none" spc="0" normalizeH="0" baseline="0" noProof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9" name="이등변 삼각형 158">
              <a:extLst>
                <a:ext uri="{FF2B5EF4-FFF2-40B4-BE49-F238E27FC236}">
                  <a16:creationId xmlns:a16="http://schemas.microsoft.com/office/drawing/2014/main" id="{78442462-590B-D30E-2B44-8DDA54B120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926513" y="3239448"/>
              <a:ext cx="99914" cy="7893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102" b="1" i="0" u="none" strike="noStrike" kern="1200" cap="none" spc="0" normalizeH="0" baseline="0" noProof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9448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A2781-B248-E7E3-9ED6-B84140FF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8F2B905-55BA-A8B6-0421-D618116C293A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309B5438-788A-5F35-C65F-2B2821184F1F}"/>
              </a:ext>
            </a:extLst>
          </p:cNvPr>
          <p:cNvSpPr txBox="1"/>
          <p:nvPr/>
        </p:nvSpPr>
        <p:spPr>
          <a:xfrm>
            <a:off x="642743" y="793487"/>
            <a:ext cx="8640000" cy="646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대시보드</a:t>
            </a:r>
            <a:endParaRPr lang="en-US" altLang="ko-KR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통제기간에 따라 평가 진행률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담당자 수행 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List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등의 업무 진행현황 조회</a:t>
            </a: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11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47807028-93F6-49CF-38B3-71705D85F23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1" b="6579"/>
          <a:stretch/>
        </p:blipFill>
        <p:spPr>
          <a:xfrm>
            <a:off x="2191110" y="1881189"/>
            <a:ext cx="7046502" cy="4382248"/>
          </a:xfrm>
          <a:prstGeom prst="roundRect">
            <a:avLst>
              <a:gd name="adj" fmla="val 2160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8" name="그룹 21">
            <a:extLst>
              <a:ext uri="{FF2B5EF4-FFF2-40B4-BE49-F238E27FC236}">
                <a16:creationId xmlns:a16="http://schemas.microsoft.com/office/drawing/2014/main" id="{613FDA66-C6B0-5BDD-BFD7-2AA209E96D7F}"/>
              </a:ext>
            </a:extLst>
          </p:cNvPr>
          <p:cNvGrpSpPr/>
          <p:nvPr/>
        </p:nvGrpSpPr>
        <p:grpSpPr>
          <a:xfrm>
            <a:off x="3614493" y="1776824"/>
            <a:ext cx="2700046" cy="360000"/>
            <a:chOff x="915352" y="4915210"/>
            <a:chExt cx="2700046" cy="360000"/>
          </a:xfrm>
        </p:grpSpPr>
        <p:grpSp>
          <p:nvGrpSpPr>
            <p:cNvPr id="9" name="그룹 22">
              <a:extLst>
                <a:ext uri="{FF2B5EF4-FFF2-40B4-BE49-F238E27FC236}">
                  <a16:creationId xmlns:a16="http://schemas.microsoft.com/office/drawing/2014/main" id="{D089B5FC-F816-25B6-89EC-F28AC5571CF6}"/>
                </a:ext>
              </a:extLst>
            </p:cNvPr>
            <p:cNvGrpSpPr/>
            <p:nvPr/>
          </p:nvGrpSpPr>
          <p:grpSpPr>
            <a:xfrm>
              <a:off x="915352" y="4915210"/>
              <a:ext cx="2613781" cy="360000"/>
              <a:chOff x="1155418" y="1836737"/>
              <a:chExt cx="2613781" cy="360000"/>
            </a:xfrm>
          </p:grpSpPr>
          <p:sp>
            <p:nvSpPr>
              <p:cNvPr id="17" name="사각형: 둥근 모서리 24">
                <a:extLst>
                  <a:ext uri="{FF2B5EF4-FFF2-40B4-BE49-F238E27FC236}">
                    <a16:creationId xmlns:a16="http://schemas.microsoft.com/office/drawing/2014/main" id="{5E6625DD-E3E4-E7D4-50F6-667F4FA6D567}"/>
                  </a:ext>
                </a:extLst>
              </p:cNvPr>
              <p:cNvSpPr/>
              <p:nvPr/>
            </p:nvSpPr>
            <p:spPr>
              <a:xfrm>
                <a:off x="1155418" y="1836737"/>
                <a:ext cx="2613781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18" name="Picture 2" descr="Check">
                <a:extLst>
                  <a:ext uri="{FF2B5EF4-FFF2-40B4-BE49-F238E27FC236}">
                    <a16:creationId xmlns:a16="http://schemas.microsoft.com/office/drawing/2014/main" id="{E2A13D63-92BF-8F03-15E1-AED35C8AE0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10794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6" name="직사각형 23">
              <a:extLst>
                <a:ext uri="{FF2B5EF4-FFF2-40B4-BE49-F238E27FC236}">
                  <a16:creationId xmlns:a16="http://schemas.microsoft.com/office/drawing/2014/main" id="{BB343CAF-7161-969D-5A0C-FD169E6021FA}"/>
                </a:ext>
              </a:extLst>
            </p:cNvPr>
            <p:cNvSpPr/>
            <p:nvPr/>
          </p:nvSpPr>
          <p:spPr>
            <a:xfrm>
              <a:off x="1281111" y="4915210"/>
              <a:ext cx="2334287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담당자</a:t>
              </a:r>
              <a:r>
                <a:rPr lang="en-US" altLang="ko-KR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법인 진행 현황 조회 화면</a:t>
              </a:r>
            </a:p>
          </p:txBody>
        </p:sp>
      </p:grpSp>
      <p:sp>
        <p:nvSpPr>
          <p:cNvPr id="19" name="사각형: 둥근 모서리 58">
            <a:extLst>
              <a:ext uri="{FF2B5EF4-FFF2-40B4-BE49-F238E27FC236}">
                <a16:creationId xmlns:a16="http://schemas.microsoft.com/office/drawing/2014/main" id="{F36F3209-8CE1-3C45-7F04-E59B1ECD1A3B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grpSp>
        <p:nvGrpSpPr>
          <p:cNvPr id="20" name="그룹 38">
            <a:extLst>
              <a:ext uri="{FF2B5EF4-FFF2-40B4-BE49-F238E27FC236}">
                <a16:creationId xmlns:a16="http://schemas.microsoft.com/office/drawing/2014/main" id="{32382C16-D10C-F4BB-0546-A189B7C4DE44}"/>
              </a:ext>
            </a:extLst>
          </p:cNvPr>
          <p:cNvGrpSpPr/>
          <p:nvPr/>
        </p:nvGrpSpPr>
        <p:grpSpPr>
          <a:xfrm>
            <a:off x="641421" y="2418988"/>
            <a:ext cx="1728000" cy="2594012"/>
            <a:chOff x="212928" y="1526316"/>
            <a:chExt cx="1728000" cy="2594012"/>
          </a:xfrm>
        </p:grpSpPr>
        <p:grpSp>
          <p:nvGrpSpPr>
            <p:cNvPr id="21" name="그룹 39">
              <a:extLst>
                <a:ext uri="{FF2B5EF4-FFF2-40B4-BE49-F238E27FC236}">
                  <a16:creationId xmlns:a16="http://schemas.microsoft.com/office/drawing/2014/main" id="{F74641ED-23B9-C824-5955-B49305C4BD19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24" name="그룹 41">
                <a:extLst>
                  <a:ext uri="{FF2B5EF4-FFF2-40B4-BE49-F238E27FC236}">
                    <a16:creationId xmlns:a16="http://schemas.microsoft.com/office/drawing/2014/main" id="{9A1649F8-5942-936B-9D77-3AB26799F92F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33" name="사각형: 둥근 모서리 43">
                  <a:extLst>
                    <a:ext uri="{FF2B5EF4-FFF2-40B4-BE49-F238E27FC236}">
                      <a16:creationId xmlns:a16="http://schemas.microsoft.com/office/drawing/2014/main" id="{B227DCB3-B055-D1A4-1D6C-623873AB9AEE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34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9E604FC8-645F-B6A0-1CB4-47880848FBF7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4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32" name="텍스트 개체 틀 30">
                <a:extLst>
                  <a:ext uri="{FF2B5EF4-FFF2-40B4-BE49-F238E27FC236}">
                    <a16:creationId xmlns:a16="http://schemas.microsoft.com/office/drawing/2014/main" id="{05885095-724D-2106-816F-A1E4F819F3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권한별 기능</a:t>
                </a:r>
              </a:p>
            </p:txBody>
          </p:sp>
        </p:grpSp>
        <p:sp>
          <p:nvSpPr>
            <p:cNvPr id="22" name="텍스트 개체 틀 30">
              <a:extLst>
                <a:ext uri="{FF2B5EF4-FFF2-40B4-BE49-F238E27FC236}">
                  <a16:creationId xmlns:a16="http://schemas.microsoft.com/office/drawing/2014/main" id="{B13FAE03-9127-5872-9E33-85523E2AE291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2120274"/>
            </a:xfrm>
            <a:prstGeom prst="rect">
              <a:avLst/>
            </a:prstGeom>
          </p:spPr>
          <p:txBody>
            <a:bodyPr anchor="ctr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접속되어 있는 담당자 기준 증빙 및 평가 항목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결재 진행항목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각 부서별 진행 현황 등 정보를 확인 하실 수 있습니다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메뉴의 다국어 지원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국문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영문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중문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일문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통해 로그인한 담당자는 언어 선택을 할 수 있습니다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B32162BA-01FF-94F3-DF7A-9C93247005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9000" y="1917000"/>
            <a:ext cx="1224000" cy="16015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54AE54C-4A1A-5827-CB66-F1691332950A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  <p:sp>
        <p:nvSpPr>
          <p:cNvPr id="4" name="말풍선: 모서리가 둥근 사각형 3">
            <a:extLst>
              <a:ext uri="{FF2B5EF4-FFF2-40B4-BE49-F238E27FC236}">
                <a16:creationId xmlns:a16="http://schemas.microsoft.com/office/drawing/2014/main" id="{E3CE28C3-EAC7-F787-9BA5-0B5A4E244467}"/>
              </a:ext>
            </a:extLst>
          </p:cNvPr>
          <p:cNvSpPr/>
          <p:nvPr/>
        </p:nvSpPr>
        <p:spPr>
          <a:xfrm>
            <a:off x="6393000" y="2205000"/>
            <a:ext cx="900000" cy="252000"/>
          </a:xfrm>
          <a:prstGeom prst="wedgeRoundRectCallout">
            <a:avLst>
              <a:gd name="adj1" fmla="val 16374"/>
              <a:gd name="adj2" fmla="val -71997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다국어 지원</a:t>
            </a:r>
          </a:p>
        </p:txBody>
      </p:sp>
    </p:spTree>
    <p:extLst>
      <p:ext uri="{BB962C8B-B14F-4D97-AF65-F5344CB8AC3E}">
        <p14:creationId xmlns:p14="http://schemas.microsoft.com/office/powerpoint/2010/main" val="2463142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A2781-B248-E7E3-9ED6-B84140FF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25E53500-ACFE-EFF1-80FC-404FC64C61D0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9A19E1F1-BB28-319A-6C22-B1C8872A5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788" y="1907386"/>
            <a:ext cx="7087955" cy="4401339"/>
          </a:xfrm>
          <a:prstGeom prst="roundRect">
            <a:avLst>
              <a:gd name="adj" fmla="val 335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06370E5-62A6-0CDD-349F-118B0C6BAFF1}"/>
              </a:ext>
            </a:extLst>
          </p:cNvPr>
          <p:cNvSpPr/>
          <p:nvPr/>
        </p:nvSpPr>
        <p:spPr>
          <a:xfrm>
            <a:off x="3158433" y="3588543"/>
            <a:ext cx="6084000" cy="2628000"/>
          </a:xfrm>
          <a:prstGeom prst="roundRect">
            <a:avLst>
              <a:gd name="adj" fmla="val 2610"/>
            </a:avLst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8C8978A-AAE0-C2CC-54C2-5E50DA512009}"/>
              </a:ext>
            </a:extLst>
          </p:cNvPr>
          <p:cNvSpPr txBox="1"/>
          <p:nvPr/>
        </p:nvSpPr>
        <p:spPr>
          <a:xfrm>
            <a:off x="642743" y="793487"/>
            <a:ext cx="8640000" cy="646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통제기간 관리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(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평가 계획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)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설계 및 운영 평가 기간 설정 및 관리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종속법인 평가계획 관리</a:t>
            </a: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" name="그룹 38">
            <a:extLst>
              <a:ext uri="{FF2B5EF4-FFF2-40B4-BE49-F238E27FC236}">
                <a16:creationId xmlns:a16="http://schemas.microsoft.com/office/drawing/2014/main" id="{0239FD88-79C7-EB74-C2F3-B12420CFD184}"/>
              </a:ext>
            </a:extLst>
          </p:cNvPr>
          <p:cNvGrpSpPr/>
          <p:nvPr/>
        </p:nvGrpSpPr>
        <p:grpSpPr>
          <a:xfrm>
            <a:off x="641421" y="2418988"/>
            <a:ext cx="1728000" cy="1620000"/>
            <a:chOff x="212928" y="1526316"/>
            <a:chExt cx="1728000" cy="1620000"/>
          </a:xfrm>
        </p:grpSpPr>
        <p:grpSp>
          <p:nvGrpSpPr>
            <p:cNvPr id="10" name="그룹 39">
              <a:extLst>
                <a:ext uri="{FF2B5EF4-FFF2-40B4-BE49-F238E27FC236}">
                  <a16:creationId xmlns:a16="http://schemas.microsoft.com/office/drawing/2014/main" id="{99A70E10-4D47-6076-AFE9-5696C9ED6035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12" name="그룹 41">
                <a:extLst>
                  <a:ext uri="{FF2B5EF4-FFF2-40B4-BE49-F238E27FC236}">
                    <a16:creationId xmlns:a16="http://schemas.microsoft.com/office/drawing/2014/main" id="{0FCF1C28-0DEF-7FB2-EB95-5C08161CAD15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14" name="사각형: 둥근 모서리 43">
                  <a:extLst>
                    <a:ext uri="{FF2B5EF4-FFF2-40B4-BE49-F238E27FC236}">
                      <a16:creationId xmlns:a16="http://schemas.microsoft.com/office/drawing/2014/main" id="{E3052973-60BF-AC98-A3FF-F72F3F7C72BD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15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6B90CA4E-00BE-45B1-7A79-D3B2E828F3B9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3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13" name="텍스트 개체 틀 30">
                <a:extLst>
                  <a:ext uri="{FF2B5EF4-FFF2-40B4-BE49-F238E27FC236}">
                    <a16:creationId xmlns:a16="http://schemas.microsoft.com/office/drawing/2014/main" id="{E6123DB6-C9BC-0E30-EF49-31120F04FE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통제기간 설정</a:t>
                </a:r>
              </a:p>
            </p:txBody>
          </p:sp>
        </p:grpSp>
        <p:sp>
          <p:nvSpPr>
            <p:cNvPr id="11" name="텍스트 개체 틀 30">
              <a:extLst>
                <a:ext uri="{FF2B5EF4-FFF2-40B4-BE49-F238E27FC236}">
                  <a16:creationId xmlns:a16="http://schemas.microsoft.com/office/drawing/2014/main" id="{168F3BC8-E717-132B-6E10-508D9D570C2A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146262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평가기간명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평가 기간 회계연도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통제유형 등 정보를 등록관리하여 설계 및 운영평가 기간을 관리합니다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grpSp>
        <p:nvGrpSpPr>
          <p:cNvPr id="23" name="그룹 33">
            <a:extLst>
              <a:ext uri="{FF2B5EF4-FFF2-40B4-BE49-F238E27FC236}">
                <a16:creationId xmlns:a16="http://schemas.microsoft.com/office/drawing/2014/main" id="{D259BE77-EC80-86CE-B0B6-0D2AC2F1693E}"/>
              </a:ext>
            </a:extLst>
          </p:cNvPr>
          <p:cNvGrpSpPr/>
          <p:nvPr/>
        </p:nvGrpSpPr>
        <p:grpSpPr>
          <a:xfrm>
            <a:off x="3812159" y="1710133"/>
            <a:ext cx="2250629" cy="360000"/>
            <a:chOff x="1403031" y="4915210"/>
            <a:chExt cx="2250629" cy="360000"/>
          </a:xfrm>
        </p:grpSpPr>
        <p:grpSp>
          <p:nvGrpSpPr>
            <p:cNvPr id="24" name="그룹 34">
              <a:extLst>
                <a:ext uri="{FF2B5EF4-FFF2-40B4-BE49-F238E27FC236}">
                  <a16:creationId xmlns:a16="http://schemas.microsoft.com/office/drawing/2014/main" id="{8137156A-D060-5012-2B9C-223639A2307B}"/>
                </a:ext>
              </a:extLst>
            </p:cNvPr>
            <p:cNvGrpSpPr/>
            <p:nvPr/>
          </p:nvGrpSpPr>
          <p:grpSpPr>
            <a:xfrm>
              <a:off x="1403031" y="4915210"/>
              <a:ext cx="2140066" cy="360000"/>
              <a:chOff x="1643097" y="1836737"/>
              <a:chExt cx="2140066" cy="360000"/>
            </a:xfrm>
          </p:grpSpPr>
          <p:sp>
            <p:nvSpPr>
              <p:cNvPr id="27" name="사각형: 둥근 모서리 36">
                <a:extLst>
                  <a:ext uri="{FF2B5EF4-FFF2-40B4-BE49-F238E27FC236}">
                    <a16:creationId xmlns:a16="http://schemas.microsoft.com/office/drawing/2014/main" id="{C0847D2E-BBD0-5AAC-4731-0974D9344BD7}"/>
                  </a:ext>
                </a:extLst>
              </p:cNvPr>
              <p:cNvSpPr/>
              <p:nvPr/>
            </p:nvSpPr>
            <p:spPr>
              <a:xfrm>
                <a:off x="1643097" y="1836737"/>
                <a:ext cx="2140066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8" name="Picture 2" descr="Check">
                <a:extLst>
                  <a:ext uri="{FF2B5EF4-FFF2-40B4-BE49-F238E27FC236}">
                    <a16:creationId xmlns:a16="http://schemas.microsoft.com/office/drawing/2014/main" id="{A4CF4A00-514A-9B7D-65F4-F2CB7BE0BA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06094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5" name="직사각형 35">
              <a:extLst>
                <a:ext uri="{FF2B5EF4-FFF2-40B4-BE49-F238E27FC236}">
                  <a16:creationId xmlns:a16="http://schemas.microsoft.com/office/drawing/2014/main" id="{BD831325-8496-0C96-08B0-719E4B1EF44B}"/>
                </a:ext>
              </a:extLst>
            </p:cNvPr>
            <p:cNvSpPr/>
            <p:nvPr/>
          </p:nvSpPr>
          <p:spPr>
            <a:xfrm>
              <a:off x="1761171" y="4915210"/>
              <a:ext cx="1892489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통제기간 관리 화면</a:t>
              </a:r>
            </a:p>
          </p:txBody>
        </p:sp>
      </p:grpSp>
      <p:sp>
        <p:nvSpPr>
          <p:cNvPr id="29" name="사각형: 둥근 모서리 58">
            <a:extLst>
              <a:ext uri="{FF2B5EF4-FFF2-40B4-BE49-F238E27FC236}">
                <a16:creationId xmlns:a16="http://schemas.microsoft.com/office/drawing/2014/main" id="{BEB9EBEE-1BD1-8BBC-4E29-167E638EB51C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C75E05-0EFB-C110-8410-BCD60C79C490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68BB26BE-06F6-22B1-7549-C7F9DAAEC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6318" y="3598862"/>
            <a:ext cx="6030955" cy="2592000"/>
          </a:xfrm>
          <a:prstGeom prst="rect">
            <a:avLst/>
          </a:prstGeom>
        </p:spPr>
      </p:pic>
      <p:grpSp>
        <p:nvGrpSpPr>
          <p:cNvPr id="32" name="그룹 33">
            <a:extLst>
              <a:ext uri="{FF2B5EF4-FFF2-40B4-BE49-F238E27FC236}">
                <a16:creationId xmlns:a16="http://schemas.microsoft.com/office/drawing/2014/main" id="{05659E2D-1F4D-8780-1A5F-2E456470B8D7}"/>
              </a:ext>
            </a:extLst>
          </p:cNvPr>
          <p:cNvGrpSpPr/>
          <p:nvPr/>
        </p:nvGrpSpPr>
        <p:grpSpPr>
          <a:xfrm>
            <a:off x="5606434" y="3346416"/>
            <a:ext cx="2250629" cy="360000"/>
            <a:chOff x="1403031" y="4915210"/>
            <a:chExt cx="2250629" cy="360000"/>
          </a:xfrm>
        </p:grpSpPr>
        <p:grpSp>
          <p:nvGrpSpPr>
            <p:cNvPr id="38" name="그룹 34">
              <a:extLst>
                <a:ext uri="{FF2B5EF4-FFF2-40B4-BE49-F238E27FC236}">
                  <a16:creationId xmlns:a16="http://schemas.microsoft.com/office/drawing/2014/main" id="{214A4C8A-44DC-6B9B-4556-5AFAFBE2D32F}"/>
                </a:ext>
              </a:extLst>
            </p:cNvPr>
            <p:cNvGrpSpPr/>
            <p:nvPr/>
          </p:nvGrpSpPr>
          <p:grpSpPr>
            <a:xfrm>
              <a:off x="1403031" y="4915210"/>
              <a:ext cx="2140066" cy="360000"/>
              <a:chOff x="1643097" y="1836737"/>
              <a:chExt cx="2140066" cy="360000"/>
            </a:xfrm>
          </p:grpSpPr>
          <p:sp>
            <p:nvSpPr>
              <p:cNvPr id="41" name="사각형: 둥근 모서리 36">
                <a:extLst>
                  <a:ext uri="{FF2B5EF4-FFF2-40B4-BE49-F238E27FC236}">
                    <a16:creationId xmlns:a16="http://schemas.microsoft.com/office/drawing/2014/main" id="{A8A49667-5782-D845-CFFF-9ACDC26E6414}"/>
                  </a:ext>
                </a:extLst>
              </p:cNvPr>
              <p:cNvSpPr/>
              <p:nvPr/>
            </p:nvSpPr>
            <p:spPr>
              <a:xfrm>
                <a:off x="1643097" y="1836737"/>
                <a:ext cx="2140066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42" name="Picture 2" descr="Check">
                <a:extLst>
                  <a:ext uri="{FF2B5EF4-FFF2-40B4-BE49-F238E27FC236}">
                    <a16:creationId xmlns:a16="http://schemas.microsoft.com/office/drawing/2014/main" id="{C0A16675-1BE7-FFED-40CA-9B985515464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06094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0" name="직사각형 35">
              <a:extLst>
                <a:ext uri="{FF2B5EF4-FFF2-40B4-BE49-F238E27FC236}">
                  <a16:creationId xmlns:a16="http://schemas.microsoft.com/office/drawing/2014/main" id="{A35E8F9E-3E41-3297-4678-D107F16252E8}"/>
                </a:ext>
              </a:extLst>
            </p:cNvPr>
            <p:cNvSpPr/>
            <p:nvPr/>
          </p:nvSpPr>
          <p:spPr>
            <a:xfrm>
              <a:off x="1761171" y="4915210"/>
              <a:ext cx="1892489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종속법인 평가계획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5944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789F8-9FCD-C58C-0282-3C462A3E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3DF1D8D4-AB1B-6152-6603-FD247C6D80A0}"/>
              </a:ext>
            </a:extLst>
          </p:cNvPr>
          <p:cNvSpPr txBox="1"/>
          <p:nvPr/>
        </p:nvSpPr>
        <p:spPr>
          <a:xfrm>
            <a:off x="642743" y="793487"/>
            <a:ext cx="8640000" cy="646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연결그룹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/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법인 관리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법인 등록 및 모법인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자회사 지배구조 설정</a:t>
            </a: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" name="그룹 38">
            <a:extLst>
              <a:ext uri="{FF2B5EF4-FFF2-40B4-BE49-F238E27FC236}">
                <a16:creationId xmlns:a16="http://schemas.microsoft.com/office/drawing/2014/main" id="{B3907891-124F-7666-E1B4-62323877AEAF}"/>
              </a:ext>
            </a:extLst>
          </p:cNvPr>
          <p:cNvGrpSpPr/>
          <p:nvPr/>
        </p:nvGrpSpPr>
        <p:grpSpPr>
          <a:xfrm>
            <a:off x="641421" y="2418988"/>
            <a:ext cx="1728000" cy="1946012"/>
            <a:chOff x="212928" y="1526316"/>
            <a:chExt cx="1728000" cy="1946012"/>
          </a:xfrm>
        </p:grpSpPr>
        <p:grpSp>
          <p:nvGrpSpPr>
            <p:cNvPr id="17" name="그룹 39">
              <a:extLst>
                <a:ext uri="{FF2B5EF4-FFF2-40B4-BE49-F238E27FC236}">
                  <a16:creationId xmlns:a16="http://schemas.microsoft.com/office/drawing/2014/main" id="{6520053F-B5C3-3417-82B5-2F7BF7601433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19" name="그룹 41">
                <a:extLst>
                  <a:ext uri="{FF2B5EF4-FFF2-40B4-BE49-F238E27FC236}">
                    <a16:creationId xmlns:a16="http://schemas.microsoft.com/office/drawing/2014/main" id="{7B27DFBA-ABFF-1062-6603-459C316A1731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21" name="사각형: 둥근 모서리 43">
                  <a:extLst>
                    <a:ext uri="{FF2B5EF4-FFF2-40B4-BE49-F238E27FC236}">
                      <a16:creationId xmlns:a16="http://schemas.microsoft.com/office/drawing/2014/main" id="{DC8F74F1-BAA8-7965-99DA-5077120DD5FA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22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0C1232A8-443F-BDE2-3FAD-F9BC8410A8E3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2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20" name="텍스트 개체 틀 30">
                <a:extLst>
                  <a:ext uri="{FF2B5EF4-FFF2-40B4-BE49-F238E27FC236}">
                    <a16:creationId xmlns:a16="http://schemas.microsoft.com/office/drawing/2014/main" id="{EAE1FA89-8E96-D62F-D60D-1BFCF754C2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법인 등록 설정</a:t>
                </a:r>
              </a:p>
            </p:txBody>
          </p:sp>
        </p:grpSp>
        <p:sp>
          <p:nvSpPr>
            <p:cNvPr id="18" name="텍스트 개체 틀 30">
              <a:extLst>
                <a:ext uri="{FF2B5EF4-FFF2-40B4-BE49-F238E27FC236}">
                  <a16:creationId xmlns:a16="http://schemas.microsoft.com/office/drawing/2014/main" id="{93B63F2D-0D40-FB71-D7E7-3F3F72A8DDD2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472274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법인을 등록하고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Group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지배 구조를 관리하여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모법인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자회사 별 권한이 있고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필요한 기능만 사용할 수 있도록 합니다</a:t>
              </a:r>
              <a:endParaRPr lang="en-US" altLang="ko-KR" dirty="0">
                <a:ln>
                  <a:solidFill>
                    <a:srgbClr val="0032A0">
                      <a:alpha val="0"/>
                    </a:srgbClr>
                  </a:solidFill>
                </a:ln>
                <a:solidFill>
                  <a:srgbClr val="E8E8E8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9" name="사각형: 둥근 모서리 58">
            <a:extLst>
              <a:ext uri="{FF2B5EF4-FFF2-40B4-BE49-F238E27FC236}">
                <a16:creationId xmlns:a16="http://schemas.microsoft.com/office/drawing/2014/main" id="{725807E6-D81C-B93F-2EA4-3716F37EEF5F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21CDE4C-C957-B3DA-D3B8-4EC4830E5D60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0FA529E-7D85-4E24-C838-680DC8FA88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80"/>
          <a:stretch>
            <a:fillRect/>
          </a:stretch>
        </p:blipFill>
        <p:spPr>
          <a:xfrm>
            <a:off x="2001000" y="1989000"/>
            <a:ext cx="6552000" cy="3384000"/>
          </a:xfrm>
          <a:prstGeom prst="roundRect">
            <a:avLst>
              <a:gd name="adj" fmla="val 335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6286D78-7456-D236-FE13-486B90DE46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591"/>
          <a:stretch>
            <a:fillRect/>
          </a:stretch>
        </p:blipFill>
        <p:spPr>
          <a:xfrm>
            <a:off x="3297001" y="3429000"/>
            <a:ext cx="5472000" cy="2603775"/>
          </a:xfrm>
          <a:prstGeom prst="roundRect">
            <a:avLst>
              <a:gd name="adj" fmla="val 335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8" name="그룹 33">
            <a:extLst>
              <a:ext uri="{FF2B5EF4-FFF2-40B4-BE49-F238E27FC236}">
                <a16:creationId xmlns:a16="http://schemas.microsoft.com/office/drawing/2014/main" id="{7871A731-977D-BDA7-C00A-4356EDC924CE}"/>
              </a:ext>
            </a:extLst>
          </p:cNvPr>
          <p:cNvGrpSpPr/>
          <p:nvPr/>
        </p:nvGrpSpPr>
        <p:grpSpPr>
          <a:xfrm>
            <a:off x="3812159" y="1710133"/>
            <a:ext cx="2250629" cy="360000"/>
            <a:chOff x="1403031" y="4915210"/>
            <a:chExt cx="2250629" cy="360000"/>
          </a:xfrm>
        </p:grpSpPr>
        <p:grpSp>
          <p:nvGrpSpPr>
            <p:cNvPr id="9" name="그룹 34">
              <a:extLst>
                <a:ext uri="{FF2B5EF4-FFF2-40B4-BE49-F238E27FC236}">
                  <a16:creationId xmlns:a16="http://schemas.microsoft.com/office/drawing/2014/main" id="{65FF1AF4-CAAC-E725-1A69-6CB029DEEFB6}"/>
                </a:ext>
              </a:extLst>
            </p:cNvPr>
            <p:cNvGrpSpPr/>
            <p:nvPr/>
          </p:nvGrpSpPr>
          <p:grpSpPr>
            <a:xfrm>
              <a:off x="1403031" y="4915210"/>
              <a:ext cx="2140066" cy="360000"/>
              <a:chOff x="1643097" y="1836737"/>
              <a:chExt cx="2140066" cy="360000"/>
            </a:xfrm>
          </p:grpSpPr>
          <p:sp>
            <p:nvSpPr>
              <p:cNvPr id="11" name="사각형: 둥근 모서리 36">
                <a:extLst>
                  <a:ext uri="{FF2B5EF4-FFF2-40B4-BE49-F238E27FC236}">
                    <a16:creationId xmlns:a16="http://schemas.microsoft.com/office/drawing/2014/main" id="{55CBC7FC-A475-6D6E-C23E-8C70E9C489B0}"/>
                  </a:ext>
                </a:extLst>
              </p:cNvPr>
              <p:cNvSpPr/>
              <p:nvPr/>
            </p:nvSpPr>
            <p:spPr>
              <a:xfrm>
                <a:off x="1643097" y="1836737"/>
                <a:ext cx="2140066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12" name="Picture 2" descr="Check">
                <a:extLst>
                  <a:ext uri="{FF2B5EF4-FFF2-40B4-BE49-F238E27FC236}">
                    <a16:creationId xmlns:a16="http://schemas.microsoft.com/office/drawing/2014/main" id="{26231949-3172-31A1-6C74-1649892E7B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06094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0" name="직사각형 35">
              <a:extLst>
                <a:ext uri="{FF2B5EF4-FFF2-40B4-BE49-F238E27FC236}">
                  <a16:creationId xmlns:a16="http://schemas.microsoft.com/office/drawing/2014/main" id="{569D4BCD-D87C-C413-5C43-97572C8D687C}"/>
                </a:ext>
              </a:extLst>
            </p:cNvPr>
            <p:cNvSpPr/>
            <p:nvPr/>
          </p:nvSpPr>
          <p:spPr>
            <a:xfrm>
              <a:off x="1761171" y="4915210"/>
              <a:ext cx="1892489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법인 등록 관리 화면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E458948-1CB8-9D01-4C82-3A3946D42499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</p:spTree>
    <p:extLst>
      <p:ext uri="{BB962C8B-B14F-4D97-AF65-F5344CB8AC3E}">
        <p14:creationId xmlns:p14="http://schemas.microsoft.com/office/powerpoint/2010/main" val="1616944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A2781-B248-E7E3-9ED6-B84140FF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C774C71-2F12-3A0E-9CB9-2E716F32B588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15E47621-9F64-816B-6691-A94822DC70B2}"/>
              </a:ext>
            </a:extLst>
          </p:cNvPr>
          <p:cNvSpPr txBox="1"/>
          <p:nvPr/>
        </p:nvSpPr>
        <p:spPr>
          <a:xfrm>
            <a:off x="642743" y="793487"/>
            <a:ext cx="8640000" cy="646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부서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·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사원 관리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통제기간별 법인의 부서 및 사용자 정보를 관리하며 사용자 권한을 관리</a:t>
            </a: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38">
            <a:extLst>
              <a:ext uri="{FF2B5EF4-FFF2-40B4-BE49-F238E27FC236}">
                <a16:creationId xmlns:a16="http://schemas.microsoft.com/office/drawing/2014/main" id="{B1FF26A5-BE7A-18FC-F2E5-AF8C52E3B915}"/>
              </a:ext>
            </a:extLst>
          </p:cNvPr>
          <p:cNvGrpSpPr/>
          <p:nvPr/>
        </p:nvGrpSpPr>
        <p:grpSpPr>
          <a:xfrm>
            <a:off x="641421" y="2418988"/>
            <a:ext cx="1728000" cy="1620000"/>
            <a:chOff x="212928" y="1526316"/>
            <a:chExt cx="1728000" cy="1620000"/>
          </a:xfrm>
        </p:grpSpPr>
        <p:grpSp>
          <p:nvGrpSpPr>
            <p:cNvPr id="6" name="그룹 39">
              <a:extLst>
                <a:ext uri="{FF2B5EF4-FFF2-40B4-BE49-F238E27FC236}">
                  <a16:creationId xmlns:a16="http://schemas.microsoft.com/office/drawing/2014/main" id="{D8FCFFCD-1B2C-4665-C3AD-59D2D104D8A8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8" name="그룹 41">
                <a:extLst>
                  <a:ext uri="{FF2B5EF4-FFF2-40B4-BE49-F238E27FC236}">
                    <a16:creationId xmlns:a16="http://schemas.microsoft.com/office/drawing/2014/main" id="{77E8C78E-5CDF-CCAC-3647-632C15D91CFA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10" name="사각형: 둥근 모서리 43">
                  <a:extLst>
                    <a:ext uri="{FF2B5EF4-FFF2-40B4-BE49-F238E27FC236}">
                      <a16:creationId xmlns:a16="http://schemas.microsoft.com/office/drawing/2014/main" id="{2E264C7A-F41D-FAAE-CB1D-62829D0466F2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11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24438051-F20D-7AD8-4FDB-8261D282E3A7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2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9" name="텍스트 개체 틀 30">
                <a:extLst>
                  <a:ext uri="{FF2B5EF4-FFF2-40B4-BE49-F238E27FC236}">
                    <a16:creationId xmlns:a16="http://schemas.microsoft.com/office/drawing/2014/main" id="{D7254659-EA84-B53D-2249-775D1DA37F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권한별 기능</a:t>
                </a:r>
              </a:p>
            </p:txBody>
          </p:sp>
        </p:grpSp>
        <p:sp>
          <p:nvSpPr>
            <p:cNvPr id="7" name="텍스트 개체 틀 30">
              <a:extLst>
                <a:ext uri="{FF2B5EF4-FFF2-40B4-BE49-F238E27FC236}">
                  <a16:creationId xmlns:a16="http://schemas.microsoft.com/office/drawing/2014/main" id="{A180C841-5D64-343F-4678-07C013C0AC18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146262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대표적으로 사용되는 권한 기준 관리자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법인관리자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팀장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평가자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승인자 권한이 있으며 각 권한별 업무 범위가 달라집니다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일반적으로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인사시스템 등과 연계하여 자동 적용합니다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pic>
        <p:nvPicPr>
          <p:cNvPr id="12" name="그림 25">
            <a:extLst>
              <a:ext uri="{FF2B5EF4-FFF2-40B4-BE49-F238E27FC236}">
                <a16:creationId xmlns:a16="http://schemas.microsoft.com/office/drawing/2014/main" id="{D0788C06-363B-9499-37C8-9CCD4C925B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200" b="-1"/>
          <a:stretch/>
        </p:blipFill>
        <p:spPr>
          <a:xfrm>
            <a:off x="2192400" y="1881188"/>
            <a:ext cx="7101518" cy="4416597"/>
          </a:xfrm>
          <a:prstGeom prst="roundRect">
            <a:avLst>
              <a:gd name="adj" fmla="val 335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그림 49">
            <a:extLst>
              <a:ext uri="{FF2B5EF4-FFF2-40B4-BE49-F238E27FC236}">
                <a16:creationId xmlns:a16="http://schemas.microsoft.com/office/drawing/2014/main" id="{551A956E-E3B8-F113-D9D3-7D033F474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665" y="3216552"/>
            <a:ext cx="3538800" cy="2538320"/>
          </a:xfrm>
          <a:prstGeom prst="roundRect">
            <a:avLst>
              <a:gd name="adj" fmla="val 335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4" name="그룹 54">
            <a:extLst>
              <a:ext uri="{FF2B5EF4-FFF2-40B4-BE49-F238E27FC236}">
                <a16:creationId xmlns:a16="http://schemas.microsoft.com/office/drawing/2014/main" id="{2B122486-9BBA-DC92-6513-824FCC9F85DA}"/>
              </a:ext>
            </a:extLst>
          </p:cNvPr>
          <p:cNvGrpSpPr/>
          <p:nvPr/>
        </p:nvGrpSpPr>
        <p:grpSpPr>
          <a:xfrm>
            <a:off x="6035155" y="3025741"/>
            <a:ext cx="2263462" cy="360000"/>
            <a:chOff x="7488869" y="1980110"/>
            <a:chExt cx="2263462" cy="360000"/>
          </a:xfrm>
        </p:grpSpPr>
        <p:grpSp>
          <p:nvGrpSpPr>
            <p:cNvPr id="15" name="그룹 55">
              <a:extLst>
                <a:ext uri="{FF2B5EF4-FFF2-40B4-BE49-F238E27FC236}">
                  <a16:creationId xmlns:a16="http://schemas.microsoft.com/office/drawing/2014/main" id="{4DDA7A6A-F02C-40C8-D9C4-BEFDD4726B5C}"/>
                </a:ext>
              </a:extLst>
            </p:cNvPr>
            <p:cNvGrpSpPr/>
            <p:nvPr/>
          </p:nvGrpSpPr>
          <p:grpSpPr>
            <a:xfrm>
              <a:off x="7488869" y="1980110"/>
              <a:ext cx="2263462" cy="360000"/>
              <a:chOff x="1209935" y="1836737"/>
              <a:chExt cx="2409325" cy="360000"/>
            </a:xfrm>
          </p:grpSpPr>
          <p:sp>
            <p:nvSpPr>
              <p:cNvPr id="24" name="사각형: 둥근 모서리 57">
                <a:extLst>
                  <a:ext uri="{FF2B5EF4-FFF2-40B4-BE49-F238E27FC236}">
                    <a16:creationId xmlns:a16="http://schemas.microsoft.com/office/drawing/2014/main" id="{2D71426F-8CA1-3E4B-26BF-FC402545AF84}"/>
                  </a:ext>
                </a:extLst>
              </p:cNvPr>
              <p:cNvSpPr/>
              <p:nvPr/>
            </p:nvSpPr>
            <p:spPr>
              <a:xfrm>
                <a:off x="1209935" y="1836737"/>
                <a:ext cx="2409325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38" name="Picture 2" descr="Check">
                <a:extLst>
                  <a:ext uri="{FF2B5EF4-FFF2-40B4-BE49-F238E27FC236}">
                    <a16:creationId xmlns:a16="http://schemas.microsoft.com/office/drawing/2014/main" id="{593D0C80-52B5-0298-DBBD-105B560C69F6}"/>
                  </a:ext>
                </a:extLst>
              </p:cNvPr>
              <p:cNvPicPr preferRelativeResize="0">
                <a:picLocks noChangeArrowheads="1"/>
              </p:cNvPicPr>
              <p:nvPr/>
            </p:nvPicPr>
            <p:blipFill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6006" y="1872737"/>
                <a:ext cx="306559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3" name="직사각형 56">
              <a:extLst>
                <a:ext uri="{FF2B5EF4-FFF2-40B4-BE49-F238E27FC236}">
                  <a16:creationId xmlns:a16="http://schemas.microsoft.com/office/drawing/2014/main" id="{903B7FB1-B448-F351-24D8-9B2CF698F913}"/>
                </a:ext>
              </a:extLst>
            </p:cNvPr>
            <p:cNvSpPr/>
            <p:nvPr/>
          </p:nvSpPr>
          <p:spPr>
            <a:xfrm>
              <a:off x="7822940" y="1980110"/>
              <a:ext cx="1843127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사원 정보 상세 입력</a:t>
              </a:r>
              <a:r>
                <a:rPr lang="en-US" altLang="ko-KR" sz="1100" dirty="0">
                  <a:solidFill>
                    <a:srgbClr val="00267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 </a:t>
              </a:r>
              <a:endParaRPr lang="en-US" altLang="ko-KR" sz="11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0" name="그룹 33">
            <a:extLst>
              <a:ext uri="{FF2B5EF4-FFF2-40B4-BE49-F238E27FC236}">
                <a16:creationId xmlns:a16="http://schemas.microsoft.com/office/drawing/2014/main" id="{462F4FCC-A100-05E7-2983-0FF1585CC43B}"/>
              </a:ext>
            </a:extLst>
          </p:cNvPr>
          <p:cNvGrpSpPr/>
          <p:nvPr/>
        </p:nvGrpSpPr>
        <p:grpSpPr>
          <a:xfrm>
            <a:off x="3812159" y="1710133"/>
            <a:ext cx="2250629" cy="360000"/>
            <a:chOff x="1403031" y="4915210"/>
            <a:chExt cx="2250629" cy="360000"/>
          </a:xfrm>
        </p:grpSpPr>
        <p:grpSp>
          <p:nvGrpSpPr>
            <p:cNvPr id="41" name="그룹 34">
              <a:extLst>
                <a:ext uri="{FF2B5EF4-FFF2-40B4-BE49-F238E27FC236}">
                  <a16:creationId xmlns:a16="http://schemas.microsoft.com/office/drawing/2014/main" id="{2B4A206C-5CA7-895D-1363-1994E243B5DD}"/>
                </a:ext>
              </a:extLst>
            </p:cNvPr>
            <p:cNvGrpSpPr/>
            <p:nvPr/>
          </p:nvGrpSpPr>
          <p:grpSpPr>
            <a:xfrm>
              <a:off x="1403031" y="4915210"/>
              <a:ext cx="2140066" cy="360000"/>
              <a:chOff x="1643097" y="1836737"/>
              <a:chExt cx="2140066" cy="360000"/>
            </a:xfrm>
          </p:grpSpPr>
          <p:sp>
            <p:nvSpPr>
              <p:cNvPr id="43" name="사각형: 둥근 모서리 36">
                <a:extLst>
                  <a:ext uri="{FF2B5EF4-FFF2-40B4-BE49-F238E27FC236}">
                    <a16:creationId xmlns:a16="http://schemas.microsoft.com/office/drawing/2014/main" id="{25C61E42-A12E-ADDE-E941-E922EFEF6486}"/>
                  </a:ext>
                </a:extLst>
              </p:cNvPr>
              <p:cNvSpPr/>
              <p:nvPr/>
            </p:nvSpPr>
            <p:spPr>
              <a:xfrm>
                <a:off x="1643097" y="1836737"/>
                <a:ext cx="2140066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44" name="Picture 2" descr="Check">
                <a:extLst>
                  <a:ext uri="{FF2B5EF4-FFF2-40B4-BE49-F238E27FC236}">
                    <a16:creationId xmlns:a16="http://schemas.microsoft.com/office/drawing/2014/main" id="{B3903946-76D9-F842-B5C9-2A1CD683937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06094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2" name="직사각형 35">
              <a:extLst>
                <a:ext uri="{FF2B5EF4-FFF2-40B4-BE49-F238E27FC236}">
                  <a16:creationId xmlns:a16="http://schemas.microsoft.com/office/drawing/2014/main" id="{B9D74F1A-3115-E174-AC3E-A8B8DAF1E724}"/>
                </a:ext>
              </a:extLst>
            </p:cNvPr>
            <p:cNvSpPr/>
            <p:nvPr/>
          </p:nvSpPr>
          <p:spPr>
            <a:xfrm>
              <a:off x="1761171" y="4915210"/>
              <a:ext cx="1892489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사원정보 상세 조회 화면</a:t>
              </a:r>
            </a:p>
          </p:txBody>
        </p:sp>
      </p:grpSp>
      <p:sp>
        <p:nvSpPr>
          <p:cNvPr id="45" name="사각형: 둥근 모서리 58">
            <a:extLst>
              <a:ext uri="{FF2B5EF4-FFF2-40B4-BE49-F238E27FC236}">
                <a16:creationId xmlns:a16="http://schemas.microsoft.com/office/drawing/2014/main" id="{646CF3D8-B60F-ECC2-3DA5-2036919A9A66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DAA8D3-EA06-71E3-3261-6521C830538D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</p:spTree>
    <p:extLst>
      <p:ext uri="{BB962C8B-B14F-4D97-AF65-F5344CB8AC3E}">
        <p14:creationId xmlns:p14="http://schemas.microsoft.com/office/powerpoint/2010/main" val="3351411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A2781-B248-E7E3-9ED6-B84140FF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97EB9E-B656-A99D-ADF3-3F729C197C00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FD1FC0F3-826C-4366-7146-E5FC05257BE1}"/>
              </a:ext>
            </a:extLst>
          </p:cNvPr>
          <p:cNvSpPr txBox="1"/>
          <p:nvPr/>
        </p:nvSpPr>
        <p:spPr>
          <a:xfrm>
            <a:off x="642743" y="793487"/>
            <a:ext cx="8640000" cy="93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Scoping(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개별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/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연결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)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양적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질적 기준에 따라 범위 산정하여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유의한 계정과목을 판별하고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연결 기준의 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Full/Specific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대상법인의 범위 산정</a:t>
            </a: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38">
            <a:extLst>
              <a:ext uri="{FF2B5EF4-FFF2-40B4-BE49-F238E27FC236}">
                <a16:creationId xmlns:a16="http://schemas.microsoft.com/office/drawing/2014/main" id="{25E5FE03-092F-5DC1-E3DF-FA6AA90F6A37}"/>
              </a:ext>
            </a:extLst>
          </p:cNvPr>
          <p:cNvGrpSpPr/>
          <p:nvPr/>
        </p:nvGrpSpPr>
        <p:grpSpPr>
          <a:xfrm>
            <a:off x="641421" y="2418988"/>
            <a:ext cx="1728000" cy="1620000"/>
            <a:chOff x="212928" y="1526316"/>
            <a:chExt cx="1728000" cy="1620000"/>
          </a:xfrm>
        </p:grpSpPr>
        <p:grpSp>
          <p:nvGrpSpPr>
            <p:cNvPr id="6" name="그룹 39">
              <a:extLst>
                <a:ext uri="{FF2B5EF4-FFF2-40B4-BE49-F238E27FC236}">
                  <a16:creationId xmlns:a16="http://schemas.microsoft.com/office/drawing/2014/main" id="{BAB0AB0D-B0E9-186D-82D8-555220516E45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8" name="그룹 41">
                <a:extLst>
                  <a:ext uri="{FF2B5EF4-FFF2-40B4-BE49-F238E27FC236}">
                    <a16:creationId xmlns:a16="http://schemas.microsoft.com/office/drawing/2014/main" id="{191D2751-567F-D1A3-DDE8-99C542075DA2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10" name="사각형: 둥근 모서리 43">
                  <a:extLst>
                    <a:ext uri="{FF2B5EF4-FFF2-40B4-BE49-F238E27FC236}">
                      <a16:creationId xmlns:a16="http://schemas.microsoft.com/office/drawing/2014/main" id="{93BA467F-6973-9FD8-F5B1-81EEC9D4A7CF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11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9D9F0D74-3E97-79E2-E81E-F5C035D0030E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2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9" name="텍스트 개체 틀 30">
                <a:extLst>
                  <a:ext uri="{FF2B5EF4-FFF2-40B4-BE49-F238E27FC236}">
                    <a16:creationId xmlns:a16="http://schemas.microsoft.com/office/drawing/2014/main" id="{8D404572-AA07-AB91-FFD7-7A8AAFAAB0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en-US" altLang="ko-KR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Scope </a:t>
                </a: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설정</a:t>
                </a:r>
              </a:p>
            </p:txBody>
          </p:sp>
        </p:grpSp>
        <p:sp>
          <p:nvSpPr>
            <p:cNvPr id="7" name="텍스트 개체 틀 30">
              <a:extLst>
                <a:ext uri="{FF2B5EF4-FFF2-40B4-BE49-F238E27FC236}">
                  <a16:creationId xmlns:a16="http://schemas.microsoft.com/office/drawing/2014/main" id="{ACE7DC69-5C27-28E6-C433-600777B92ED3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146262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양적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질적 기준을 설정할 수 있고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계정코드별 유의한 계정과목을 산정하고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</a:p>
            <a:p>
              <a:pPr latinLnBrk="0">
                <a:lnSpc>
                  <a:spcPct val="125000"/>
                </a:lnSpc>
                <a:defRPr/>
              </a:pP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Full/Specific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대상법인 범위를 산정할 수 있습니다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grpSp>
        <p:nvGrpSpPr>
          <p:cNvPr id="12" name="그룹 45">
            <a:extLst>
              <a:ext uri="{FF2B5EF4-FFF2-40B4-BE49-F238E27FC236}">
                <a16:creationId xmlns:a16="http://schemas.microsoft.com/office/drawing/2014/main" id="{6B8AC1CA-6A8E-C9BD-5A3F-20FE320571A6}"/>
              </a:ext>
            </a:extLst>
          </p:cNvPr>
          <p:cNvGrpSpPr/>
          <p:nvPr/>
        </p:nvGrpSpPr>
        <p:grpSpPr>
          <a:xfrm>
            <a:off x="5666484" y="3385685"/>
            <a:ext cx="3538800" cy="2537825"/>
            <a:chOff x="6133209" y="3691886"/>
            <a:chExt cx="3538800" cy="2537825"/>
          </a:xfrm>
        </p:grpSpPr>
        <p:pic>
          <p:nvPicPr>
            <p:cNvPr id="23" name="그림 93">
              <a:extLst>
                <a:ext uri="{FF2B5EF4-FFF2-40B4-BE49-F238E27FC236}">
                  <a16:creationId xmlns:a16="http://schemas.microsoft.com/office/drawing/2014/main" id="{31E6DEA1-856A-6E8E-2B05-DD775E9E8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184" b="184"/>
            <a:stretch/>
          </p:blipFill>
          <p:spPr>
            <a:xfrm>
              <a:off x="6133209" y="3691886"/>
              <a:ext cx="3538800" cy="2537825"/>
            </a:xfrm>
            <a:prstGeom prst="roundRect">
              <a:avLst>
                <a:gd name="adj" fmla="val 3353"/>
              </a:avLst>
            </a:prstGeom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4" name="그림 95">
              <a:extLst>
                <a:ext uri="{FF2B5EF4-FFF2-40B4-BE49-F238E27FC236}">
                  <a16:creationId xmlns:a16="http://schemas.microsoft.com/office/drawing/2014/main" id="{3E5D87C8-E331-907F-6181-44CC6169C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 radius="6"/>
                      </a14:imgEffect>
                    </a14:imgLayer>
                  </a14:imgProps>
                </a:ext>
              </a:extLst>
            </a:blip>
            <a:srcRect t="20290" b="2705"/>
            <a:stretch/>
          </p:blipFill>
          <p:spPr>
            <a:xfrm>
              <a:off x="6133209" y="4207166"/>
              <a:ext cx="3538800" cy="1954272"/>
            </a:xfrm>
            <a:prstGeom prst="rect">
              <a:avLst/>
            </a:prstGeom>
            <a:effectLst/>
          </p:spPr>
        </p:pic>
      </p:grpSp>
      <p:grpSp>
        <p:nvGrpSpPr>
          <p:cNvPr id="25" name="그룹 57">
            <a:extLst>
              <a:ext uri="{FF2B5EF4-FFF2-40B4-BE49-F238E27FC236}">
                <a16:creationId xmlns:a16="http://schemas.microsoft.com/office/drawing/2014/main" id="{E3FD7114-508B-BB26-55A8-A474BB8E86FB}"/>
              </a:ext>
            </a:extLst>
          </p:cNvPr>
          <p:cNvGrpSpPr/>
          <p:nvPr/>
        </p:nvGrpSpPr>
        <p:grpSpPr>
          <a:xfrm>
            <a:off x="6557276" y="3267053"/>
            <a:ext cx="2105591" cy="360000"/>
            <a:chOff x="7295383" y="1980110"/>
            <a:chExt cx="2105591" cy="360000"/>
          </a:xfrm>
        </p:grpSpPr>
        <p:grpSp>
          <p:nvGrpSpPr>
            <p:cNvPr id="26" name="그룹 58">
              <a:extLst>
                <a:ext uri="{FF2B5EF4-FFF2-40B4-BE49-F238E27FC236}">
                  <a16:creationId xmlns:a16="http://schemas.microsoft.com/office/drawing/2014/main" id="{F28CD2D0-D5AA-FC7C-C6D8-37C9FC077097}"/>
                </a:ext>
              </a:extLst>
            </p:cNvPr>
            <p:cNvGrpSpPr/>
            <p:nvPr/>
          </p:nvGrpSpPr>
          <p:grpSpPr>
            <a:xfrm>
              <a:off x="7295383" y="1980110"/>
              <a:ext cx="2105591" cy="360000"/>
              <a:chOff x="1003980" y="1836737"/>
              <a:chExt cx="2241280" cy="360000"/>
            </a:xfrm>
          </p:grpSpPr>
          <p:sp>
            <p:nvSpPr>
              <p:cNvPr id="28" name="사각형: 둥근 모서리 60">
                <a:extLst>
                  <a:ext uri="{FF2B5EF4-FFF2-40B4-BE49-F238E27FC236}">
                    <a16:creationId xmlns:a16="http://schemas.microsoft.com/office/drawing/2014/main" id="{67D85C30-85FE-AB00-A272-41BAF8C9FCD2}"/>
                  </a:ext>
                </a:extLst>
              </p:cNvPr>
              <p:cNvSpPr/>
              <p:nvPr/>
            </p:nvSpPr>
            <p:spPr>
              <a:xfrm>
                <a:off x="1003980" y="1836737"/>
                <a:ext cx="2241280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40" name="Picture 2" descr="Check">
                <a:extLst>
                  <a:ext uri="{FF2B5EF4-FFF2-40B4-BE49-F238E27FC236}">
                    <a16:creationId xmlns:a16="http://schemas.microsoft.com/office/drawing/2014/main" id="{624D958E-4F35-9479-F228-D16D876D924D}"/>
                  </a:ext>
                </a:extLst>
              </p:cNvPr>
              <p:cNvPicPr preferRelativeResize="0">
                <a:picLocks noChangeArrowheads="1"/>
              </p:cNvPicPr>
              <p:nvPr/>
            </p:nvPicPr>
            <p:blipFill>
              <a:blip r:embed="rId6" cstate="print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46471" y="1872737"/>
                <a:ext cx="306559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7" name="직사각형 59">
              <a:extLst>
                <a:ext uri="{FF2B5EF4-FFF2-40B4-BE49-F238E27FC236}">
                  <a16:creationId xmlns:a16="http://schemas.microsoft.com/office/drawing/2014/main" id="{A3394E91-4572-B936-D629-89616912C729}"/>
                </a:ext>
              </a:extLst>
            </p:cNvPr>
            <p:cNvSpPr/>
            <p:nvPr/>
          </p:nvSpPr>
          <p:spPr>
            <a:xfrm>
              <a:off x="7657332" y="1980110"/>
              <a:ext cx="1736519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High Level Risk </a:t>
              </a:r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항목 체크</a:t>
              </a:r>
            </a:p>
          </p:txBody>
        </p:sp>
      </p:grpSp>
      <p:pic>
        <p:nvPicPr>
          <p:cNvPr id="41" name="그림 7">
            <a:extLst>
              <a:ext uri="{FF2B5EF4-FFF2-40B4-BE49-F238E27FC236}">
                <a16:creationId xmlns:a16="http://schemas.microsoft.com/office/drawing/2014/main" id="{72C5B7D5-6531-C81C-52A8-4FC684F88B7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"/>
          <a:srcRect t="6026"/>
          <a:stretch/>
        </p:blipFill>
        <p:spPr>
          <a:xfrm>
            <a:off x="2192400" y="1881189"/>
            <a:ext cx="7097375" cy="4427536"/>
          </a:xfrm>
          <a:prstGeom prst="roundRect">
            <a:avLst>
              <a:gd name="adj" fmla="val 176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50" name="그룹 51">
            <a:extLst>
              <a:ext uri="{FF2B5EF4-FFF2-40B4-BE49-F238E27FC236}">
                <a16:creationId xmlns:a16="http://schemas.microsoft.com/office/drawing/2014/main" id="{0E900E5F-EDD6-BEFF-B830-6DB0DFB5E46B}"/>
              </a:ext>
            </a:extLst>
          </p:cNvPr>
          <p:cNvGrpSpPr/>
          <p:nvPr/>
        </p:nvGrpSpPr>
        <p:grpSpPr>
          <a:xfrm>
            <a:off x="3958788" y="1699915"/>
            <a:ext cx="2000817" cy="360000"/>
            <a:chOff x="1309051" y="4915210"/>
            <a:chExt cx="2000817" cy="360000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5C41DCA7-7102-85CF-1CFC-06E1CDC08822}"/>
                </a:ext>
              </a:extLst>
            </p:cNvPr>
            <p:cNvGrpSpPr/>
            <p:nvPr/>
          </p:nvGrpSpPr>
          <p:grpSpPr>
            <a:xfrm>
              <a:off x="1309051" y="4915210"/>
              <a:ext cx="2000817" cy="360000"/>
              <a:chOff x="1549117" y="1836737"/>
              <a:chExt cx="2000817" cy="360000"/>
            </a:xfrm>
          </p:grpSpPr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640A3723-7511-B1D9-9829-0842701CD886}"/>
                  </a:ext>
                </a:extLst>
              </p:cNvPr>
              <p:cNvSpPr/>
              <p:nvPr/>
            </p:nvSpPr>
            <p:spPr>
              <a:xfrm>
                <a:off x="1549117" y="1836737"/>
                <a:ext cx="2000817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56" name="Picture 2" descr="Check">
                <a:extLst>
                  <a:ext uri="{FF2B5EF4-FFF2-40B4-BE49-F238E27FC236}">
                    <a16:creationId xmlns:a16="http://schemas.microsoft.com/office/drawing/2014/main" id="{7ACA4771-5CF0-8D97-25E1-9B64731412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96567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FCAA5D6D-4AB5-C894-32C0-4128D367FFF9}"/>
                </a:ext>
              </a:extLst>
            </p:cNvPr>
            <p:cNvSpPr/>
            <p:nvPr/>
          </p:nvSpPr>
          <p:spPr>
            <a:xfrm>
              <a:off x="1669901" y="4915210"/>
              <a:ext cx="1639967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 계정과목 조회 화면</a:t>
              </a:r>
            </a:p>
          </p:txBody>
        </p:sp>
      </p:grpSp>
      <p:grpSp>
        <p:nvGrpSpPr>
          <p:cNvPr id="57" name="그룹 45">
            <a:extLst>
              <a:ext uri="{FF2B5EF4-FFF2-40B4-BE49-F238E27FC236}">
                <a16:creationId xmlns:a16="http://schemas.microsoft.com/office/drawing/2014/main" id="{4C5009D5-3A7E-B253-1A7F-85B6C6EB53B0}"/>
              </a:ext>
            </a:extLst>
          </p:cNvPr>
          <p:cNvGrpSpPr/>
          <p:nvPr/>
        </p:nvGrpSpPr>
        <p:grpSpPr>
          <a:xfrm>
            <a:off x="5615651" y="3353141"/>
            <a:ext cx="3538800" cy="2537825"/>
            <a:chOff x="6133209" y="3691886"/>
            <a:chExt cx="3538800" cy="2537825"/>
          </a:xfrm>
        </p:grpSpPr>
        <p:pic>
          <p:nvPicPr>
            <p:cNvPr id="58" name="그림 93">
              <a:extLst>
                <a:ext uri="{FF2B5EF4-FFF2-40B4-BE49-F238E27FC236}">
                  <a16:creationId xmlns:a16="http://schemas.microsoft.com/office/drawing/2014/main" id="{FB3A7D18-50CD-7DA9-180F-86C0749B9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184" b="184"/>
            <a:stretch/>
          </p:blipFill>
          <p:spPr>
            <a:xfrm>
              <a:off x="6133209" y="3691886"/>
              <a:ext cx="3538800" cy="2537825"/>
            </a:xfrm>
            <a:prstGeom prst="roundRect">
              <a:avLst>
                <a:gd name="adj" fmla="val 3353"/>
              </a:avLst>
            </a:prstGeom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9" name="그림 95">
              <a:extLst>
                <a:ext uri="{FF2B5EF4-FFF2-40B4-BE49-F238E27FC236}">
                  <a16:creationId xmlns:a16="http://schemas.microsoft.com/office/drawing/2014/main" id="{7C2E3EDF-05CC-5A86-9611-17806F408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 radius="6"/>
                      </a14:imgEffect>
                    </a14:imgLayer>
                  </a14:imgProps>
                </a:ext>
              </a:extLst>
            </a:blip>
            <a:srcRect t="20290" b="2705"/>
            <a:stretch/>
          </p:blipFill>
          <p:spPr>
            <a:xfrm>
              <a:off x="6133209" y="4207166"/>
              <a:ext cx="3538800" cy="1954272"/>
            </a:xfrm>
            <a:prstGeom prst="rect">
              <a:avLst/>
            </a:prstGeom>
            <a:effectLst/>
          </p:spPr>
        </p:pic>
      </p:grpSp>
      <p:grpSp>
        <p:nvGrpSpPr>
          <p:cNvPr id="60" name="그룹 57">
            <a:extLst>
              <a:ext uri="{FF2B5EF4-FFF2-40B4-BE49-F238E27FC236}">
                <a16:creationId xmlns:a16="http://schemas.microsoft.com/office/drawing/2014/main" id="{980E81D3-2F95-223F-A8A0-18D6ADC43660}"/>
              </a:ext>
            </a:extLst>
          </p:cNvPr>
          <p:cNvGrpSpPr/>
          <p:nvPr/>
        </p:nvGrpSpPr>
        <p:grpSpPr>
          <a:xfrm>
            <a:off x="6506443" y="3234509"/>
            <a:ext cx="2105591" cy="360000"/>
            <a:chOff x="7295383" y="1980110"/>
            <a:chExt cx="2105591" cy="360000"/>
          </a:xfrm>
        </p:grpSpPr>
        <p:grpSp>
          <p:nvGrpSpPr>
            <p:cNvPr id="61" name="그룹 58">
              <a:extLst>
                <a:ext uri="{FF2B5EF4-FFF2-40B4-BE49-F238E27FC236}">
                  <a16:creationId xmlns:a16="http://schemas.microsoft.com/office/drawing/2014/main" id="{326C0163-350C-15BE-C639-A9689FD19A7E}"/>
                </a:ext>
              </a:extLst>
            </p:cNvPr>
            <p:cNvGrpSpPr/>
            <p:nvPr/>
          </p:nvGrpSpPr>
          <p:grpSpPr>
            <a:xfrm>
              <a:off x="7295383" y="1980110"/>
              <a:ext cx="2105591" cy="360000"/>
              <a:chOff x="1003980" y="1836737"/>
              <a:chExt cx="2241280" cy="360000"/>
            </a:xfrm>
          </p:grpSpPr>
          <p:sp>
            <p:nvSpPr>
              <p:cNvPr id="63" name="사각형: 둥근 모서리 60">
                <a:extLst>
                  <a:ext uri="{FF2B5EF4-FFF2-40B4-BE49-F238E27FC236}">
                    <a16:creationId xmlns:a16="http://schemas.microsoft.com/office/drawing/2014/main" id="{B36E2C6F-671F-FE4F-5B8B-84D83F894BB4}"/>
                  </a:ext>
                </a:extLst>
              </p:cNvPr>
              <p:cNvSpPr/>
              <p:nvPr/>
            </p:nvSpPr>
            <p:spPr>
              <a:xfrm>
                <a:off x="1003980" y="1836737"/>
                <a:ext cx="2241280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64" name="Picture 2" descr="Check">
                <a:extLst>
                  <a:ext uri="{FF2B5EF4-FFF2-40B4-BE49-F238E27FC236}">
                    <a16:creationId xmlns:a16="http://schemas.microsoft.com/office/drawing/2014/main" id="{0FCF0FAD-E899-CB76-1CC0-FD9069CBCFFC}"/>
                  </a:ext>
                </a:extLst>
              </p:cNvPr>
              <p:cNvPicPr preferRelativeResize="0">
                <a:picLocks noChangeArrowheads="1"/>
              </p:cNvPicPr>
              <p:nvPr/>
            </p:nvPicPr>
            <p:blipFill>
              <a:blip r:embed="rId6" cstate="print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46471" y="1872737"/>
                <a:ext cx="306559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2" name="직사각형 59">
              <a:extLst>
                <a:ext uri="{FF2B5EF4-FFF2-40B4-BE49-F238E27FC236}">
                  <a16:creationId xmlns:a16="http://schemas.microsoft.com/office/drawing/2014/main" id="{A3137B62-DA9E-B234-4DCA-02F7EFBFFE85}"/>
                </a:ext>
              </a:extLst>
            </p:cNvPr>
            <p:cNvSpPr/>
            <p:nvPr/>
          </p:nvSpPr>
          <p:spPr>
            <a:xfrm>
              <a:off x="7657332" y="1980110"/>
              <a:ext cx="1736519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High Level Risk </a:t>
              </a:r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항목 체크</a:t>
              </a:r>
            </a:p>
          </p:txBody>
        </p:sp>
      </p:grpSp>
      <p:sp>
        <p:nvSpPr>
          <p:cNvPr id="65" name="사각형: 둥근 모서리 58">
            <a:extLst>
              <a:ext uri="{FF2B5EF4-FFF2-40B4-BE49-F238E27FC236}">
                <a16:creationId xmlns:a16="http://schemas.microsoft.com/office/drawing/2014/main" id="{FA1C5D0B-B36E-35DE-57B8-83AAB4C8C9E2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DF088D3-D5CD-2B0A-059A-B000D9EDE81A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</p:spTree>
    <p:extLst>
      <p:ext uri="{BB962C8B-B14F-4D97-AF65-F5344CB8AC3E}">
        <p14:creationId xmlns:p14="http://schemas.microsoft.com/office/powerpoint/2010/main" val="3973995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A2781-B248-E7E3-9ED6-B84140FF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0E0209C-F80F-CD58-EF6A-29B32E719C95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9D755A74-D183-81CA-F10B-47C4D8F50346}"/>
              </a:ext>
            </a:extLst>
          </p:cNvPr>
          <p:cNvSpPr txBox="1"/>
          <p:nvPr/>
        </p:nvSpPr>
        <p:spPr>
          <a:xfrm>
            <a:off x="642743" y="793487"/>
            <a:ext cx="8640000" cy="646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표준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RCM 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관리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모법인에서만 관리하는 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RCM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자법인이 평가하는 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RCM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에 추가하여 평가 수행 제공</a:t>
            </a: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8">
            <a:extLst>
              <a:ext uri="{FF2B5EF4-FFF2-40B4-BE49-F238E27FC236}">
                <a16:creationId xmlns:a16="http://schemas.microsoft.com/office/drawing/2014/main" id="{C98CAD76-EDB8-B729-FEEE-199B13C905B6}"/>
              </a:ext>
            </a:extLst>
          </p:cNvPr>
          <p:cNvGrpSpPr/>
          <p:nvPr/>
        </p:nvGrpSpPr>
        <p:grpSpPr>
          <a:xfrm>
            <a:off x="641421" y="2418988"/>
            <a:ext cx="1728000" cy="1620000"/>
            <a:chOff x="212928" y="1526316"/>
            <a:chExt cx="1728000" cy="1620000"/>
          </a:xfrm>
        </p:grpSpPr>
        <p:grpSp>
          <p:nvGrpSpPr>
            <p:cNvPr id="16" name="그룹 39">
              <a:extLst>
                <a:ext uri="{FF2B5EF4-FFF2-40B4-BE49-F238E27FC236}">
                  <a16:creationId xmlns:a16="http://schemas.microsoft.com/office/drawing/2014/main" id="{E73F740F-C474-9BE9-180A-C8CC2D053B78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18" name="그룹 41">
                <a:extLst>
                  <a:ext uri="{FF2B5EF4-FFF2-40B4-BE49-F238E27FC236}">
                    <a16:creationId xmlns:a16="http://schemas.microsoft.com/office/drawing/2014/main" id="{687E584E-610C-9AA8-EB13-917AD9F1DB94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20" name="사각형: 둥근 모서리 43">
                  <a:extLst>
                    <a:ext uri="{FF2B5EF4-FFF2-40B4-BE49-F238E27FC236}">
                      <a16:creationId xmlns:a16="http://schemas.microsoft.com/office/drawing/2014/main" id="{4EB73AB1-4F3E-696B-0FE9-03770194B056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21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20C08948-D203-CA8A-7DA3-F7AE2DBF16C3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2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19" name="텍스트 개체 틀 30">
                <a:extLst>
                  <a:ext uri="{FF2B5EF4-FFF2-40B4-BE49-F238E27FC236}">
                    <a16:creationId xmlns:a16="http://schemas.microsoft.com/office/drawing/2014/main" id="{FFF4E0DD-1AAA-438F-1B09-F123ABF8E4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표준 </a:t>
                </a:r>
                <a:r>
                  <a:rPr lang="en-US" altLang="ko-KR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RCM </a:t>
                </a: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기준</a:t>
                </a:r>
              </a:p>
            </p:txBody>
          </p:sp>
        </p:grpSp>
        <p:sp>
          <p:nvSpPr>
            <p:cNvPr id="17" name="텍스트 개체 틀 30">
              <a:extLst>
                <a:ext uri="{FF2B5EF4-FFF2-40B4-BE49-F238E27FC236}">
                  <a16:creationId xmlns:a16="http://schemas.microsoft.com/office/drawing/2014/main" id="{A76A4623-3AE8-4F3A-14B4-678AA9931BBA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146262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회사별 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RCM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이외에 모든 법인이 통합으로 평가하실 수 있는 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RCM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등록하여 관리합니다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표준 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RCM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은 종속법인에 배포할 수 있고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종속 법인은 배포된 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RCM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수정하여 평가를 진행 할 수 있습니다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pic>
        <p:nvPicPr>
          <p:cNvPr id="22" name="Picture 2">
            <a:extLst>
              <a:ext uri="{FF2B5EF4-FFF2-40B4-BE49-F238E27FC236}">
                <a16:creationId xmlns:a16="http://schemas.microsoft.com/office/drawing/2014/main" id="{4FE391A3-F577-61EB-4F55-02D2230CCA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0"/>
          <a:stretch/>
        </p:blipFill>
        <p:spPr bwMode="auto">
          <a:xfrm>
            <a:off x="2192400" y="1881188"/>
            <a:ext cx="7101518" cy="4427537"/>
          </a:xfrm>
          <a:prstGeom prst="roundRect">
            <a:avLst>
              <a:gd name="adj" fmla="val 176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F7815775-0448-8787-C6A6-92055F7D7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50" y="3124677"/>
            <a:ext cx="3538800" cy="2467531"/>
          </a:xfrm>
          <a:prstGeom prst="roundRect">
            <a:avLst>
              <a:gd name="adj" fmla="val 176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그룹 40">
            <a:extLst>
              <a:ext uri="{FF2B5EF4-FFF2-40B4-BE49-F238E27FC236}">
                <a16:creationId xmlns:a16="http://schemas.microsoft.com/office/drawing/2014/main" id="{50DC74F4-5FA4-2C83-12F1-06CDE67D1738}"/>
              </a:ext>
            </a:extLst>
          </p:cNvPr>
          <p:cNvGrpSpPr/>
          <p:nvPr/>
        </p:nvGrpSpPr>
        <p:grpSpPr>
          <a:xfrm>
            <a:off x="3936935" y="1703709"/>
            <a:ext cx="2051616" cy="360000"/>
            <a:chOff x="1258253" y="4915210"/>
            <a:chExt cx="2051616" cy="360000"/>
          </a:xfrm>
        </p:grpSpPr>
        <p:grpSp>
          <p:nvGrpSpPr>
            <p:cNvPr id="36" name="그룹 41">
              <a:extLst>
                <a:ext uri="{FF2B5EF4-FFF2-40B4-BE49-F238E27FC236}">
                  <a16:creationId xmlns:a16="http://schemas.microsoft.com/office/drawing/2014/main" id="{CCC2A58F-7277-2FFD-FA44-9D04539A800B}"/>
                </a:ext>
              </a:extLst>
            </p:cNvPr>
            <p:cNvGrpSpPr/>
            <p:nvPr/>
          </p:nvGrpSpPr>
          <p:grpSpPr>
            <a:xfrm>
              <a:off x="1258253" y="4915210"/>
              <a:ext cx="2051616" cy="360000"/>
              <a:chOff x="1498319" y="1836737"/>
              <a:chExt cx="2051616" cy="360000"/>
            </a:xfrm>
          </p:grpSpPr>
          <p:sp>
            <p:nvSpPr>
              <p:cNvPr id="38" name="사각형: 둥근 모서리 43">
                <a:extLst>
                  <a:ext uri="{FF2B5EF4-FFF2-40B4-BE49-F238E27FC236}">
                    <a16:creationId xmlns:a16="http://schemas.microsoft.com/office/drawing/2014/main" id="{CEBF14AE-CA83-E2DF-EC06-AFABF44A5607}"/>
                  </a:ext>
                </a:extLst>
              </p:cNvPr>
              <p:cNvSpPr/>
              <p:nvPr/>
            </p:nvSpPr>
            <p:spPr>
              <a:xfrm>
                <a:off x="1498319" y="1836737"/>
                <a:ext cx="2051616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39" name="Picture 2" descr="Check">
                <a:extLst>
                  <a:ext uri="{FF2B5EF4-FFF2-40B4-BE49-F238E27FC236}">
                    <a16:creationId xmlns:a16="http://schemas.microsoft.com/office/drawing/2014/main" id="{BAC58CEB-C233-4C99-6EEA-970515F0CE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44174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7" name="직사각형 42">
              <a:extLst>
                <a:ext uri="{FF2B5EF4-FFF2-40B4-BE49-F238E27FC236}">
                  <a16:creationId xmlns:a16="http://schemas.microsoft.com/office/drawing/2014/main" id="{6611BF28-18D9-FE5A-31B3-55920755B48D}"/>
                </a:ext>
              </a:extLst>
            </p:cNvPr>
            <p:cNvSpPr/>
            <p:nvPr/>
          </p:nvSpPr>
          <p:spPr>
            <a:xfrm>
              <a:off x="1620203" y="4915210"/>
              <a:ext cx="1689666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배포</a:t>
              </a:r>
              <a:r>
                <a:rPr lang="en-US" altLang="ko-KR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대기 </a:t>
              </a:r>
              <a:r>
                <a:rPr lang="en-US" altLang="ko-KR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RCM </a:t>
              </a:r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 화면</a:t>
              </a:r>
            </a:p>
          </p:txBody>
        </p:sp>
      </p:grpSp>
      <p:sp>
        <p:nvSpPr>
          <p:cNvPr id="40" name="사각형: 둥근 모서리 58">
            <a:extLst>
              <a:ext uri="{FF2B5EF4-FFF2-40B4-BE49-F238E27FC236}">
                <a16:creationId xmlns:a16="http://schemas.microsoft.com/office/drawing/2014/main" id="{1A304B54-BCE3-A369-73C2-F6D5F80F86B6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B4C8C2-5EB0-D0A9-7CD4-352B4C85035F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  <p:grpSp>
        <p:nvGrpSpPr>
          <p:cNvPr id="42" name="그룹 40">
            <a:extLst>
              <a:ext uri="{FF2B5EF4-FFF2-40B4-BE49-F238E27FC236}">
                <a16:creationId xmlns:a16="http://schemas.microsoft.com/office/drawing/2014/main" id="{F58AEF05-283C-2B5F-A8AC-7DB8E9C68964}"/>
              </a:ext>
            </a:extLst>
          </p:cNvPr>
          <p:cNvGrpSpPr/>
          <p:nvPr/>
        </p:nvGrpSpPr>
        <p:grpSpPr>
          <a:xfrm>
            <a:off x="5961000" y="2925000"/>
            <a:ext cx="2520000" cy="360000"/>
            <a:chOff x="1258253" y="4915210"/>
            <a:chExt cx="2520000" cy="360000"/>
          </a:xfrm>
        </p:grpSpPr>
        <p:grpSp>
          <p:nvGrpSpPr>
            <p:cNvPr id="43" name="그룹 41">
              <a:extLst>
                <a:ext uri="{FF2B5EF4-FFF2-40B4-BE49-F238E27FC236}">
                  <a16:creationId xmlns:a16="http://schemas.microsoft.com/office/drawing/2014/main" id="{748FA804-A5A1-E3FE-4CC3-017167F44F4C}"/>
                </a:ext>
              </a:extLst>
            </p:cNvPr>
            <p:cNvGrpSpPr/>
            <p:nvPr/>
          </p:nvGrpSpPr>
          <p:grpSpPr>
            <a:xfrm>
              <a:off x="1258253" y="4915210"/>
              <a:ext cx="2376000" cy="360000"/>
              <a:chOff x="1498319" y="1836737"/>
              <a:chExt cx="2376000" cy="360000"/>
            </a:xfrm>
          </p:grpSpPr>
          <p:sp>
            <p:nvSpPr>
              <p:cNvPr id="45" name="사각형: 둥근 모서리 43">
                <a:extLst>
                  <a:ext uri="{FF2B5EF4-FFF2-40B4-BE49-F238E27FC236}">
                    <a16:creationId xmlns:a16="http://schemas.microsoft.com/office/drawing/2014/main" id="{50955115-BFC1-79C5-ECFF-6406219DF8D1}"/>
                  </a:ext>
                </a:extLst>
              </p:cNvPr>
              <p:cNvSpPr/>
              <p:nvPr/>
            </p:nvSpPr>
            <p:spPr>
              <a:xfrm>
                <a:off x="1498319" y="1836737"/>
                <a:ext cx="2376000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46" name="Picture 2" descr="Check">
                <a:extLst>
                  <a:ext uri="{FF2B5EF4-FFF2-40B4-BE49-F238E27FC236}">
                    <a16:creationId xmlns:a16="http://schemas.microsoft.com/office/drawing/2014/main" id="{E6A09E22-51FB-CCC8-E641-3C2FA47BBD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44174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4" name="직사각형 42">
              <a:extLst>
                <a:ext uri="{FF2B5EF4-FFF2-40B4-BE49-F238E27FC236}">
                  <a16:creationId xmlns:a16="http://schemas.microsoft.com/office/drawing/2014/main" id="{61F5FD71-996E-2345-4602-3CBD628FCCFE}"/>
                </a:ext>
              </a:extLst>
            </p:cNvPr>
            <p:cNvSpPr/>
            <p:nvPr/>
          </p:nvSpPr>
          <p:spPr>
            <a:xfrm>
              <a:off x="1620203" y="4915210"/>
              <a:ext cx="2158050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법인 별 표준</a:t>
              </a:r>
              <a:r>
                <a:rPr lang="en-US" altLang="ko-KR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RCM </a:t>
              </a:r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배포 현황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494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A2781-B248-E7E3-9ED6-B84140FF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EAB03E-D12E-8786-97F0-E191975EDE06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7DE80A50-CDD5-6215-C769-1DC232C0A9AB}"/>
              </a:ext>
            </a:extLst>
          </p:cNvPr>
          <p:cNvSpPr txBox="1"/>
          <p:nvPr/>
        </p:nvSpPr>
        <p:spPr>
          <a:xfrm>
            <a:off x="642743" y="793487"/>
            <a:ext cx="8640000" cy="93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개별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RCM 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관리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각 법인은 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RCM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등록 관리할 수 있고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종속 법인은 표준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RCM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을 상속받거나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자체 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RCM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을 등록 관리 및 평가 수행 제공</a:t>
            </a: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38">
            <a:extLst>
              <a:ext uri="{FF2B5EF4-FFF2-40B4-BE49-F238E27FC236}">
                <a16:creationId xmlns:a16="http://schemas.microsoft.com/office/drawing/2014/main" id="{671E46A5-5D04-F670-A359-D2F2D12793D8}"/>
              </a:ext>
            </a:extLst>
          </p:cNvPr>
          <p:cNvGrpSpPr/>
          <p:nvPr/>
        </p:nvGrpSpPr>
        <p:grpSpPr>
          <a:xfrm>
            <a:off x="641421" y="2418988"/>
            <a:ext cx="1728000" cy="1620000"/>
            <a:chOff x="212928" y="1526316"/>
            <a:chExt cx="1728000" cy="1620000"/>
          </a:xfrm>
        </p:grpSpPr>
        <p:grpSp>
          <p:nvGrpSpPr>
            <p:cNvPr id="6" name="그룹 39">
              <a:extLst>
                <a:ext uri="{FF2B5EF4-FFF2-40B4-BE49-F238E27FC236}">
                  <a16:creationId xmlns:a16="http://schemas.microsoft.com/office/drawing/2014/main" id="{7AB0EB46-6B66-A847-D411-B124D2738383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8" name="그룹 41">
                <a:extLst>
                  <a:ext uri="{FF2B5EF4-FFF2-40B4-BE49-F238E27FC236}">
                    <a16:creationId xmlns:a16="http://schemas.microsoft.com/office/drawing/2014/main" id="{7FBA6B3E-8894-A69C-60E2-412F8F5E2512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10" name="사각형: 둥근 모서리 43">
                  <a:extLst>
                    <a:ext uri="{FF2B5EF4-FFF2-40B4-BE49-F238E27FC236}">
                      <a16:creationId xmlns:a16="http://schemas.microsoft.com/office/drawing/2014/main" id="{8999F2FB-6273-08F3-AB65-8E066CA0A1E6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11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BD16975A-C40A-7CB1-1ADD-31DF6FAC23BD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2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9" name="텍스트 개체 틀 30">
                <a:extLst>
                  <a:ext uri="{FF2B5EF4-FFF2-40B4-BE49-F238E27FC236}">
                    <a16:creationId xmlns:a16="http://schemas.microsoft.com/office/drawing/2014/main" id="{1C66AB44-9BF0-378C-99C3-3C44E2B81FE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통제항목 이력관리</a:t>
                </a:r>
              </a:p>
            </p:txBody>
          </p:sp>
        </p:grpSp>
        <p:sp>
          <p:nvSpPr>
            <p:cNvPr id="7" name="텍스트 개체 틀 30">
              <a:extLst>
                <a:ext uri="{FF2B5EF4-FFF2-40B4-BE49-F238E27FC236}">
                  <a16:creationId xmlns:a16="http://schemas.microsoft.com/office/drawing/2014/main" id="{A2F4B7C0-1113-E1A3-BA31-CAD94BE2870A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146262"/>
            </a:xfrm>
            <a:prstGeom prst="rect">
              <a:avLst/>
            </a:prstGeom>
          </p:spPr>
          <p:txBody>
            <a:bodyPr anchor="ctr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계속해서 변경되는 통제항목의 정보를 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Version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으로 관리하여 과거 데이터를 확인하실 수 있습니다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pic>
        <p:nvPicPr>
          <p:cNvPr id="12" name="그림 34">
            <a:extLst>
              <a:ext uri="{FF2B5EF4-FFF2-40B4-BE49-F238E27FC236}">
                <a16:creationId xmlns:a16="http://schemas.microsoft.com/office/drawing/2014/main" id="{B624B5EF-E611-E2CD-4584-2E6A4A72C8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881" b="-1"/>
          <a:stretch/>
        </p:blipFill>
        <p:spPr>
          <a:xfrm>
            <a:off x="2193734" y="1881188"/>
            <a:ext cx="7089009" cy="4427535"/>
          </a:xfrm>
          <a:prstGeom prst="roundRect">
            <a:avLst>
              <a:gd name="adj" fmla="val 2418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3" name="그룹 89">
            <a:extLst>
              <a:ext uri="{FF2B5EF4-FFF2-40B4-BE49-F238E27FC236}">
                <a16:creationId xmlns:a16="http://schemas.microsoft.com/office/drawing/2014/main" id="{7E458826-682C-0F2B-E545-30933FD67D39}"/>
              </a:ext>
            </a:extLst>
          </p:cNvPr>
          <p:cNvGrpSpPr>
            <a:grpSpLocks noChangeAspect="1"/>
          </p:cNvGrpSpPr>
          <p:nvPr/>
        </p:nvGrpSpPr>
        <p:grpSpPr>
          <a:xfrm>
            <a:off x="5607584" y="2753157"/>
            <a:ext cx="3538800" cy="3226228"/>
            <a:chOff x="5938824" y="3067682"/>
            <a:chExt cx="3215955" cy="2931899"/>
          </a:xfrm>
        </p:grpSpPr>
        <p:pic>
          <p:nvPicPr>
            <p:cNvPr id="14" name="그림 38">
              <a:extLst>
                <a:ext uri="{FF2B5EF4-FFF2-40B4-BE49-F238E27FC236}">
                  <a16:creationId xmlns:a16="http://schemas.microsoft.com/office/drawing/2014/main" id="{69828BBF-12E9-D307-6891-966DAE218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35"/>
            <a:stretch/>
          </p:blipFill>
          <p:spPr>
            <a:xfrm>
              <a:off x="5938824" y="3067682"/>
              <a:ext cx="3215955" cy="2931899"/>
            </a:xfrm>
            <a:prstGeom prst="roundRect">
              <a:avLst>
                <a:gd name="adj" fmla="val 1763"/>
              </a:avLst>
            </a:prstGeom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5" name="그림 88">
              <a:extLst>
                <a:ext uri="{FF2B5EF4-FFF2-40B4-BE49-F238E27FC236}">
                  <a16:creationId xmlns:a16="http://schemas.microsoft.com/office/drawing/2014/main" id="{7685EA60-6CAF-78A3-027A-BDB5F021E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Blur radius="6"/>
                      </a14:imgEffect>
                    </a14:imgLayer>
                  </a14:imgProps>
                </a:ext>
              </a:extLst>
            </a:blip>
            <a:srcRect t="39161"/>
            <a:stretch/>
          </p:blipFill>
          <p:spPr>
            <a:xfrm>
              <a:off x="5938824" y="4211638"/>
              <a:ext cx="3215955" cy="1787943"/>
            </a:xfrm>
            <a:prstGeom prst="roundRect">
              <a:avLst>
                <a:gd name="adj" fmla="val 1763"/>
              </a:avLst>
            </a:prstGeom>
            <a:ln>
              <a:noFill/>
            </a:ln>
            <a:effectLst/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A7B5E9B-6579-2133-4F4C-CA6E4AF53BC4}"/>
              </a:ext>
            </a:extLst>
          </p:cNvPr>
          <p:cNvGrpSpPr/>
          <p:nvPr/>
        </p:nvGrpSpPr>
        <p:grpSpPr>
          <a:xfrm>
            <a:off x="4013449" y="1736632"/>
            <a:ext cx="1877785" cy="360000"/>
            <a:chOff x="1432083" y="4915210"/>
            <a:chExt cx="1877785" cy="360000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8B01E8CC-D1D1-F389-7411-0527C52D9388}"/>
                </a:ext>
              </a:extLst>
            </p:cNvPr>
            <p:cNvGrpSpPr/>
            <p:nvPr/>
          </p:nvGrpSpPr>
          <p:grpSpPr>
            <a:xfrm>
              <a:off x="1432083" y="4915210"/>
              <a:ext cx="1877785" cy="360000"/>
              <a:chOff x="1672149" y="1836737"/>
              <a:chExt cx="1877785" cy="360000"/>
            </a:xfrm>
          </p:grpSpPr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26C58020-2BD0-053D-F085-89EADEACAB01}"/>
                  </a:ext>
                </a:extLst>
              </p:cNvPr>
              <p:cNvSpPr/>
              <p:nvPr/>
            </p:nvSpPr>
            <p:spPr>
              <a:xfrm>
                <a:off x="1672149" y="1836737"/>
                <a:ext cx="1877785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8" name="Picture 2" descr="Check">
                <a:extLst>
                  <a:ext uri="{FF2B5EF4-FFF2-40B4-BE49-F238E27FC236}">
                    <a16:creationId xmlns:a16="http://schemas.microsoft.com/office/drawing/2014/main" id="{990635E8-3D64-AA24-942E-A085C55027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10863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E7D56F9-2C5E-B2A9-0E05-CAC3DC12A964}"/>
                </a:ext>
              </a:extLst>
            </p:cNvPr>
            <p:cNvSpPr/>
            <p:nvPr/>
          </p:nvSpPr>
          <p:spPr>
            <a:xfrm>
              <a:off x="1770221" y="4915210"/>
              <a:ext cx="1539647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개별 통제항목 조회 화면</a:t>
              </a:r>
            </a:p>
          </p:txBody>
        </p:sp>
      </p:grpSp>
      <p:grpSp>
        <p:nvGrpSpPr>
          <p:cNvPr id="29" name="그룹 76">
            <a:extLst>
              <a:ext uri="{FF2B5EF4-FFF2-40B4-BE49-F238E27FC236}">
                <a16:creationId xmlns:a16="http://schemas.microsoft.com/office/drawing/2014/main" id="{F40270A8-0A86-083A-5E53-A4158D6B7DDF}"/>
              </a:ext>
            </a:extLst>
          </p:cNvPr>
          <p:cNvGrpSpPr/>
          <p:nvPr/>
        </p:nvGrpSpPr>
        <p:grpSpPr>
          <a:xfrm>
            <a:off x="6566511" y="2663905"/>
            <a:ext cx="1855220" cy="360000"/>
            <a:chOff x="7488869" y="1980110"/>
            <a:chExt cx="1855220" cy="360000"/>
          </a:xfrm>
        </p:grpSpPr>
        <p:grpSp>
          <p:nvGrpSpPr>
            <p:cNvPr id="30" name="그룹 77">
              <a:extLst>
                <a:ext uri="{FF2B5EF4-FFF2-40B4-BE49-F238E27FC236}">
                  <a16:creationId xmlns:a16="http://schemas.microsoft.com/office/drawing/2014/main" id="{C769EB49-7B04-1484-AC4E-E1C5C368A634}"/>
                </a:ext>
              </a:extLst>
            </p:cNvPr>
            <p:cNvGrpSpPr/>
            <p:nvPr/>
          </p:nvGrpSpPr>
          <p:grpSpPr>
            <a:xfrm>
              <a:off x="7488869" y="1980110"/>
              <a:ext cx="1855220" cy="360000"/>
              <a:chOff x="1209935" y="1836737"/>
              <a:chExt cx="1974775" cy="360000"/>
            </a:xfrm>
          </p:grpSpPr>
          <p:sp>
            <p:nvSpPr>
              <p:cNvPr id="34" name="사각형: 둥근 모서리 79">
                <a:extLst>
                  <a:ext uri="{FF2B5EF4-FFF2-40B4-BE49-F238E27FC236}">
                    <a16:creationId xmlns:a16="http://schemas.microsoft.com/office/drawing/2014/main" id="{5FE5C2FF-53C9-8612-71E0-FDAADF319E25}"/>
                  </a:ext>
                </a:extLst>
              </p:cNvPr>
              <p:cNvSpPr/>
              <p:nvPr/>
            </p:nvSpPr>
            <p:spPr>
              <a:xfrm>
                <a:off x="1209935" y="1836737"/>
                <a:ext cx="1974775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35" name="Picture 2" descr="Check">
                <a:extLst>
                  <a:ext uri="{FF2B5EF4-FFF2-40B4-BE49-F238E27FC236}">
                    <a16:creationId xmlns:a16="http://schemas.microsoft.com/office/drawing/2014/main" id="{3C98A248-432A-B56F-3A2F-827747994F27}"/>
                  </a:ext>
                </a:extLst>
              </p:cNvPr>
              <p:cNvPicPr preferRelativeResize="0">
                <a:picLocks noChangeArrowheads="1"/>
              </p:cNvPicPr>
              <p:nvPr/>
            </p:nvPicPr>
            <p:blipFill>
              <a:blip r:embed="rId8" cstate="print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6006" y="1872737"/>
                <a:ext cx="306559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3" name="직사각형 78">
              <a:extLst>
                <a:ext uri="{FF2B5EF4-FFF2-40B4-BE49-F238E27FC236}">
                  <a16:creationId xmlns:a16="http://schemas.microsoft.com/office/drawing/2014/main" id="{7DEE1983-855F-5472-3F33-F6FEB5186E91}"/>
                </a:ext>
              </a:extLst>
            </p:cNvPr>
            <p:cNvSpPr/>
            <p:nvPr/>
          </p:nvSpPr>
          <p:spPr>
            <a:xfrm>
              <a:off x="7822941" y="1980110"/>
              <a:ext cx="1495525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통제항목 세부사항 관리</a:t>
              </a:r>
              <a:endParaRPr lang="en-US" altLang="ko-KR" sz="11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6" name="사각형: 둥근 모서리 58">
            <a:extLst>
              <a:ext uri="{FF2B5EF4-FFF2-40B4-BE49-F238E27FC236}">
                <a16:creationId xmlns:a16="http://schemas.microsoft.com/office/drawing/2014/main" id="{03A786ED-5958-34CD-D98B-0E02B9BDF87F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EBFC97-2686-39D8-2498-2C1B186DF879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</p:spTree>
    <p:extLst>
      <p:ext uri="{BB962C8B-B14F-4D97-AF65-F5344CB8AC3E}">
        <p14:creationId xmlns:p14="http://schemas.microsoft.com/office/powerpoint/2010/main" val="1170761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57630-EE36-C42B-5512-616BF0ED1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BE4F4D46-6472-4162-4F88-89E391E24384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850C9227-3A44-1863-9A36-403328291B0F}"/>
              </a:ext>
            </a:extLst>
          </p:cNvPr>
          <p:cNvSpPr txBox="1"/>
          <p:nvPr/>
        </p:nvSpPr>
        <p:spPr>
          <a:xfrm>
            <a:off x="642743" y="793487"/>
            <a:ext cx="8640000" cy="646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통제담당자 관리</a:t>
            </a:r>
            <a:endParaRPr lang="en-US" altLang="ko-KR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통제활동별 통제담당자를 관리하고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인사정보 상 변동 알람 제공</a:t>
            </a: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" name="그룹 38">
            <a:extLst>
              <a:ext uri="{FF2B5EF4-FFF2-40B4-BE49-F238E27FC236}">
                <a16:creationId xmlns:a16="http://schemas.microsoft.com/office/drawing/2014/main" id="{D9174989-9CB9-075E-A81D-1ADD6EEB8F96}"/>
              </a:ext>
            </a:extLst>
          </p:cNvPr>
          <p:cNvGrpSpPr/>
          <p:nvPr/>
        </p:nvGrpSpPr>
        <p:grpSpPr>
          <a:xfrm>
            <a:off x="641421" y="2418988"/>
            <a:ext cx="1728000" cy="1620000"/>
            <a:chOff x="212928" y="1526316"/>
            <a:chExt cx="1728000" cy="1620000"/>
          </a:xfrm>
        </p:grpSpPr>
        <p:grpSp>
          <p:nvGrpSpPr>
            <p:cNvPr id="5" name="그룹 39">
              <a:extLst>
                <a:ext uri="{FF2B5EF4-FFF2-40B4-BE49-F238E27FC236}">
                  <a16:creationId xmlns:a16="http://schemas.microsoft.com/office/drawing/2014/main" id="{72D4E4FE-4FF8-6DE4-C35F-97588F137A56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16" name="그룹 41">
                <a:extLst>
                  <a:ext uri="{FF2B5EF4-FFF2-40B4-BE49-F238E27FC236}">
                    <a16:creationId xmlns:a16="http://schemas.microsoft.com/office/drawing/2014/main" id="{C5A560CE-57A8-44ED-158F-7BD8BA9A5F48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18" name="사각형: 둥근 모서리 43">
                  <a:extLst>
                    <a:ext uri="{FF2B5EF4-FFF2-40B4-BE49-F238E27FC236}">
                      <a16:creationId xmlns:a16="http://schemas.microsoft.com/office/drawing/2014/main" id="{961BF720-4C1B-2F38-52A3-09B6EECFBC44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19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494B7562-CFFD-0EAA-2923-62C650BAF93E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2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17" name="텍스트 개체 틀 30">
                <a:extLst>
                  <a:ext uri="{FF2B5EF4-FFF2-40B4-BE49-F238E27FC236}">
                    <a16:creationId xmlns:a16="http://schemas.microsoft.com/office/drawing/2014/main" id="{C7A9C77A-7D73-96E1-747E-2D9F86E9B8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통제담당자 관리</a:t>
                </a:r>
              </a:p>
            </p:txBody>
          </p:sp>
        </p:grpSp>
        <p:sp>
          <p:nvSpPr>
            <p:cNvPr id="15" name="텍스트 개체 틀 30">
              <a:extLst>
                <a:ext uri="{FF2B5EF4-FFF2-40B4-BE49-F238E27FC236}">
                  <a16:creationId xmlns:a16="http://schemas.microsoft.com/office/drawing/2014/main" id="{68981434-7BBA-C809-A482-7DDA611575C0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146262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통제활동의 통제담당자를 관리할 수 있습니다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통제담당자의 인사정보 변동상태는 메일 등 알람을 제공합니다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통제담당자는 변화관리 및 설계평가 평가자로 일괄 지정 가능합니다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pic>
        <p:nvPicPr>
          <p:cNvPr id="20" name="그림 34">
            <a:extLst>
              <a:ext uri="{FF2B5EF4-FFF2-40B4-BE49-F238E27FC236}">
                <a16:creationId xmlns:a16="http://schemas.microsoft.com/office/drawing/2014/main" id="{7A86DA44-947B-16D3-696D-95929F2B0401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194343" y="1871797"/>
            <a:ext cx="7079832" cy="4436928"/>
          </a:xfrm>
          <a:prstGeom prst="roundRect">
            <a:avLst>
              <a:gd name="adj" fmla="val 2418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31E738EC-B6B5-0125-C478-9D2B3B998BD6}"/>
              </a:ext>
            </a:extLst>
          </p:cNvPr>
          <p:cNvGrpSpPr/>
          <p:nvPr/>
        </p:nvGrpSpPr>
        <p:grpSpPr>
          <a:xfrm>
            <a:off x="4013449" y="1736632"/>
            <a:ext cx="1877785" cy="360000"/>
            <a:chOff x="1432083" y="4915210"/>
            <a:chExt cx="1877785" cy="360000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2402DED-650A-29BD-B077-59FE3D1C2085}"/>
                </a:ext>
              </a:extLst>
            </p:cNvPr>
            <p:cNvGrpSpPr/>
            <p:nvPr/>
          </p:nvGrpSpPr>
          <p:grpSpPr>
            <a:xfrm>
              <a:off x="1432083" y="4915210"/>
              <a:ext cx="1877785" cy="360000"/>
              <a:chOff x="1672149" y="1836737"/>
              <a:chExt cx="1877785" cy="360000"/>
            </a:xfrm>
          </p:grpSpPr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B51E47EF-1FD2-0611-707B-8A366F886C75}"/>
                  </a:ext>
                </a:extLst>
              </p:cNvPr>
              <p:cNvSpPr/>
              <p:nvPr/>
            </p:nvSpPr>
            <p:spPr>
              <a:xfrm>
                <a:off x="1672149" y="1836737"/>
                <a:ext cx="1877785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5" name="Picture 2" descr="Check">
                <a:extLst>
                  <a:ext uri="{FF2B5EF4-FFF2-40B4-BE49-F238E27FC236}">
                    <a16:creationId xmlns:a16="http://schemas.microsoft.com/office/drawing/2014/main" id="{1F570CA6-4482-E623-48E9-116FBA9FA1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10863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18F37A3-2A6C-B826-2EE8-FA8DD4521703}"/>
                </a:ext>
              </a:extLst>
            </p:cNvPr>
            <p:cNvSpPr/>
            <p:nvPr/>
          </p:nvSpPr>
          <p:spPr>
            <a:xfrm>
              <a:off x="1770221" y="4915210"/>
              <a:ext cx="1539647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통제담당자 관리 화면</a:t>
              </a:r>
            </a:p>
          </p:txBody>
        </p:sp>
      </p:grpSp>
      <p:sp>
        <p:nvSpPr>
          <p:cNvPr id="26" name="사각형: 둥근 모서리 58">
            <a:extLst>
              <a:ext uri="{FF2B5EF4-FFF2-40B4-BE49-F238E27FC236}">
                <a16:creationId xmlns:a16="http://schemas.microsoft.com/office/drawing/2014/main" id="{5C3D70F0-2F78-21F8-3C0A-ACFF21933917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D4E875-B3C7-A419-6FA6-B6E5B51FEE2E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E17EC1A-A18A-7D63-E643-A7A29C3B6748}"/>
              </a:ext>
            </a:extLst>
          </p:cNvPr>
          <p:cNvSpPr/>
          <p:nvPr/>
        </p:nvSpPr>
        <p:spPr>
          <a:xfrm>
            <a:off x="3513000" y="3573000"/>
            <a:ext cx="5760000" cy="2664000"/>
          </a:xfrm>
          <a:prstGeom prst="roundRect">
            <a:avLst>
              <a:gd name="adj" fmla="val 2610"/>
            </a:avLst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F2FA0D84-36D6-F20A-0331-B42A94D1B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26" y="3607835"/>
            <a:ext cx="5688000" cy="2604697"/>
          </a:xfrm>
          <a:prstGeom prst="rect">
            <a:avLst/>
          </a:prstGeom>
        </p:spPr>
      </p:pic>
      <p:grpSp>
        <p:nvGrpSpPr>
          <p:cNvPr id="30" name="그룹 76">
            <a:extLst>
              <a:ext uri="{FF2B5EF4-FFF2-40B4-BE49-F238E27FC236}">
                <a16:creationId xmlns:a16="http://schemas.microsoft.com/office/drawing/2014/main" id="{A4E45D36-9A0B-0D72-5269-B7D84B5BDD97}"/>
              </a:ext>
            </a:extLst>
          </p:cNvPr>
          <p:cNvGrpSpPr/>
          <p:nvPr/>
        </p:nvGrpSpPr>
        <p:grpSpPr>
          <a:xfrm>
            <a:off x="5169000" y="3357000"/>
            <a:ext cx="1855220" cy="360000"/>
            <a:chOff x="7488869" y="1980110"/>
            <a:chExt cx="1855220" cy="360000"/>
          </a:xfrm>
        </p:grpSpPr>
        <p:grpSp>
          <p:nvGrpSpPr>
            <p:cNvPr id="31" name="그룹 77">
              <a:extLst>
                <a:ext uri="{FF2B5EF4-FFF2-40B4-BE49-F238E27FC236}">
                  <a16:creationId xmlns:a16="http://schemas.microsoft.com/office/drawing/2014/main" id="{B911963D-8B6B-A4F5-4F70-8285DE5053F9}"/>
                </a:ext>
              </a:extLst>
            </p:cNvPr>
            <p:cNvGrpSpPr/>
            <p:nvPr/>
          </p:nvGrpSpPr>
          <p:grpSpPr>
            <a:xfrm>
              <a:off x="7488869" y="1980110"/>
              <a:ext cx="1855220" cy="360000"/>
              <a:chOff x="1209935" y="1836737"/>
              <a:chExt cx="1974775" cy="360000"/>
            </a:xfrm>
          </p:grpSpPr>
          <p:sp>
            <p:nvSpPr>
              <p:cNvPr id="33" name="사각형: 둥근 모서리 79">
                <a:extLst>
                  <a:ext uri="{FF2B5EF4-FFF2-40B4-BE49-F238E27FC236}">
                    <a16:creationId xmlns:a16="http://schemas.microsoft.com/office/drawing/2014/main" id="{54B7FF6F-8B8D-F318-6C7F-B29AB8FEB059}"/>
                  </a:ext>
                </a:extLst>
              </p:cNvPr>
              <p:cNvSpPr/>
              <p:nvPr/>
            </p:nvSpPr>
            <p:spPr>
              <a:xfrm>
                <a:off x="1209935" y="1836737"/>
                <a:ext cx="1974775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35" name="Picture 2" descr="Check">
                <a:extLst>
                  <a:ext uri="{FF2B5EF4-FFF2-40B4-BE49-F238E27FC236}">
                    <a16:creationId xmlns:a16="http://schemas.microsoft.com/office/drawing/2014/main" id="{6D9E5CD1-3624-9BAD-09B0-1B4C3F74C220}"/>
                  </a:ext>
                </a:extLst>
              </p:cNvPr>
              <p:cNvPicPr preferRelativeResize="0">
                <a:picLocks noChangeArrowheads="1"/>
              </p:cNvPicPr>
              <p:nvPr/>
            </p:nvPicPr>
            <p:blipFill>
              <a:blip r:embed="rId6" cstate="print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6006" y="1872737"/>
                <a:ext cx="306559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2" name="직사각형 78">
              <a:extLst>
                <a:ext uri="{FF2B5EF4-FFF2-40B4-BE49-F238E27FC236}">
                  <a16:creationId xmlns:a16="http://schemas.microsoft.com/office/drawing/2014/main" id="{FBA73F28-92FD-8424-9364-67B59CBB0B3B}"/>
                </a:ext>
              </a:extLst>
            </p:cNvPr>
            <p:cNvSpPr/>
            <p:nvPr/>
          </p:nvSpPr>
          <p:spPr>
            <a:xfrm>
              <a:off x="7822941" y="1980110"/>
              <a:ext cx="1495525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통제담당자 인사정보 변동 상태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6031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D7701-078D-07F8-BE0B-FE76D272F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1E1B0302-AE7F-55C3-9671-5BAB909AA735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A6CFE30F-AA8E-3F5D-64BF-CCDF1BF9B38E}"/>
              </a:ext>
            </a:extLst>
          </p:cNvPr>
          <p:cNvSpPr txBox="1"/>
          <p:nvPr/>
        </p:nvSpPr>
        <p:spPr>
          <a:xfrm>
            <a:off x="642743" y="793487"/>
            <a:ext cx="8640000" cy="646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변화관리</a:t>
            </a:r>
            <a:endParaRPr lang="en-US" altLang="ko-KR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통제활동별 변화 설문 및 통제 활동을 수정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변화관리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및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승인 절차 제공</a:t>
            </a: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" name="그룹 38">
            <a:extLst>
              <a:ext uri="{FF2B5EF4-FFF2-40B4-BE49-F238E27FC236}">
                <a16:creationId xmlns:a16="http://schemas.microsoft.com/office/drawing/2014/main" id="{830E4023-5852-E4B5-661D-1153178C4D14}"/>
              </a:ext>
            </a:extLst>
          </p:cNvPr>
          <p:cNvGrpSpPr/>
          <p:nvPr/>
        </p:nvGrpSpPr>
        <p:grpSpPr>
          <a:xfrm>
            <a:off x="641421" y="2418988"/>
            <a:ext cx="1728000" cy="1514012"/>
            <a:chOff x="212928" y="1526316"/>
            <a:chExt cx="1728000" cy="1514012"/>
          </a:xfrm>
        </p:grpSpPr>
        <p:grpSp>
          <p:nvGrpSpPr>
            <p:cNvPr id="17" name="그룹 39">
              <a:extLst>
                <a:ext uri="{FF2B5EF4-FFF2-40B4-BE49-F238E27FC236}">
                  <a16:creationId xmlns:a16="http://schemas.microsoft.com/office/drawing/2014/main" id="{5C317CE5-107E-176D-DD92-8B10942E70E1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19" name="그룹 41">
                <a:extLst>
                  <a:ext uri="{FF2B5EF4-FFF2-40B4-BE49-F238E27FC236}">
                    <a16:creationId xmlns:a16="http://schemas.microsoft.com/office/drawing/2014/main" id="{BEE0FEE1-5B52-B377-B15C-DE1161F3D71C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21" name="사각형: 둥근 모서리 43">
                  <a:extLst>
                    <a:ext uri="{FF2B5EF4-FFF2-40B4-BE49-F238E27FC236}">
                      <a16:creationId xmlns:a16="http://schemas.microsoft.com/office/drawing/2014/main" id="{69D1D168-7D6D-96DB-3EF4-F55A3C9A7B00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22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EBB18A0D-920F-9969-8799-316C526C8F37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2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20" name="텍스트 개체 틀 30">
                <a:extLst>
                  <a:ext uri="{FF2B5EF4-FFF2-40B4-BE49-F238E27FC236}">
                    <a16:creationId xmlns:a16="http://schemas.microsoft.com/office/drawing/2014/main" id="{59DB0A9C-2A64-622D-6E42-C784C7F6FE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통제활동 변화관리</a:t>
                </a:r>
              </a:p>
            </p:txBody>
          </p:sp>
        </p:grpSp>
        <p:sp>
          <p:nvSpPr>
            <p:cNvPr id="18" name="텍스트 개체 틀 30">
              <a:extLst>
                <a:ext uri="{FF2B5EF4-FFF2-40B4-BE49-F238E27FC236}">
                  <a16:creationId xmlns:a16="http://schemas.microsoft.com/office/drawing/2014/main" id="{7FAB836A-9DE3-6742-4BE7-2033BFCC3F52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040274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통제활동별 변화 설문 작성 및 승인자 결재절차를 통해 변경사항을 적용하고</a:t>
              </a:r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이력을 관리합니다</a:t>
              </a:r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 </a:t>
              </a:r>
            </a:p>
            <a:p>
              <a:pPr latinLnBrk="0">
                <a:lnSpc>
                  <a:spcPct val="125000"/>
                </a:lnSpc>
                <a:defRPr/>
              </a:pPr>
              <a:endParaRPr lang="en-US" altLang="ko-KR" dirty="0">
                <a:ln>
                  <a:solidFill>
                    <a:srgbClr val="0032A0">
                      <a:alpha val="0"/>
                    </a:srgbClr>
                  </a:solidFill>
                </a:ln>
                <a:solidFill>
                  <a:srgbClr val="E8E8E8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변화관리 평가항목 선택적 표시</a:t>
              </a:r>
              <a:b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조서작성 기능 </a:t>
              </a:r>
              <a:b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-&gt;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상세정의 필요</a:t>
              </a:r>
              <a:endParaRPr lang="en-US" altLang="ko-KR" dirty="0">
                <a:ln>
                  <a:solidFill>
                    <a:srgbClr val="0032A0">
                      <a:alpha val="0"/>
                    </a:srgbClr>
                  </a:solidFill>
                </a:ln>
                <a:solidFill>
                  <a:srgbClr val="E8E8E8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23" name="그림 34">
            <a:extLst>
              <a:ext uri="{FF2B5EF4-FFF2-40B4-BE49-F238E27FC236}">
                <a16:creationId xmlns:a16="http://schemas.microsoft.com/office/drawing/2014/main" id="{8D7A99D7-26D4-6A4B-942B-7CCCFE175923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194343" y="1861418"/>
            <a:ext cx="7088400" cy="4428000"/>
          </a:xfrm>
          <a:prstGeom prst="roundRect">
            <a:avLst>
              <a:gd name="adj" fmla="val 2418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그림 38">
            <a:extLst>
              <a:ext uri="{FF2B5EF4-FFF2-40B4-BE49-F238E27FC236}">
                <a16:creationId xmlns:a16="http://schemas.microsoft.com/office/drawing/2014/main" id="{B0E0498E-EC84-0A74-75DA-F02A6819C9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" r="723"/>
          <a:stretch/>
        </p:blipFill>
        <p:spPr>
          <a:xfrm>
            <a:off x="5607584" y="2753157"/>
            <a:ext cx="3538800" cy="3226228"/>
          </a:xfrm>
          <a:prstGeom prst="roundRect">
            <a:avLst>
              <a:gd name="adj" fmla="val 176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C8D422C-BAE5-B142-CCED-AD323AEF53B8}"/>
              </a:ext>
            </a:extLst>
          </p:cNvPr>
          <p:cNvGrpSpPr/>
          <p:nvPr/>
        </p:nvGrpSpPr>
        <p:grpSpPr>
          <a:xfrm>
            <a:off x="4013449" y="1736632"/>
            <a:ext cx="1877785" cy="360000"/>
            <a:chOff x="1432083" y="4915210"/>
            <a:chExt cx="1877785" cy="360000"/>
          </a:xfrm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C52ECC13-E05D-1957-6F7B-AF5D90CAB5AD}"/>
                </a:ext>
              </a:extLst>
            </p:cNvPr>
            <p:cNvGrpSpPr/>
            <p:nvPr/>
          </p:nvGrpSpPr>
          <p:grpSpPr>
            <a:xfrm>
              <a:off x="1432083" y="4915210"/>
              <a:ext cx="1877785" cy="360000"/>
              <a:chOff x="1672149" y="1836737"/>
              <a:chExt cx="1877785" cy="360000"/>
            </a:xfrm>
          </p:grpSpPr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D9C2F56A-FE7B-098E-E0B5-2FFC3B90101A}"/>
                  </a:ext>
                </a:extLst>
              </p:cNvPr>
              <p:cNvSpPr/>
              <p:nvPr/>
            </p:nvSpPr>
            <p:spPr>
              <a:xfrm>
                <a:off x="1672149" y="1836737"/>
                <a:ext cx="1877785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9" name="Picture 2" descr="Check">
                <a:extLst>
                  <a:ext uri="{FF2B5EF4-FFF2-40B4-BE49-F238E27FC236}">
                    <a16:creationId xmlns:a16="http://schemas.microsoft.com/office/drawing/2014/main" id="{B786EA96-86B9-210E-20AA-1B9AB67C3F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10863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CC636CB-3EB4-A939-8603-F72740538DE8}"/>
                </a:ext>
              </a:extLst>
            </p:cNvPr>
            <p:cNvSpPr/>
            <p:nvPr/>
          </p:nvSpPr>
          <p:spPr>
            <a:xfrm>
              <a:off x="1770221" y="4915210"/>
              <a:ext cx="1539647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변화관리 제출 수행 화면</a:t>
              </a:r>
            </a:p>
          </p:txBody>
        </p:sp>
      </p:grpSp>
      <p:grpSp>
        <p:nvGrpSpPr>
          <p:cNvPr id="30" name="그룹 76">
            <a:extLst>
              <a:ext uri="{FF2B5EF4-FFF2-40B4-BE49-F238E27FC236}">
                <a16:creationId xmlns:a16="http://schemas.microsoft.com/office/drawing/2014/main" id="{B9AFD7A5-3BD4-2491-3032-E48EC0397798}"/>
              </a:ext>
            </a:extLst>
          </p:cNvPr>
          <p:cNvGrpSpPr/>
          <p:nvPr/>
        </p:nvGrpSpPr>
        <p:grpSpPr>
          <a:xfrm>
            <a:off x="6566511" y="2663905"/>
            <a:ext cx="1855220" cy="360000"/>
            <a:chOff x="7488869" y="1980110"/>
            <a:chExt cx="1855220" cy="360000"/>
          </a:xfrm>
        </p:grpSpPr>
        <p:grpSp>
          <p:nvGrpSpPr>
            <p:cNvPr id="31" name="그룹 77">
              <a:extLst>
                <a:ext uri="{FF2B5EF4-FFF2-40B4-BE49-F238E27FC236}">
                  <a16:creationId xmlns:a16="http://schemas.microsoft.com/office/drawing/2014/main" id="{117A6C9B-388C-ABF6-939E-D571FC62B34E}"/>
                </a:ext>
              </a:extLst>
            </p:cNvPr>
            <p:cNvGrpSpPr/>
            <p:nvPr/>
          </p:nvGrpSpPr>
          <p:grpSpPr>
            <a:xfrm>
              <a:off x="7488869" y="1980110"/>
              <a:ext cx="1855220" cy="360000"/>
              <a:chOff x="1209935" y="1836737"/>
              <a:chExt cx="1974775" cy="360000"/>
            </a:xfrm>
          </p:grpSpPr>
          <p:sp>
            <p:nvSpPr>
              <p:cNvPr id="33" name="사각형: 둥근 모서리 79">
                <a:extLst>
                  <a:ext uri="{FF2B5EF4-FFF2-40B4-BE49-F238E27FC236}">
                    <a16:creationId xmlns:a16="http://schemas.microsoft.com/office/drawing/2014/main" id="{3A4F391E-9FAC-9F32-8D98-26B8267CAFE6}"/>
                  </a:ext>
                </a:extLst>
              </p:cNvPr>
              <p:cNvSpPr/>
              <p:nvPr/>
            </p:nvSpPr>
            <p:spPr>
              <a:xfrm>
                <a:off x="1209935" y="1836737"/>
                <a:ext cx="1974775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35" name="Picture 2" descr="Check">
                <a:extLst>
                  <a:ext uri="{FF2B5EF4-FFF2-40B4-BE49-F238E27FC236}">
                    <a16:creationId xmlns:a16="http://schemas.microsoft.com/office/drawing/2014/main" id="{31AD973A-EF20-4F44-BCDB-7800A483EDC9}"/>
                  </a:ext>
                </a:extLst>
              </p:cNvPr>
              <p:cNvPicPr preferRelativeResize="0">
                <a:picLocks noChangeArrowheads="1"/>
              </p:cNvPicPr>
              <p:nvPr/>
            </p:nvPicPr>
            <p:blipFill>
              <a:blip r:embed="rId6" cstate="print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6006" y="1872737"/>
                <a:ext cx="306559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2" name="직사각형 78">
              <a:extLst>
                <a:ext uri="{FF2B5EF4-FFF2-40B4-BE49-F238E27FC236}">
                  <a16:creationId xmlns:a16="http://schemas.microsoft.com/office/drawing/2014/main" id="{12592864-9DF2-EFF9-A10A-7B1B7CCC4662}"/>
                </a:ext>
              </a:extLst>
            </p:cNvPr>
            <p:cNvSpPr/>
            <p:nvPr/>
          </p:nvSpPr>
          <p:spPr>
            <a:xfrm>
              <a:off x="7822941" y="1980110"/>
              <a:ext cx="1495525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변화관리 설문 작성화면</a:t>
              </a:r>
            </a:p>
          </p:txBody>
        </p:sp>
      </p:grpSp>
      <p:sp>
        <p:nvSpPr>
          <p:cNvPr id="49" name="사각형: 둥근 모서리 58">
            <a:extLst>
              <a:ext uri="{FF2B5EF4-FFF2-40B4-BE49-F238E27FC236}">
                <a16:creationId xmlns:a16="http://schemas.microsoft.com/office/drawing/2014/main" id="{A2A3E25B-66B0-6B29-AD55-805A1478B5EE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C5D4A5-3156-BCA5-FC20-F78F14A41697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  <p:sp>
        <p:nvSpPr>
          <p:cNvPr id="52" name="텍스트 개체 틀 30">
            <a:extLst>
              <a:ext uri="{FF2B5EF4-FFF2-40B4-BE49-F238E27FC236}">
                <a16:creationId xmlns:a16="http://schemas.microsoft.com/office/drawing/2014/main" id="{8B9A9F97-B78D-65DC-DCBC-4C7858148E83}"/>
              </a:ext>
            </a:extLst>
          </p:cNvPr>
          <p:cNvSpPr txBox="1">
            <a:spLocks/>
          </p:cNvSpPr>
          <p:nvPr/>
        </p:nvSpPr>
        <p:spPr>
          <a:xfrm>
            <a:off x="624291" y="4005000"/>
            <a:ext cx="1728000" cy="144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50" b="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74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74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74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74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ln>
                  <a:solidFill>
                    <a:srgbClr val="0032A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커스터마이징 범위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0B00DAF-399C-119A-F06E-C5A1782ED2F9}"/>
              </a:ext>
            </a:extLst>
          </p:cNvPr>
          <p:cNvGrpSpPr/>
          <p:nvPr/>
        </p:nvGrpSpPr>
        <p:grpSpPr>
          <a:xfrm>
            <a:off x="657942" y="5662324"/>
            <a:ext cx="1487058" cy="628014"/>
            <a:chOff x="657942" y="5662324"/>
            <a:chExt cx="1487058" cy="62801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0116CAC-AD44-0A64-6A7D-26E1D2B82AA2}"/>
                </a:ext>
              </a:extLst>
            </p:cNvPr>
            <p:cNvSpPr txBox="1"/>
            <p:nvPr/>
          </p:nvSpPr>
          <p:spPr>
            <a:xfrm>
              <a:off x="1059406" y="6027336"/>
              <a:ext cx="92333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12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0038A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커스터마이징</a:t>
              </a:r>
              <a:endPara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38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" name="Rounded Rectangle 4">
              <a:extLst>
                <a:ext uri="{FF2B5EF4-FFF2-40B4-BE49-F238E27FC236}">
                  <a16:creationId xmlns:a16="http://schemas.microsoft.com/office/drawing/2014/main" id="{F56392D6-E488-858A-8F51-A761BCA36B39}"/>
                </a:ext>
              </a:extLst>
            </p:cNvPr>
            <p:cNvSpPr/>
            <p:nvPr/>
          </p:nvSpPr>
          <p:spPr>
            <a:xfrm>
              <a:off x="685743" y="5949000"/>
              <a:ext cx="1459257" cy="341338"/>
            </a:xfrm>
            <a:prstGeom prst="roundRect">
              <a:avLst/>
            </a:prstGeom>
            <a:noFill/>
            <a:ln>
              <a:solidFill>
                <a:srgbClr val="003C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" name="Picture 4" descr="Y:\5. 외부 GD업체\6. mostvisual\백업\kjs\png\8.png">
              <a:extLst>
                <a:ext uri="{FF2B5EF4-FFF2-40B4-BE49-F238E27FC236}">
                  <a16:creationId xmlns:a16="http://schemas.microsoft.com/office/drawing/2014/main" id="{536E6C36-716B-FCC0-F8D9-0851A85863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942" y="5662324"/>
              <a:ext cx="359169" cy="5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12029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A2781-B248-E7E3-9ED6-B84140FF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77C6EAC-4F5B-3EB1-6ADF-5AB45BBA33E2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pic>
        <p:nvPicPr>
          <p:cNvPr id="7" name="그림 42">
            <a:extLst>
              <a:ext uri="{FF2B5EF4-FFF2-40B4-BE49-F238E27FC236}">
                <a16:creationId xmlns:a16="http://schemas.microsoft.com/office/drawing/2014/main" id="{D85D4F88-2366-0A17-925D-B420B29FADFD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192975" y="1856100"/>
            <a:ext cx="7081200" cy="4428000"/>
          </a:xfrm>
          <a:prstGeom prst="roundRect">
            <a:avLst>
              <a:gd name="adj" fmla="val 2085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ECE2E6F9-035E-AA07-926B-E51C7EA4F22E}"/>
              </a:ext>
            </a:extLst>
          </p:cNvPr>
          <p:cNvSpPr txBox="1"/>
          <p:nvPr/>
        </p:nvSpPr>
        <p:spPr>
          <a:xfrm>
            <a:off x="642743" y="793487"/>
            <a:ext cx="8640000" cy="646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모집단 관리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(Excel)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모집단 설정 및 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Excel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업로드하여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샘플링 기능 제공</a:t>
            </a: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" name="그룹 38">
            <a:extLst>
              <a:ext uri="{FF2B5EF4-FFF2-40B4-BE49-F238E27FC236}">
                <a16:creationId xmlns:a16="http://schemas.microsoft.com/office/drawing/2014/main" id="{B92EA52D-0ED6-EA02-20CB-8184F7694CEB}"/>
              </a:ext>
            </a:extLst>
          </p:cNvPr>
          <p:cNvGrpSpPr/>
          <p:nvPr/>
        </p:nvGrpSpPr>
        <p:grpSpPr>
          <a:xfrm>
            <a:off x="641421" y="2418988"/>
            <a:ext cx="1728000" cy="1620000"/>
            <a:chOff x="212928" y="1526316"/>
            <a:chExt cx="1728000" cy="1620000"/>
          </a:xfrm>
        </p:grpSpPr>
        <p:grpSp>
          <p:nvGrpSpPr>
            <p:cNvPr id="10" name="그룹 39">
              <a:extLst>
                <a:ext uri="{FF2B5EF4-FFF2-40B4-BE49-F238E27FC236}">
                  <a16:creationId xmlns:a16="http://schemas.microsoft.com/office/drawing/2014/main" id="{0C45385B-2EC2-FF58-532D-56981B9E9C7A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12" name="그룹 41">
                <a:extLst>
                  <a:ext uri="{FF2B5EF4-FFF2-40B4-BE49-F238E27FC236}">
                    <a16:creationId xmlns:a16="http://schemas.microsoft.com/office/drawing/2014/main" id="{4CCA7C8B-D9C1-B6EA-0FDD-0A05AFFDDEE3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23" name="사각형: 둥근 모서리 43">
                  <a:extLst>
                    <a:ext uri="{FF2B5EF4-FFF2-40B4-BE49-F238E27FC236}">
                      <a16:creationId xmlns:a16="http://schemas.microsoft.com/office/drawing/2014/main" id="{BBE2DBCA-3EAB-E0E5-2102-983960206D70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36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63F605DB-E0EA-CFE3-C36A-1AA371BEE6C4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3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14" name="텍스트 개체 틀 30">
                <a:extLst>
                  <a:ext uri="{FF2B5EF4-FFF2-40B4-BE49-F238E27FC236}">
                    <a16:creationId xmlns:a16="http://schemas.microsoft.com/office/drawing/2014/main" id="{FA44079B-DF37-36A2-E5C5-2A021B7DE3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샘플링 기준</a:t>
                </a:r>
              </a:p>
            </p:txBody>
          </p:sp>
        </p:grpSp>
        <p:sp>
          <p:nvSpPr>
            <p:cNvPr id="11" name="텍스트 개체 틀 30">
              <a:extLst>
                <a:ext uri="{FF2B5EF4-FFF2-40B4-BE49-F238E27FC236}">
                  <a16:creationId xmlns:a16="http://schemas.microsoft.com/office/drawing/2014/main" id="{0CC886C3-9094-3C45-7C58-70013345B77C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548000" cy="1146262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통제활동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별 추출 샘플 수를 지정하여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무작위 샘플을 추출할 수 있습니다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latinLnBrk="0">
                <a:lnSpc>
                  <a:spcPct val="125000"/>
                </a:lnSpc>
                <a:defRPr/>
              </a:pPr>
              <a:endParaRPr lang="en-US" altLang="ko-KR" dirty="0">
                <a:ln>
                  <a:solidFill>
                    <a:srgbClr val="0032A0">
                      <a:alpha val="0"/>
                    </a:srgbClr>
                  </a:solidFill>
                </a:ln>
                <a:solidFill>
                  <a:srgbClr val="E8E8E8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latinLnBrk="0">
                <a:lnSpc>
                  <a:spcPct val="125000"/>
                </a:lnSpc>
                <a:defRPr/>
              </a:pP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모집단 완전성 증빙 관리</a:t>
              </a:r>
              <a:b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특정 샘플 강제 지정</a:t>
              </a:r>
              <a:endParaRPr lang="en-US" altLang="ko-KR" dirty="0">
                <a:ln>
                  <a:solidFill>
                    <a:srgbClr val="0032A0">
                      <a:alpha val="0"/>
                    </a:srgbClr>
                  </a:solidFill>
                </a:ln>
                <a:solidFill>
                  <a:srgbClr val="E8E8E8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37" name="그림 47">
            <a:extLst>
              <a:ext uri="{FF2B5EF4-FFF2-40B4-BE49-F238E27FC236}">
                <a16:creationId xmlns:a16="http://schemas.microsoft.com/office/drawing/2014/main" id="{747D36F4-DE35-853B-A68D-DE2F51447477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109002" y="3043428"/>
            <a:ext cx="4121384" cy="3225600"/>
          </a:xfrm>
          <a:prstGeom prst="roundRect">
            <a:avLst>
              <a:gd name="adj" fmla="val 2085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38" name="그룹 55">
            <a:extLst>
              <a:ext uri="{FF2B5EF4-FFF2-40B4-BE49-F238E27FC236}">
                <a16:creationId xmlns:a16="http://schemas.microsoft.com/office/drawing/2014/main" id="{81CC25D1-F3C2-4D1B-244D-6515118F3D22}"/>
              </a:ext>
            </a:extLst>
          </p:cNvPr>
          <p:cNvGrpSpPr/>
          <p:nvPr/>
        </p:nvGrpSpPr>
        <p:grpSpPr>
          <a:xfrm>
            <a:off x="3710196" y="1730617"/>
            <a:ext cx="2483416" cy="360000"/>
            <a:chOff x="826453" y="4915210"/>
            <a:chExt cx="2483416" cy="360000"/>
          </a:xfrm>
        </p:grpSpPr>
        <p:grpSp>
          <p:nvGrpSpPr>
            <p:cNvPr id="40" name="그룹 56">
              <a:extLst>
                <a:ext uri="{FF2B5EF4-FFF2-40B4-BE49-F238E27FC236}">
                  <a16:creationId xmlns:a16="http://schemas.microsoft.com/office/drawing/2014/main" id="{2BF92C55-6023-8323-92E4-517496358AFC}"/>
                </a:ext>
              </a:extLst>
            </p:cNvPr>
            <p:cNvGrpSpPr/>
            <p:nvPr/>
          </p:nvGrpSpPr>
          <p:grpSpPr>
            <a:xfrm>
              <a:off x="826453" y="4915210"/>
              <a:ext cx="2483416" cy="360000"/>
              <a:chOff x="1066519" y="1836737"/>
              <a:chExt cx="2483416" cy="360000"/>
            </a:xfrm>
          </p:grpSpPr>
          <p:sp>
            <p:nvSpPr>
              <p:cNvPr id="43" name="사각형: 둥근 모서리 64">
                <a:extLst>
                  <a:ext uri="{FF2B5EF4-FFF2-40B4-BE49-F238E27FC236}">
                    <a16:creationId xmlns:a16="http://schemas.microsoft.com/office/drawing/2014/main" id="{BA888C27-09AD-23B7-CC6C-861853C3C165}"/>
                  </a:ext>
                </a:extLst>
              </p:cNvPr>
              <p:cNvSpPr/>
              <p:nvPr/>
            </p:nvSpPr>
            <p:spPr>
              <a:xfrm>
                <a:off x="1066519" y="1836737"/>
                <a:ext cx="2483416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44" name="Picture 2" descr="Check">
                <a:extLst>
                  <a:ext uri="{FF2B5EF4-FFF2-40B4-BE49-F238E27FC236}">
                    <a16:creationId xmlns:a16="http://schemas.microsoft.com/office/drawing/2014/main" id="{9DB50CAE-D588-0640-2EA1-FAAE4F2498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3963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2" name="직사각형 63">
              <a:extLst>
                <a:ext uri="{FF2B5EF4-FFF2-40B4-BE49-F238E27FC236}">
                  <a16:creationId xmlns:a16="http://schemas.microsoft.com/office/drawing/2014/main" id="{A4B1EAAB-BF9A-3078-D81A-23802ADFA195}"/>
                </a:ext>
              </a:extLst>
            </p:cNvPr>
            <p:cNvSpPr/>
            <p:nvPr/>
          </p:nvSpPr>
          <p:spPr>
            <a:xfrm>
              <a:off x="1172527" y="4915210"/>
              <a:ext cx="2137341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통제활동별 모집단 정보 조회 화면</a:t>
              </a:r>
            </a:p>
          </p:txBody>
        </p:sp>
      </p:grpSp>
      <p:grpSp>
        <p:nvGrpSpPr>
          <p:cNvPr id="45" name="그룹 70">
            <a:extLst>
              <a:ext uri="{FF2B5EF4-FFF2-40B4-BE49-F238E27FC236}">
                <a16:creationId xmlns:a16="http://schemas.microsoft.com/office/drawing/2014/main" id="{41A69C68-847E-A385-D3D6-04FFE2F29B83}"/>
              </a:ext>
            </a:extLst>
          </p:cNvPr>
          <p:cNvGrpSpPr/>
          <p:nvPr/>
        </p:nvGrpSpPr>
        <p:grpSpPr>
          <a:xfrm>
            <a:off x="5973002" y="2812849"/>
            <a:ext cx="2340952" cy="360000"/>
            <a:chOff x="7060018" y="1980110"/>
            <a:chExt cx="2340952" cy="360000"/>
          </a:xfrm>
        </p:grpSpPr>
        <p:grpSp>
          <p:nvGrpSpPr>
            <p:cNvPr id="46" name="그룹 71">
              <a:extLst>
                <a:ext uri="{FF2B5EF4-FFF2-40B4-BE49-F238E27FC236}">
                  <a16:creationId xmlns:a16="http://schemas.microsoft.com/office/drawing/2014/main" id="{8DF52CA5-CB37-6C11-2448-0C0005EBE5E2}"/>
                </a:ext>
              </a:extLst>
            </p:cNvPr>
            <p:cNvGrpSpPr/>
            <p:nvPr/>
          </p:nvGrpSpPr>
          <p:grpSpPr>
            <a:xfrm>
              <a:off x="7060018" y="1980110"/>
              <a:ext cx="2340952" cy="360000"/>
              <a:chOff x="753450" y="1836737"/>
              <a:chExt cx="2491811" cy="360000"/>
            </a:xfrm>
          </p:grpSpPr>
          <p:sp>
            <p:nvSpPr>
              <p:cNvPr id="48" name="사각형: 둥근 모서리 73">
                <a:extLst>
                  <a:ext uri="{FF2B5EF4-FFF2-40B4-BE49-F238E27FC236}">
                    <a16:creationId xmlns:a16="http://schemas.microsoft.com/office/drawing/2014/main" id="{947CD333-F375-0BBC-2A95-340C3FC9D376}"/>
                  </a:ext>
                </a:extLst>
              </p:cNvPr>
              <p:cNvSpPr/>
              <p:nvPr/>
            </p:nvSpPr>
            <p:spPr>
              <a:xfrm>
                <a:off x="753450" y="1836737"/>
                <a:ext cx="2491811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49" name="Picture 2" descr="Check">
                <a:extLst>
                  <a:ext uri="{FF2B5EF4-FFF2-40B4-BE49-F238E27FC236}">
                    <a16:creationId xmlns:a16="http://schemas.microsoft.com/office/drawing/2014/main" id="{CD25E37F-0B84-CA86-A359-DA2663F634BF}"/>
                  </a:ext>
                </a:extLst>
              </p:cNvPr>
              <p:cNvPicPr preferRelativeResize="0">
                <a:picLocks noChangeArrowheads="1"/>
              </p:cNvPicPr>
              <p:nvPr/>
            </p:nvPicPr>
            <p:blipFill>
              <a:blip r:embed="rId7" cstate="print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3133" y="1872737"/>
                <a:ext cx="306559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7" name="직사각형 72">
              <a:extLst>
                <a:ext uri="{FF2B5EF4-FFF2-40B4-BE49-F238E27FC236}">
                  <a16:creationId xmlns:a16="http://schemas.microsoft.com/office/drawing/2014/main" id="{566B74E9-449E-542E-6041-C59F057C03AE}"/>
                </a:ext>
              </a:extLst>
            </p:cNvPr>
            <p:cNvSpPr/>
            <p:nvPr/>
          </p:nvSpPr>
          <p:spPr>
            <a:xfrm>
              <a:off x="7431908" y="1980110"/>
              <a:ext cx="1961944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샘플링된 모집단 상세 정보 조회</a:t>
              </a:r>
            </a:p>
          </p:txBody>
        </p:sp>
      </p:grpSp>
      <p:sp>
        <p:nvSpPr>
          <p:cNvPr id="50" name="사각형: 둥근 모서리 58">
            <a:extLst>
              <a:ext uri="{FF2B5EF4-FFF2-40B4-BE49-F238E27FC236}">
                <a16:creationId xmlns:a16="http://schemas.microsoft.com/office/drawing/2014/main" id="{E1055CF8-BD82-1790-24F0-512DF21A03B4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9DD7635-46AE-D580-9C08-6A26D235F3B8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  <p:sp>
        <p:nvSpPr>
          <p:cNvPr id="53" name="텍스트 개체 틀 30">
            <a:extLst>
              <a:ext uri="{FF2B5EF4-FFF2-40B4-BE49-F238E27FC236}">
                <a16:creationId xmlns:a16="http://schemas.microsoft.com/office/drawing/2014/main" id="{53E71B35-A75D-2DB9-8C99-B6AB5EF0C46E}"/>
              </a:ext>
            </a:extLst>
          </p:cNvPr>
          <p:cNvSpPr txBox="1">
            <a:spLocks/>
          </p:cNvSpPr>
          <p:nvPr/>
        </p:nvSpPr>
        <p:spPr>
          <a:xfrm>
            <a:off x="624291" y="3861000"/>
            <a:ext cx="1728000" cy="144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50" b="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74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74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74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74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ln>
                  <a:solidFill>
                    <a:srgbClr val="0032A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커스터마이징 범위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F07E9C2-C0D4-A099-019E-4D48C2F655C7}"/>
              </a:ext>
            </a:extLst>
          </p:cNvPr>
          <p:cNvGrpSpPr/>
          <p:nvPr/>
        </p:nvGrpSpPr>
        <p:grpSpPr>
          <a:xfrm>
            <a:off x="657942" y="5662324"/>
            <a:ext cx="1487058" cy="628014"/>
            <a:chOff x="657942" y="5662324"/>
            <a:chExt cx="1487058" cy="62801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B59C88-2188-1AA1-9641-574C13AF86E0}"/>
                </a:ext>
              </a:extLst>
            </p:cNvPr>
            <p:cNvSpPr txBox="1"/>
            <p:nvPr/>
          </p:nvSpPr>
          <p:spPr>
            <a:xfrm>
              <a:off x="1059406" y="6027336"/>
              <a:ext cx="92333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12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0038A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커스터마이징</a:t>
              </a:r>
              <a:endPara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38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" name="Rounded Rectangle 4">
              <a:extLst>
                <a:ext uri="{FF2B5EF4-FFF2-40B4-BE49-F238E27FC236}">
                  <a16:creationId xmlns:a16="http://schemas.microsoft.com/office/drawing/2014/main" id="{74A1A3F8-89CE-70BB-39EB-A46772556FAD}"/>
                </a:ext>
              </a:extLst>
            </p:cNvPr>
            <p:cNvSpPr/>
            <p:nvPr/>
          </p:nvSpPr>
          <p:spPr>
            <a:xfrm>
              <a:off x="685743" y="5949000"/>
              <a:ext cx="1459257" cy="341338"/>
            </a:xfrm>
            <a:prstGeom prst="roundRect">
              <a:avLst/>
            </a:prstGeom>
            <a:noFill/>
            <a:ln>
              <a:solidFill>
                <a:srgbClr val="003C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Picture 4" descr="Y:\5. 외부 GD업체\6. mostvisual\백업\kjs\png\8.png">
              <a:extLst>
                <a:ext uri="{FF2B5EF4-FFF2-40B4-BE49-F238E27FC236}">
                  <a16:creationId xmlns:a16="http://schemas.microsoft.com/office/drawing/2014/main" id="{5DEC53A4-27CB-4BD7-FF05-29E0F79815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942" y="5662324"/>
              <a:ext cx="359169" cy="5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24894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5D388-09A1-9416-48CB-ED7EFA703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746B3FC-13ED-7451-63F2-5AA0FB68D260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pic>
        <p:nvPicPr>
          <p:cNvPr id="3" name="그림 42">
            <a:extLst>
              <a:ext uri="{FF2B5EF4-FFF2-40B4-BE49-F238E27FC236}">
                <a16:creationId xmlns:a16="http://schemas.microsoft.com/office/drawing/2014/main" id="{78D06784-09DD-F3C0-B5AD-6183EFFC9C6C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201543" y="1853471"/>
            <a:ext cx="7081200" cy="4428000"/>
          </a:xfrm>
          <a:prstGeom prst="roundRect">
            <a:avLst>
              <a:gd name="adj" fmla="val 2085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C01BE11F-1665-A38B-EAD9-80A3DBA920D6}"/>
              </a:ext>
            </a:extLst>
          </p:cNvPr>
          <p:cNvSpPr txBox="1"/>
          <p:nvPr/>
        </p:nvSpPr>
        <p:spPr>
          <a:xfrm>
            <a:off x="642743" y="793487"/>
            <a:ext cx="8640000" cy="646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모집단 관리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(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주기성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)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주기성 통제활동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반기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분기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은 기간 설정에 따라 샘플 추출</a:t>
            </a: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38">
            <a:extLst>
              <a:ext uri="{FF2B5EF4-FFF2-40B4-BE49-F238E27FC236}">
                <a16:creationId xmlns:a16="http://schemas.microsoft.com/office/drawing/2014/main" id="{CB7A5748-10E9-9567-8AF0-FA29197DBED6}"/>
              </a:ext>
            </a:extLst>
          </p:cNvPr>
          <p:cNvGrpSpPr/>
          <p:nvPr/>
        </p:nvGrpSpPr>
        <p:grpSpPr>
          <a:xfrm>
            <a:off x="641421" y="2418988"/>
            <a:ext cx="1728000" cy="1620000"/>
            <a:chOff x="212928" y="1526316"/>
            <a:chExt cx="1728000" cy="1620000"/>
          </a:xfrm>
        </p:grpSpPr>
        <p:grpSp>
          <p:nvGrpSpPr>
            <p:cNvPr id="6" name="그룹 39">
              <a:extLst>
                <a:ext uri="{FF2B5EF4-FFF2-40B4-BE49-F238E27FC236}">
                  <a16:creationId xmlns:a16="http://schemas.microsoft.com/office/drawing/2014/main" id="{3B276534-6763-68F1-585A-65EB5FED2FC6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15" name="그룹 41">
                <a:extLst>
                  <a:ext uri="{FF2B5EF4-FFF2-40B4-BE49-F238E27FC236}">
                    <a16:creationId xmlns:a16="http://schemas.microsoft.com/office/drawing/2014/main" id="{FC762FE0-31E9-893C-E4A5-6382C4D6E5A2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17" name="사각형: 둥근 모서리 43">
                  <a:extLst>
                    <a:ext uri="{FF2B5EF4-FFF2-40B4-BE49-F238E27FC236}">
                      <a16:creationId xmlns:a16="http://schemas.microsoft.com/office/drawing/2014/main" id="{6D7EF3EB-5DAB-AEDA-4D33-F7DE0BBB24C3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18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585CBEC7-5DDB-7A2F-92B2-1141D9736343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3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16" name="텍스트 개체 틀 30">
                <a:extLst>
                  <a:ext uri="{FF2B5EF4-FFF2-40B4-BE49-F238E27FC236}">
                    <a16:creationId xmlns:a16="http://schemas.microsoft.com/office/drawing/2014/main" id="{A0C4941E-BB4A-CA02-94D7-0D08FBBD1B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샘플링 기준</a:t>
                </a:r>
              </a:p>
            </p:txBody>
          </p:sp>
        </p:grpSp>
        <p:sp>
          <p:nvSpPr>
            <p:cNvPr id="13" name="텍스트 개체 틀 30">
              <a:extLst>
                <a:ext uri="{FF2B5EF4-FFF2-40B4-BE49-F238E27FC236}">
                  <a16:creationId xmlns:a16="http://schemas.microsoft.com/office/drawing/2014/main" id="{3C70C176-F102-E7AD-272E-5786E8503E08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146262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통제활동 주기에 및 대상기간에 따라 샘플을 추출할 수 있습니다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pic>
        <p:nvPicPr>
          <p:cNvPr id="19" name="그림 47">
            <a:extLst>
              <a:ext uri="{FF2B5EF4-FFF2-40B4-BE49-F238E27FC236}">
                <a16:creationId xmlns:a16="http://schemas.microsoft.com/office/drawing/2014/main" id="{D3E1907E-3E60-FE38-FB6D-C7CCD73F8161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025000" y="3001647"/>
            <a:ext cx="4122000" cy="3225600"/>
          </a:xfrm>
          <a:prstGeom prst="roundRect">
            <a:avLst>
              <a:gd name="adj" fmla="val 2085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0" name="그룹 55">
            <a:extLst>
              <a:ext uri="{FF2B5EF4-FFF2-40B4-BE49-F238E27FC236}">
                <a16:creationId xmlns:a16="http://schemas.microsoft.com/office/drawing/2014/main" id="{79217F97-40CE-0E18-CE23-66C3FB7AA764}"/>
              </a:ext>
            </a:extLst>
          </p:cNvPr>
          <p:cNvGrpSpPr/>
          <p:nvPr/>
        </p:nvGrpSpPr>
        <p:grpSpPr>
          <a:xfrm>
            <a:off x="3710196" y="1730617"/>
            <a:ext cx="2483416" cy="360000"/>
            <a:chOff x="826453" y="4915210"/>
            <a:chExt cx="2483416" cy="360000"/>
          </a:xfrm>
        </p:grpSpPr>
        <p:grpSp>
          <p:nvGrpSpPr>
            <p:cNvPr id="21" name="그룹 56">
              <a:extLst>
                <a:ext uri="{FF2B5EF4-FFF2-40B4-BE49-F238E27FC236}">
                  <a16:creationId xmlns:a16="http://schemas.microsoft.com/office/drawing/2014/main" id="{4F1868B4-BAE3-0995-28DA-7F77E32AA37D}"/>
                </a:ext>
              </a:extLst>
            </p:cNvPr>
            <p:cNvGrpSpPr/>
            <p:nvPr/>
          </p:nvGrpSpPr>
          <p:grpSpPr>
            <a:xfrm>
              <a:off x="826453" y="4915210"/>
              <a:ext cx="2483416" cy="360000"/>
              <a:chOff x="1066519" y="1836737"/>
              <a:chExt cx="2483416" cy="360000"/>
            </a:xfrm>
          </p:grpSpPr>
          <p:sp>
            <p:nvSpPr>
              <p:cNvPr id="24" name="사각형: 둥근 모서리 64">
                <a:extLst>
                  <a:ext uri="{FF2B5EF4-FFF2-40B4-BE49-F238E27FC236}">
                    <a16:creationId xmlns:a16="http://schemas.microsoft.com/office/drawing/2014/main" id="{230A7901-EEEA-FE11-C665-2D1E20888242}"/>
                  </a:ext>
                </a:extLst>
              </p:cNvPr>
              <p:cNvSpPr/>
              <p:nvPr/>
            </p:nvSpPr>
            <p:spPr>
              <a:xfrm>
                <a:off x="1066519" y="1836737"/>
                <a:ext cx="2483416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5" name="Picture 2" descr="Check">
                <a:extLst>
                  <a:ext uri="{FF2B5EF4-FFF2-40B4-BE49-F238E27FC236}">
                    <a16:creationId xmlns:a16="http://schemas.microsoft.com/office/drawing/2014/main" id="{CEE32E6F-968A-E570-A120-F76C10305F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3963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2" name="직사각형 63">
              <a:extLst>
                <a:ext uri="{FF2B5EF4-FFF2-40B4-BE49-F238E27FC236}">
                  <a16:creationId xmlns:a16="http://schemas.microsoft.com/office/drawing/2014/main" id="{878A3671-A2AE-6FF8-DFDF-62D464828670}"/>
                </a:ext>
              </a:extLst>
            </p:cNvPr>
            <p:cNvSpPr/>
            <p:nvPr/>
          </p:nvSpPr>
          <p:spPr>
            <a:xfrm>
              <a:off x="1172527" y="4915210"/>
              <a:ext cx="2137341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통제활동별 모집단 정보 조회 화면</a:t>
              </a:r>
            </a:p>
          </p:txBody>
        </p:sp>
      </p:grpSp>
      <p:grpSp>
        <p:nvGrpSpPr>
          <p:cNvPr id="26" name="그룹 70">
            <a:extLst>
              <a:ext uri="{FF2B5EF4-FFF2-40B4-BE49-F238E27FC236}">
                <a16:creationId xmlns:a16="http://schemas.microsoft.com/office/drawing/2014/main" id="{7F703774-BF34-C787-E5EF-DDDDE25E9FB0}"/>
              </a:ext>
            </a:extLst>
          </p:cNvPr>
          <p:cNvGrpSpPr/>
          <p:nvPr/>
        </p:nvGrpSpPr>
        <p:grpSpPr>
          <a:xfrm>
            <a:off x="5625387" y="2781000"/>
            <a:ext cx="2340952" cy="360000"/>
            <a:chOff x="7060018" y="1980110"/>
            <a:chExt cx="2340952" cy="360000"/>
          </a:xfrm>
        </p:grpSpPr>
        <p:grpSp>
          <p:nvGrpSpPr>
            <p:cNvPr id="27" name="그룹 71">
              <a:extLst>
                <a:ext uri="{FF2B5EF4-FFF2-40B4-BE49-F238E27FC236}">
                  <a16:creationId xmlns:a16="http://schemas.microsoft.com/office/drawing/2014/main" id="{F6090CF0-C659-A652-42A3-76B2CA43D514}"/>
                </a:ext>
              </a:extLst>
            </p:cNvPr>
            <p:cNvGrpSpPr/>
            <p:nvPr/>
          </p:nvGrpSpPr>
          <p:grpSpPr>
            <a:xfrm>
              <a:off x="7060018" y="1980110"/>
              <a:ext cx="2340952" cy="360000"/>
              <a:chOff x="753450" y="1836737"/>
              <a:chExt cx="2491811" cy="360000"/>
            </a:xfrm>
          </p:grpSpPr>
          <p:sp>
            <p:nvSpPr>
              <p:cNvPr id="29" name="사각형: 둥근 모서리 73">
                <a:extLst>
                  <a:ext uri="{FF2B5EF4-FFF2-40B4-BE49-F238E27FC236}">
                    <a16:creationId xmlns:a16="http://schemas.microsoft.com/office/drawing/2014/main" id="{F95E446C-C004-7BFD-AA58-A802C1778A48}"/>
                  </a:ext>
                </a:extLst>
              </p:cNvPr>
              <p:cNvSpPr/>
              <p:nvPr/>
            </p:nvSpPr>
            <p:spPr>
              <a:xfrm>
                <a:off x="753450" y="1836737"/>
                <a:ext cx="2491811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30" name="Picture 2" descr="Check">
                <a:extLst>
                  <a:ext uri="{FF2B5EF4-FFF2-40B4-BE49-F238E27FC236}">
                    <a16:creationId xmlns:a16="http://schemas.microsoft.com/office/drawing/2014/main" id="{FEA17D98-1F93-4F98-CFB4-8B54901D9750}"/>
                  </a:ext>
                </a:extLst>
              </p:cNvPr>
              <p:cNvPicPr preferRelativeResize="0">
                <a:picLocks noChangeArrowheads="1"/>
              </p:cNvPicPr>
              <p:nvPr/>
            </p:nvPicPr>
            <p:blipFill>
              <a:blip r:embed="rId7" cstate="print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3133" y="1872737"/>
                <a:ext cx="306559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8" name="직사각형 72">
              <a:extLst>
                <a:ext uri="{FF2B5EF4-FFF2-40B4-BE49-F238E27FC236}">
                  <a16:creationId xmlns:a16="http://schemas.microsoft.com/office/drawing/2014/main" id="{9159BBAD-ACF3-886E-9D0E-220A6B3B0D09}"/>
                </a:ext>
              </a:extLst>
            </p:cNvPr>
            <p:cNvSpPr/>
            <p:nvPr/>
          </p:nvSpPr>
          <p:spPr>
            <a:xfrm>
              <a:off x="7431908" y="1980110"/>
              <a:ext cx="1961944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샘플링된 모집단 상세 정보 조회</a:t>
              </a:r>
            </a:p>
          </p:txBody>
        </p:sp>
      </p:grpSp>
      <p:sp>
        <p:nvSpPr>
          <p:cNvPr id="31" name="사각형: 둥근 모서리 58">
            <a:extLst>
              <a:ext uri="{FF2B5EF4-FFF2-40B4-BE49-F238E27FC236}">
                <a16:creationId xmlns:a16="http://schemas.microsoft.com/office/drawing/2014/main" id="{34A20982-7002-2444-2566-CF0284B2ED19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381050-EF16-DCB4-9A7F-68A173276F14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</p:spTree>
    <p:extLst>
      <p:ext uri="{BB962C8B-B14F-4D97-AF65-F5344CB8AC3E}">
        <p14:creationId xmlns:p14="http://schemas.microsoft.com/office/powerpoint/2010/main" val="884868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A2781-B248-E7E3-9ED6-B84140FF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3552D5C-CD71-F81D-6057-936B689C41F3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86D60CC-B49E-E391-2752-4AC445B050BE}"/>
              </a:ext>
            </a:extLst>
          </p:cNvPr>
          <p:cNvSpPr txBox="1"/>
          <p:nvPr/>
        </p:nvSpPr>
        <p:spPr>
          <a:xfrm>
            <a:off x="642743" y="793487"/>
            <a:ext cx="8640000" cy="15509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증빙제출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통제담당자가 통제항목을 확인하고 평가 필요한 증빙자료를 저장 및 승인 결재 요청</a:t>
            </a:r>
            <a:b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b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" name="그룹 38">
            <a:extLst>
              <a:ext uri="{FF2B5EF4-FFF2-40B4-BE49-F238E27FC236}">
                <a16:creationId xmlns:a16="http://schemas.microsoft.com/office/drawing/2014/main" id="{D3D32B79-DBCC-8CDD-3CC3-9FDE432C5395}"/>
              </a:ext>
            </a:extLst>
          </p:cNvPr>
          <p:cNvGrpSpPr/>
          <p:nvPr/>
        </p:nvGrpSpPr>
        <p:grpSpPr>
          <a:xfrm>
            <a:off x="641421" y="2418988"/>
            <a:ext cx="1728000" cy="1620000"/>
            <a:chOff x="212928" y="1526316"/>
            <a:chExt cx="1728000" cy="1620000"/>
          </a:xfrm>
        </p:grpSpPr>
        <p:grpSp>
          <p:nvGrpSpPr>
            <p:cNvPr id="14" name="그룹 39">
              <a:extLst>
                <a:ext uri="{FF2B5EF4-FFF2-40B4-BE49-F238E27FC236}">
                  <a16:creationId xmlns:a16="http://schemas.microsoft.com/office/drawing/2014/main" id="{D0C2B602-5012-CD46-89C7-76D1281B9CBA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16" name="그룹 41">
                <a:extLst>
                  <a:ext uri="{FF2B5EF4-FFF2-40B4-BE49-F238E27FC236}">
                    <a16:creationId xmlns:a16="http://schemas.microsoft.com/office/drawing/2014/main" id="{6F0741EA-A9A6-DB41-6A9F-DF6E7627E46E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18" name="사각형: 둥근 모서리 43">
                  <a:extLst>
                    <a:ext uri="{FF2B5EF4-FFF2-40B4-BE49-F238E27FC236}">
                      <a16:creationId xmlns:a16="http://schemas.microsoft.com/office/drawing/2014/main" id="{7315C265-5510-A39B-0222-247A4BC6C622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19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6BC8B603-0022-754E-851D-5EAC8387B184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2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17" name="텍스트 개체 틀 30">
                <a:extLst>
                  <a:ext uri="{FF2B5EF4-FFF2-40B4-BE49-F238E27FC236}">
                    <a16:creationId xmlns:a16="http://schemas.microsoft.com/office/drawing/2014/main" id="{C7BE2081-6BB1-F694-1E84-0DDD19BEC9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증빙 기준</a:t>
                </a:r>
              </a:p>
            </p:txBody>
          </p:sp>
        </p:grpSp>
        <p:sp>
          <p:nvSpPr>
            <p:cNvPr id="15" name="텍스트 개체 틀 30">
              <a:extLst>
                <a:ext uri="{FF2B5EF4-FFF2-40B4-BE49-F238E27FC236}">
                  <a16:creationId xmlns:a16="http://schemas.microsoft.com/office/drawing/2014/main" id="{4BE245D3-F390-65A0-68BA-82D1C42594BC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146262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요청된 증빙 파일은 모집단에서 추출되거나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관리자가 직접 요청한 파일명 및 개수가 표시됩니다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latinLnBrk="0">
                <a:lnSpc>
                  <a:spcPct val="125000"/>
                </a:lnSpc>
                <a:defRPr/>
              </a:pPr>
              <a:endParaRPr lang="en-US" altLang="ko-KR" dirty="0">
                <a:ln>
                  <a:solidFill>
                    <a:srgbClr val="0032A0">
                      <a:alpha val="0"/>
                    </a:srgbClr>
                  </a:solidFill>
                </a:ln>
                <a:solidFill>
                  <a:srgbClr val="E8E8E8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latinLnBrk="0">
                <a:lnSpc>
                  <a:spcPct val="125000"/>
                </a:lnSpc>
                <a:defRPr/>
              </a:pP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증빙 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 업로드 → 전체 샘플 일괄 적용</a:t>
              </a:r>
              <a:b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샘플별 증빙담당자 설정</a:t>
              </a:r>
              <a:b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-&gt;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상세정의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협의 필요</a:t>
              </a:r>
              <a:endParaRPr lang="en-US" altLang="ko-KR" dirty="0">
                <a:ln>
                  <a:solidFill>
                    <a:srgbClr val="0032A0">
                      <a:alpha val="0"/>
                    </a:srgbClr>
                  </a:solidFill>
                </a:ln>
                <a:solidFill>
                  <a:srgbClr val="E8E8E8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0" name="사각형: 둥근 모서리 58">
            <a:extLst>
              <a:ext uri="{FF2B5EF4-FFF2-40B4-BE49-F238E27FC236}">
                <a16:creationId xmlns:a16="http://schemas.microsoft.com/office/drawing/2014/main" id="{5549BE57-F1A0-C1BE-1B08-847E975C49B0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pic>
        <p:nvPicPr>
          <p:cNvPr id="21" name="그림 19">
            <a:extLst>
              <a:ext uri="{FF2B5EF4-FFF2-40B4-BE49-F238E27FC236}">
                <a16:creationId xmlns:a16="http://schemas.microsoft.com/office/drawing/2014/main" id="{6704EDA2-91C6-2A00-E70D-03EE19999A6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/>
          <a:srcRect t="16812" b="4480"/>
          <a:stretch/>
        </p:blipFill>
        <p:spPr>
          <a:xfrm>
            <a:off x="2192400" y="1881188"/>
            <a:ext cx="7124128" cy="4427536"/>
          </a:xfrm>
          <a:prstGeom prst="roundRect">
            <a:avLst>
              <a:gd name="adj" fmla="val 2085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2" name="그룹 61">
            <a:extLst>
              <a:ext uri="{FF2B5EF4-FFF2-40B4-BE49-F238E27FC236}">
                <a16:creationId xmlns:a16="http://schemas.microsoft.com/office/drawing/2014/main" id="{F1269531-EA96-8B81-5AEC-64410F9C6D94}"/>
              </a:ext>
            </a:extLst>
          </p:cNvPr>
          <p:cNvGrpSpPr/>
          <p:nvPr/>
        </p:nvGrpSpPr>
        <p:grpSpPr>
          <a:xfrm>
            <a:off x="4973674" y="2708859"/>
            <a:ext cx="4230712" cy="3184805"/>
            <a:chOff x="1288873" y="2608580"/>
            <a:chExt cx="3538800" cy="2557354"/>
          </a:xfrm>
        </p:grpSpPr>
        <p:pic>
          <p:nvPicPr>
            <p:cNvPr id="23" name="그림 33">
              <a:extLst>
                <a:ext uri="{FF2B5EF4-FFF2-40B4-BE49-F238E27FC236}">
                  <a16:creationId xmlns:a16="http://schemas.microsoft.com/office/drawing/2014/main" id="{34A68B46-1F28-5F28-F773-B8CBB2271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" b="13"/>
            <a:stretch/>
          </p:blipFill>
          <p:spPr>
            <a:xfrm>
              <a:off x="1288873" y="2608580"/>
              <a:ext cx="3538800" cy="2557354"/>
            </a:xfrm>
            <a:prstGeom prst="roundRect">
              <a:avLst>
                <a:gd name="adj" fmla="val 1763"/>
              </a:avLst>
            </a:prstGeom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4" name="그림 41">
              <a:extLst>
                <a:ext uri="{FF2B5EF4-FFF2-40B4-BE49-F238E27FC236}">
                  <a16:creationId xmlns:a16="http://schemas.microsoft.com/office/drawing/2014/main" id="{35BD419F-380B-C03B-A951-B147C0C37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Blur radius="6"/>
                      </a14:imgEffect>
                    </a14:imgLayer>
                  </a14:imgProps>
                </a:ext>
              </a:extLst>
            </a:blip>
            <a:srcRect t="20016" b="27237"/>
            <a:stretch/>
          </p:blipFill>
          <p:spPr>
            <a:xfrm>
              <a:off x="1288873" y="3112410"/>
              <a:ext cx="3538800" cy="1349139"/>
            </a:xfrm>
            <a:prstGeom prst="rect">
              <a:avLst/>
            </a:prstGeom>
            <a:effectLst/>
          </p:spPr>
        </p:pic>
      </p:grpSp>
      <p:grpSp>
        <p:nvGrpSpPr>
          <p:cNvPr id="25" name="그룹 35">
            <a:extLst>
              <a:ext uri="{FF2B5EF4-FFF2-40B4-BE49-F238E27FC236}">
                <a16:creationId xmlns:a16="http://schemas.microsoft.com/office/drawing/2014/main" id="{B6D0D48A-7F01-0366-1E9C-64E6954AA441}"/>
              </a:ext>
            </a:extLst>
          </p:cNvPr>
          <p:cNvGrpSpPr/>
          <p:nvPr/>
        </p:nvGrpSpPr>
        <p:grpSpPr>
          <a:xfrm>
            <a:off x="6253420" y="2555530"/>
            <a:ext cx="2433220" cy="360000"/>
            <a:chOff x="7528937" y="1980110"/>
            <a:chExt cx="2433220" cy="360000"/>
          </a:xfrm>
        </p:grpSpPr>
        <p:grpSp>
          <p:nvGrpSpPr>
            <p:cNvPr id="26" name="그룹 36">
              <a:extLst>
                <a:ext uri="{FF2B5EF4-FFF2-40B4-BE49-F238E27FC236}">
                  <a16:creationId xmlns:a16="http://schemas.microsoft.com/office/drawing/2014/main" id="{B2821F0A-32E5-D8C0-F896-6D7DB4EA4D98}"/>
                </a:ext>
              </a:extLst>
            </p:cNvPr>
            <p:cNvGrpSpPr/>
            <p:nvPr/>
          </p:nvGrpSpPr>
          <p:grpSpPr>
            <a:xfrm>
              <a:off x="7528937" y="1980110"/>
              <a:ext cx="2433219" cy="360000"/>
              <a:chOff x="1252585" y="1836737"/>
              <a:chExt cx="2590022" cy="360000"/>
            </a:xfrm>
          </p:grpSpPr>
          <p:sp>
            <p:nvSpPr>
              <p:cNvPr id="28" name="사각형: 둥근 모서리 38">
                <a:extLst>
                  <a:ext uri="{FF2B5EF4-FFF2-40B4-BE49-F238E27FC236}">
                    <a16:creationId xmlns:a16="http://schemas.microsoft.com/office/drawing/2014/main" id="{D19FC2FB-6776-F5F4-9BA0-13071385C07E}"/>
                  </a:ext>
                </a:extLst>
              </p:cNvPr>
              <p:cNvSpPr/>
              <p:nvPr/>
            </p:nvSpPr>
            <p:spPr>
              <a:xfrm>
                <a:off x="1252585" y="1836737"/>
                <a:ext cx="2590022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9" name="Picture 2" descr="Check">
                <a:extLst>
                  <a:ext uri="{FF2B5EF4-FFF2-40B4-BE49-F238E27FC236}">
                    <a16:creationId xmlns:a16="http://schemas.microsoft.com/office/drawing/2014/main" id="{B7892032-7DE3-3C2E-EAEE-F7C75D75D944}"/>
                  </a:ext>
                </a:extLst>
              </p:cNvPr>
              <p:cNvPicPr preferRelativeResize="0">
                <a:picLocks noChangeArrowheads="1"/>
              </p:cNvPicPr>
              <p:nvPr/>
            </p:nvPicPr>
            <p:blipFill>
              <a:blip r:embed="rId7" cstate="print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6561" y="1872737"/>
                <a:ext cx="306559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7" name="직사각형 37">
              <a:extLst>
                <a:ext uri="{FF2B5EF4-FFF2-40B4-BE49-F238E27FC236}">
                  <a16:creationId xmlns:a16="http://schemas.microsoft.com/office/drawing/2014/main" id="{AF918B62-8098-F107-C7F0-37CC05BFEA56}"/>
                </a:ext>
              </a:extLst>
            </p:cNvPr>
            <p:cNvSpPr/>
            <p:nvPr/>
          </p:nvSpPr>
          <p:spPr>
            <a:xfrm>
              <a:off x="7890923" y="1980110"/>
              <a:ext cx="2071234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증빙파일 업로드</a:t>
              </a:r>
              <a:r>
                <a:rPr lang="en-US" altLang="ko-KR" sz="1100" dirty="0">
                  <a:solidFill>
                    <a:srgbClr val="00267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· </a:t>
              </a:r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결재 요청 조회</a:t>
              </a:r>
              <a:r>
                <a:rPr lang="en-US" altLang="ko-KR" sz="1100" dirty="0">
                  <a:solidFill>
                    <a:srgbClr val="00267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1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0" name="그룹 53">
            <a:extLst>
              <a:ext uri="{FF2B5EF4-FFF2-40B4-BE49-F238E27FC236}">
                <a16:creationId xmlns:a16="http://schemas.microsoft.com/office/drawing/2014/main" id="{D93A86B9-A253-EB7D-80CA-415E5A8B5E96}"/>
              </a:ext>
            </a:extLst>
          </p:cNvPr>
          <p:cNvGrpSpPr/>
          <p:nvPr/>
        </p:nvGrpSpPr>
        <p:grpSpPr>
          <a:xfrm>
            <a:off x="3830097" y="1701066"/>
            <a:ext cx="2294504" cy="360000"/>
            <a:chOff x="1015365" y="4915210"/>
            <a:chExt cx="2294504" cy="360000"/>
          </a:xfrm>
        </p:grpSpPr>
        <p:grpSp>
          <p:nvGrpSpPr>
            <p:cNvPr id="31" name="그룹 54">
              <a:extLst>
                <a:ext uri="{FF2B5EF4-FFF2-40B4-BE49-F238E27FC236}">
                  <a16:creationId xmlns:a16="http://schemas.microsoft.com/office/drawing/2014/main" id="{AB724EE9-94A8-3E91-1A6D-F91C4C797237}"/>
                </a:ext>
              </a:extLst>
            </p:cNvPr>
            <p:cNvGrpSpPr/>
            <p:nvPr/>
          </p:nvGrpSpPr>
          <p:grpSpPr>
            <a:xfrm>
              <a:off x="1015365" y="4915210"/>
              <a:ext cx="2294504" cy="360000"/>
              <a:chOff x="1255431" y="1836737"/>
              <a:chExt cx="2294504" cy="360000"/>
            </a:xfrm>
          </p:grpSpPr>
          <p:sp>
            <p:nvSpPr>
              <p:cNvPr id="33" name="사각형: 둥근 모서리 56">
                <a:extLst>
                  <a:ext uri="{FF2B5EF4-FFF2-40B4-BE49-F238E27FC236}">
                    <a16:creationId xmlns:a16="http://schemas.microsoft.com/office/drawing/2014/main" id="{82A4D45C-A6C2-92E8-0EF1-947E79C50557}"/>
                  </a:ext>
                </a:extLst>
              </p:cNvPr>
              <p:cNvSpPr/>
              <p:nvPr/>
            </p:nvSpPr>
            <p:spPr>
              <a:xfrm>
                <a:off x="1255431" y="1836737"/>
                <a:ext cx="2294504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34" name="Picture 2" descr="Check">
                <a:extLst>
                  <a:ext uri="{FF2B5EF4-FFF2-40B4-BE49-F238E27FC236}">
                    <a16:creationId xmlns:a16="http://schemas.microsoft.com/office/drawing/2014/main" id="{87C07EEA-B0C5-D67A-4712-54420F46C3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4467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2" name="직사각형 55">
              <a:extLst>
                <a:ext uri="{FF2B5EF4-FFF2-40B4-BE49-F238E27FC236}">
                  <a16:creationId xmlns:a16="http://schemas.microsoft.com/office/drawing/2014/main" id="{BA6A7948-1B26-586C-4F4A-BB7B8248E917}"/>
                </a:ext>
              </a:extLst>
            </p:cNvPr>
            <p:cNvSpPr/>
            <p:nvPr/>
          </p:nvSpPr>
          <p:spPr>
            <a:xfrm>
              <a:off x="1386840" y="4915210"/>
              <a:ext cx="1923028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증빙제출 조회 </a:t>
              </a:r>
              <a:r>
                <a:rPr lang="en-US" altLang="ko-KR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· </a:t>
              </a:r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 진행 화면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17AD08E-A9A6-A58D-B471-EF81698E17B2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  <p:sp>
        <p:nvSpPr>
          <p:cNvPr id="51" name="텍스트 개체 틀 30">
            <a:extLst>
              <a:ext uri="{FF2B5EF4-FFF2-40B4-BE49-F238E27FC236}">
                <a16:creationId xmlns:a16="http://schemas.microsoft.com/office/drawing/2014/main" id="{32F88233-DE1C-0EC7-A661-60406DDA414D}"/>
              </a:ext>
            </a:extLst>
          </p:cNvPr>
          <p:cNvSpPr txBox="1">
            <a:spLocks/>
          </p:cNvSpPr>
          <p:nvPr/>
        </p:nvSpPr>
        <p:spPr>
          <a:xfrm>
            <a:off x="624291" y="4077000"/>
            <a:ext cx="1728000" cy="144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50" b="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74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74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74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74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ln>
                  <a:solidFill>
                    <a:srgbClr val="0032A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커스터마이징 범위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4BF2B5A-389E-2840-B604-8950937C80B3}"/>
              </a:ext>
            </a:extLst>
          </p:cNvPr>
          <p:cNvGrpSpPr/>
          <p:nvPr/>
        </p:nvGrpSpPr>
        <p:grpSpPr>
          <a:xfrm>
            <a:off x="657942" y="5662324"/>
            <a:ext cx="1487058" cy="628014"/>
            <a:chOff x="657942" y="5662324"/>
            <a:chExt cx="1487058" cy="62801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B5D15B-E07F-3325-1205-F891606E904B}"/>
                </a:ext>
              </a:extLst>
            </p:cNvPr>
            <p:cNvSpPr txBox="1"/>
            <p:nvPr/>
          </p:nvSpPr>
          <p:spPr>
            <a:xfrm>
              <a:off x="1059406" y="6027336"/>
              <a:ext cx="92333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12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0038A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커스터마이징</a:t>
              </a:r>
              <a:endPara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38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Rounded Rectangle 4">
              <a:extLst>
                <a:ext uri="{FF2B5EF4-FFF2-40B4-BE49-F238E27FC236}">
                  <a16:creationId xmlns:a16="http://schemas.microsoft.com/office/drawing/2014/main" id="{D307A554-8EDD-0A04-19CC-A93CC72E432A}"/>
                </a:ext>
              </a:extLst>
            </p:cNvPr>
            <p:cNvSpPr/>
            <p:nvPr/>
          </p:nvSpPr>
          <p:spPr>
            <a:xfrm>
              <a:off x="685743" y="5949000"/>
              <a:ext cx="1459257" cy="341338"/>
            </a:xfrm>
            <a:prstGeom prst="roundRect">
              <a:avLst/>
            </a:prstGeom>
            <a:noFill/>
            <a:ln>
              <a:solidFill>
                <a:srgbClr val="003C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Picture 4" descr="Y:\5. 외부 GD업체\6. mostvisual\백업\kjs\png\8.png">
              <a:extLst>
                <a:ext uri="{FF2B5EF4-FFF2-40B4-BE49-F238E27FC236}">
                  <a16:creationId xmlns:a16="http://schemas.microsoft.com/office/drawing/2014/main" id="{5650165B-9867-5549-AEAB-361822C4E3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942" y="5662324"/>
              <a:ext cx="359169" cy="5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50722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A2781-B248-E7E3-9ED6-B84140FF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D202E7-995F-645E-9FAC-012DEDB2F29F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C4FCDCAE-CF7E-1E5F-557C-274A742485FC}"/>
              </a:ext>
            </a:extLst>
          </p:cNvPr>
          <p:cNvSpPr txBox="1"/>
          <p:nvPr/>
        </p:nvSpPr>
        <p:spPr>
          <a:xfrm>
            <a:off x="642743" y="793487"/>
            <a:ext cx="8640000" cy="12628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설계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·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운영 평가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평가자는 통제항목 테스트 절차를 확인 후 증빙자료를 검토 후 평가</a:t>
            </a:r>
            <a:b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38">
            <a:extLst>
              <a:ext uri="{FF2B5EF4-FFF2-40B4-BE49-F238E27FC236}">
                <a16:creationId xmlns:a16="http://schemas.microsoft.com/office/drawing/2014/main" id="{0A9F471B-6FDC-4902-51A5-EB45C892BC42}"/>
              </a:ext>
            </a:extLst>
          </p:cNvPr>
          <p:cNvGrpSpPr/>
          <p:nvPr/>
        </p:nvGrpSpPr>
        <p:grpSpPr>
          <a:xfrm>
            <a:off x="641421" y="2418988"/>
            <a:ext cx="1728000" cy="1620000"/>
            <a:chOff x="212928" y="1526316"/>
            <a:chExt cx="1728000" cy="1620000"/>
          </a:xfrm>
        </p:grpSpPr>
        <p:grpSp>
          <p:nvGrpSpPr>
            <p:cNvPr id="6" name="그룹 39">
              <a:extLst>
                <a:ext uri="{FF2B5EF4-FFF2-40B4-BE49-F238E27FC236}">
                  <a16:creationId xmlns:a16="http://schemas.microsoft.com/office/drawing/2014/main" id="{51629668-6A78-890A-9AF4-765697F4C881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8" name="그룹 41">
                <a:extLst>
                  <a:ext uri="{FF2B5EF4-FFF2-40B4-BE49-F238E27FC236}">
                    <a16:creationId xmlns:a16="http://schemas.microsoft.com/office/drawing/2014/main" id="{CC8D01A7-3834-11C0-484C-8C9731BBCDE1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10" name="사각형: 둥근 모서리 43">
                  <a:extLst>
                    <a:ext uri="{FF2B5EF4-FFF2-40B4-BE49-F238E27FC236}">
                      <a16:creationId xmlns:a16="http://schemas.microsoft.com/office/drawing/2014/main" id="{33FAF5EC-E00B-F0CF-8781-F3D67B496B74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11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34752F3F-564C-1525-7184-123B0F4BA64C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2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9" name="텍스트 개체 틀 30">
                <a:extLst>
                  <a:ext uri="{FF2B5EF4-FFF2-40B4-BE49-F238E27FC236}">
                    <a16:creationId xmlns:a16="http://schemas.microsoft.com/office/drawing/2014/main" id="{99B96F06-C354-2502-D123-012868D8A3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평가 항목의 적정성</a:t>
                </a:r>
              </a:p>
            </p:txBody>
          </p:sp>
        </p:grpSp>
        <p:sp>
          <p:nvSpPr>
            <p:cNvPr id="7" name="텍스트 개체 틀 30">
              <a:extLst>
                <a:ext uri="{FF2B5EF4-FFF2-40B4-BE49-F238E27FC236}">
                  <a16:creationId xmlns:a16="http://schemas.microsoft.com/office/drawing/2014/main" id="{DA96E7BB-655E-B667-597A-389931ABA596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146262"/>
            </a:xfrm>
            <a:prstGeom prst="rect">
              <a:avLst/>
            </a:prstGeom>
          </p:spPr>
          <p:txBody>
            <a:bodyPr anchor="ctr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통제항목의 정보를 확인하여 본인의 업무에 맞는지 확인하고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첨부된 증빙파일의 정보를 확인 후 평가를 진행합니다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sp>
        <p:nvSpPr>
          <p:cNvPr id="32" name="사각형: 둥근 모서리 58">
            <a:extLst>
              <a:ext uri="{FF2B5EF4-FFF2-40B4-BE49-F238E27FC236}">
                <a16:creationId xmlns:a16="http://schemas.microsoft.com/office/drawing/2014/main" id="{03B9D1B0-32EF-A491-6617-B04157501A60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pic>
        <p:nvPicPr>
          <p:cNvPr id="33" name="Picture 3">
            <a:extLst>
              <a:ext uri="{FF2B5EF4-FFF2-40B4-BE49-F238E27FC236}">
                <a16:creationId xmlns:a16="http://schemas.microsoft.com/office/drawing/2014/main" id="{33A560E1-C2B7-FB38-41D4-54BD971E52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66"/>
          <a:stretch/>
        </p:blipFill>
        <p:spPr bwMode="auto">
          <a:xfrm>
            <a:off x="2192400" y="1881188"/>
            <a:ext cx="7105943" cy="4427536"/>
          </a:xfrm>
          <a:prstGeom prst="roundRect">
            <a:avLst>
              <a:gd name="adj" fmla="val 176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그룹 39">
            <a:extLst>
              <a:ext uri="{FF2B5EF4-FFF2-40B4-BE49-F238E27FC236}">
                <a16:creationId xmlns:a16="http://schemas.microsoft.com/office/drawing/2014/main" id="{4657325F-C3C4-EDA6-E6C8-326FF714E064}"/>
              </a:ext>
            </a:extLst>
          </p:cNvPr>
          <p:cNvGrpSpPr/>
          <p:nvPr/>
        </p:nvGrpSpPr>
        <p:grpSpPr>
          <a:xfrm>
            <a:off x="3766746" y="1703016"/>
            <a:ext cx="2409968" cy="360000"/>
            <a:chOff x="899901" y="4915210"/>
            <a:chExt cx="2409968" cy="360000"/>
          </a:xfrm>
        </p:grpSpPr>
        <p:grpSp>
          <p:nvGrpSpPr>
            <p:cNvPr id="36" name="그룹 40">
              <a:extLst>
                <a:ext uri="{FF2B5EF4-FFF2-40B4-BE49-F238E27FC236}">
                  <a16:creationId xmlns:a16="http://schemas.microsoft.com/office/drawing/2014/main" id="{4574581F-E3D7-2E72-AE24-AB9624B45ADF}"/>
                </a:ext>
              </a:extLst>
            </p:cNvPr>
            <p:cNvGrpSpPr/>
            <p:nvPr/>
          </p:nvGrpSpPr>
          <p:grpSpPr>
            <a:xfrm>
              <a:off x="899901" y="4915210"/>
              <a:ext cx="2409968" cy="360000"/>
              <a:chOff x="1139967" y="1836737"/>
              <a:chExt cx="2409968" cy="360000"/>
            </a:xfrm>
          </p:grpSpPr>
          <p:sp>
            <p:nvSpPr>
              <p:cNvPr id="38" name="사각형: 둥근 모서리 42">
                <a:extLst>
                  <a:ext uri="{FF2B5EF4-FFF2-40B4-BE49-F238E27FC236}">
                    <a16:creationId xmlns:a16="http://schemas.microsoft.com/office/drawing/2014/main" id="{C97BDA4F-E549-672F-4E71-A8414FE398F7}"/>
                  </a:ext>
                </a:extLst>
              </p:cNvPr>
              <p:cNvSpPr/>
              <p:nvPr/>
            </p:nvSpPr>
            <p:spPr>
              <a:xfrm>
                <a:off x="1139967" y="1836737"/>
                <a:ext cx="2409968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39" name="Picture 2" descr="Check">
                <a:extLst>
                  <a:ext uri="{FF2B5EF4-FFF2-40B4-BE49-F238E27FC236}">
                    <a16:creationId xmlns:a16="http://schemas.microsoft.com/office/drawing/2014/main" id="{D9CFFFC4-5677-C35F-DFD0-D0387D0694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90167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7" name="직사각형 41">
              <a:extLst>
                <a:ext uri="{FF2B5EF4-FFF2-40B4-BE49-F238E27FC236}">
                  <a16:creationId xmlns:a16="http://schemas.microsoft.com/office/drawing/2014/main" id="{437F93C8-B6C6-1967-9ECA-34DF85EB3E21}"/>
                </a:ext>
              </a:extLst>
            </p:cNvPr>
            <p:cNvSpPr/>
            <p:nvPr/>
          </p:nvSpPr>
          <p:spPr>
            <a:xfrm>
              <a:off x="1243962" y="4915210"/>
              <a:ext cx="2065906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 평가 조회 </a:t>
              </a:r>
              <a:r>
                <a:rPr lang="en-US" altLang="ko-KR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· </a:t>
              </a:r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 진행 화면 </a:t>
              </a:r>
            </a:p>
          </p:txBody>
        </p:sp>
      </p:grpSp>
      <p:pic>
        <p:nvPicPr>
          <p:cNvPr id="40" name="Picture 2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A7DEEBCF-24DF-C37F-B87E-CC1091993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615" y="2723907"/>
            <a:ext cx="4162493" cy="3021285"/>
          </a:xfrm>
          <a:prstGeom prst="roundRect">
            <a:avLst>
              <a:gd name="adj" fmla="val 176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" name="그룹 39">
            <a:extLst>
              <a:ext uri="{FF2B5EF4-FFF2-40B4-BE49-F238E27FC236}">
                <a16:creationId xmlns:a16="http://schemas.microsoft.com/office/drawing/2014/main" id="{BEDF76A2-CE6B-34C2-903D-32FA21CC9099}"/>
              </a:ext>
            </a:extLst>
          </p:cNvPr>
          <p:cNvGrpSpPr/>
          <p:nvPr/>
        </p:nvGrpSpPr>
        <p:grpSpPr>
          <a:xfrm>
            <a:off x="5664716" y="2562988"/>
            <a:ext cx="2409968" cy="360000"/>
            <a:chOff x="899901" y="4915210"/>
            <a:chExt cx="2409968" cy="360000"/>
          </a:xfrm>
        </p:grpSpPr>
        <p:grpSp>
          <p:nvGrpSpPr>
            <p:cNvPr id="42" name="그룹 40">
              <a:extLst>
                <a:ext uri="{FF2B5EF4-FFF2-40B4-BE49-F238E27FC236}">
                  <a16:creationId xmlns:a16="http://schemas.microsoft.com/office/drawing/2014/main" id="{0A433441-4652-8CDC-3FC0-1FF2A9E5A446}"/>
                </a:ext>
              </a:extLst>
            </p:cNvPr>
            <p:cNvGrpSpPr/>
            <p:nvPr/>
          </p:nvGrpSpPr>
          <p:grpSpPr>
            <a:xfrm>
              <a:off x="899901" y="4915210"/>
              <a:ext cx="2409968" cy="360000"/>
              <a:chOff x="1139967" y="1836737"/>
              <a:chExt cx="2409968" cy="360000"/>
            </a:xfrm>
          </p:grpSpPr>
          <p:sp>
            <p:nvSpPr>
              <p:cNvPr id="44" name="사각형: 둥근 모서리 42">
                <a:extLst>
                  <a:ext uri="{FF2B5EF4-FFF2-40B4-BE49-F238E27FC236}">
                    <a16:creationId xmlns:a16="http://schemas.microsoft.com/office/drawing/2014/main" id="{273B646D-5528-27CC-2878-D6B705AF5C1E}"/>
                  </a:ext>
                </a:extLst>
              </p:cNvPr>
              <p:cNvSpPr/>
              <p:nvPr/>
            </p:nvSpPr>
            <p:spPr>
              <a:xfrm>
                <a:off x="1139967" y="1836737"/>
                <a:ext cx="2409968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45" name="Picture 2" descr="Check">
                <a:extLst>
                  <a:ext uri="{FF2B5EF4-FFF2-40B4-BE49-F238E27FC236}">
                    <a16:creationId xmlns:a16="http://schemas.microsoft.com/office/drawing/2014/main" id="{7325A092-0A37-ACB8-4547-FD2389E487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90167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3" name="직사각형 41">
              <a:extLst>
                <a:ext uri="{FF2B5EF4-FFF2-40B4-BE49-F238E27FC236}">
                  <a16:creationId xmlns:a16="http://schemas.microsoft.com/office/drawing/2014/main" id="{A0BCA595-A12E-5CDF-6CA4-73090EFB3B7A}"/>
                </a:ext>
              </a:extLst>
            </p:cNvPr>
            <p:cNvSpPr/>
            <p:nvPr/>
          </p:nvSpPr>
          <p:spPr>
            <a:xfrm>
              <a:off x="1243962" y="4915210"/>
              <a:ext cx="2065906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평가서 상세 항목 정보 조회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33C6BDAC-8C00-C58B-3B11-BD15FAED15E4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</p:spTree>
    <p:extLst>
      <p:ext uri="{BB962C8B-B14F-4D97-AF65-F5344CB8AC3E}">
        <p14:creationId xmlns:p14="http://schemas.microsoft.com/office/powerpoint/2010/main" val="1233131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0873A-436B-E574-8839-6EFFEC1F2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0A512C1-8E95-9898-108D-E050E18BC95B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2530AA7-DF60-2655-C46F-5A310FE13041}"/>
              </a:ext>
            </a:extLst>
          </p:cNvPr>
          <p:cNvSpPr txBox="1"/>
          <p:nvPr/>
        </p:nvSpPr>
        <p:spPr>
          <a:xfrm>
            <a:off x="642743" y="793487"/>
            <a:ext cx="8640000" cy="93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WTT 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평가 조서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표준 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WTT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증빙 예시를 제공하고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평가 수행 시 화면 캡쳐 증빙을 첨부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엑셀 일괄 다운로드</a:t>
            </a:r>
            <a:b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" name="그룹 38">
            <a:extLst>
              <a:ext uri="{FF2B5EF4-FFF2-40B4-BE49-F238E27FC236}">
                <a16:creationId xmlns:a16="http://schemas.microsoft.com/office/drawing/2014/main" id="{1C697AA7-CCB5-240D-EC98-B49A70A59109}"/>
              </a:ext>
            </a:extLst>
          </p:cNvPr>
          <p:cNvGrpSpPr/>
          <p:nvPr/>
        </p:nvGrpSpPr>
        <p:grpSpPr>
          <a:xfrm>
            <a:off x="641421" y="2418988"/>
            <a:ext cx="1728000" cy="1620000"/>
            <a:chOff x="212928" y="1526316"/>
            <a:chExt cx="1728000" cy="1620000"/>
          </a:xfrm>
        </p:grpSpPr>
        <p:grpSp>
          <p:nvGrpSpPr>
            <p:cNvPr id="13" name="그룹 39">
              <a:extLst>
                <a:ext uri="{FF2B5EF4-FFF2-40B4-BE49-F238E27FC236}">
                  <a16:creationId xmlns:a16="http://schemas.microsoft.com/office/drawing/2014/main" id="{4551E81F-30AB-5463-B504-2A60ECFCD730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15" name="그룹 41">
                <a:extLst>
                  <a:ext uri="{FF2B5EF4-FFF2-40B4-BE49-F238E27FC236}">
                    <a16:creationId xmlns:a16="http://schemas.microsoft.com/office/drawing/2014/main" id="{1DABA96D-9236-AB13-79C4-A2C6B8F4A117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17" name="사각형: 둥근 모서리 43">
                  <a:extLst>
                    <a:ext uri="{FF2B5EF4-FFF2-40B4-BE49-F238E27FC236}">
                      <a16:creationId xmlns:a16="http://schemas.microsoft.com/office/drawing/2014/main" id="{9430F219-55AF-D13A-B07B-01B723DF7664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18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7A22F20B-7F4E-B3DB-C1A0-26D9297B0A08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2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16" name="텍스트 개체 틀 30">
                <a:extLst>
                  <a:ext uri="{FF2B5EF4-FFF2-40B4-BE49-F238E27FC236}">
                    <a16:creationId xmlns:a16="http://schemas.microsoft.com/office/drawing/2014/main" id="{02C02FA5-DE8A-861B-D01E-C7254A75B0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en-US" altLang="ko-KR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WTT</a:t>
                </a: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평가 조서</a:t>
                </a:r>
              </a:p>
            </p:txBody>
          </p:sp>
        </p:grpSp>
        <p:sp>
          <p:nvSpPr>
            <p:cNvPr id="14" name="텍스트 개체 틀 30">
              <a:extLst>
                <a:ext uri="{FF2B5EF4-FFF2-40B4-BE49-F238E27FC236}">
                  <a16:creationId xmlns:a16="http://schemas.microsoft.com/office/drawing/2014/main" id="{4CC2457F-FDFF-7797-53A3-3CF47E84BCAA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146262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WTT </a:t>
              </a:r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증빙 예시를 제공하고 평가자가 실제 화면 캡처를 직접 첨부하여 평가 근거를 체계적으로 관리할 수 있도록 지원합니다</a:t>
              </a:r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해당 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WTT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내역은 엑셀파일로 일괄 다운로드가 가능합니다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sp>
        <p:nvSpPr>
          <p:cNvPr id="19" name="사각형: 둥근 모서리 58">
            <a:extLst>
              <a:ext uri="{FF2B5EF4-FFF2-40B4-BE49-F238E27FC236}">
                <a16:creationId xmlns:a16="http://schemas.microsoft.com/office/drawing/2014/main" id="{E05C5733-B61F-3994-01FF-37A94F561DB3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pic>
        <p:nvPicPr>
          <p:cNvPr id="20" name="그림 39">
            <a:extLst>
              <a:ext uri="{FF2B5EF4-FFF2-40B4-BE49-F238E27FC236}">
                <a16:creationId xmlns:a16="http://schemas.microsoft.com/office/drawing/2014/main" id="{2C9E1C8A-8882-94C3-28D9-472036F8CC0F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183379" y="1897978"/>
            <a:ext cx="7081200" cy="4428000"/>
          </a:xfrm>
          <a:prstGeom prst="roundRect">
            <a:avLst>
              <a:gd name="adj" fmla="val 176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1" name="그룹 40">
            <a:extLst>
              <a:ext uri="{FF2B5EF4-FFF2-40B4-BE49-F238E27FC236}">
                <a16:creationId xmlns:a16="http://schemas.microsoft.com/office/drawing/2014/main" id="{58FAA5BE-2C47-A08F-FAE0-2655D0AEC635}"/>
              </a:ext>
            </a:extLst>
          </p:cNvPr>
          <p:cNvGrpSpPr/>
          <p:nvPr/>
        </p:nvGrpSpPr>
        <p:grpSpPr>
          <a:xfrm>
            <a:off x="3970845" y="1692190"/>
            <a:ext cx="1975417" cy="360000"/>
            <a:chOff x="1334451" y="4915210"/>
            <a:chExt cx="1975417" cy="360000"/>
          </a:xfrm>
        </p:grpSpPr>
        <p:grpSp>
          <p:nvGrpSpPr>
            <p:cNvPr id="22" name="그룹 41">
              <a:extLst>
                <a:ext uri="{FF2B5EF4-FFF2-40B4-BE49-F238E27FC236}">
                  <a16:creationId xmlns:a16="http://schemas.microsoft.com/office/drawing/2014/main" id="{C79D9E99-85B3-47E2-FD01-6B651F8DACED}"/>
                </a:ext>
              </a:extLst>
            </p:cNvPr>
            <p:cNvGrpSpPr/>
            <p:nvPr/>
          </p:nvGrpSpPr>
          <p:grpSpPr>
            <a:xfrm>
              <a:off x="1334451" y="4915210"/>
              <a:ext cx="1975417" cy="360000"/>
              <a:chOff x="1574517" y="1836737"/>
              <a:chExt cx="1975417" cy="360000"/>
            </a:xfrm>
          </p:grpSpPr>
          <p:sp>
            <p:nvSpPr>
              <p:cNvPr id="24" name="사각형: 둥근 모서리 43">
                <a:extLst>
                  <a:ext uri="{FF2B5EF4-FFF2-40B4-BE49-F238E27FC236}">
                    <a16:creationId xmlns:a16="http://schemas.microsoft.com/office/drawing/2014/main" id="{993C15E6-AC66-41FC-081E-C83FFC7CE12D}"/>
                  </a:ext>
                </a:extLst>
              </p:cNvPr>
              <p:cNvSpPr/>
              <p:nvPr/>
            </p:nvSpPr>
            <p:spPr>
              <a:xfrm>
                <a:off x="1574517" y="1836737"/>
                <a:ext cx="1975417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5" name="Picture 2" descr="Check">
                <a:extLst>
                  <a:ext uri="{FF2B5EF4-FFF2-40B4-BE49-F238E27FC236}">
                    <a16:creationId xmlns:a16="http://schemas.microsoft.com/office/drawing/2014/main" id="{AF91EC9E-81F4-2003-6929-C35B48E834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21967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3" name="직사각형 42">
              <a:extLst>
                <a:ext uri="{FF2B5EF4-FFF2-40B4-BE49-F238E27FC236}">
                  <a16:creationId xmlns:a16="http://schemas.microsoft.com/office/drawing/2014/main" id="{8AC9A5F2-F24A-FD01-3122-CDFB5CBA7E9B}"/>
                </a:ext>
              </a:extLst>
            </p:cNvPr>
            <p:cNvSpPr/>
            <p:nvPr/>
          </p:nvSpPr>
          <p:spPr>
            <a:xfrm>
              <a:off x="1721802" y="4915210"/>
              <a:ext cx="1588066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en-US" altLang="ko-KR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WTT </a:t>
              </a:r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증빙 첨부 화면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38AAAE7-E18A-72E1-C3E1-92FBF2F1CDDF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577E1C41-6CEB-FFF1-BCE2-B723B1ADB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9" b="8389"/>
          <a:stretch/>
        </p:blipFill>
        <p:spPr bwMode="auto">
          <a:xfrm>
            <a:off x="5139398" y="3891415"/>
            <a:ext cx="3125602" cy="2268673"/>
          </a:xfrm>
          <a:prstGeom prst="roundRect">
            <a:avLst>
              <a:gd name="adj" fmla="val 176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그룹 39">
            <a:extLst>
              <a:ext uri="{FF2B5EF4-FFF2-40B4-BE49-F238E27FC236}">
                <a16:creationId xmlns:a16="http://schemas.microsoft.com/office/drawing/2014/main" id="{5545630B-6CBA-15F1-1836-AAFA9CACA3C0}"/>
              </a:ext>
            </a:extLst>
          </p:cNvPr>
          <p:cNvGrpSpPr/>
          <p:nvPr/>
        </p:nvGrpSpPr>
        <p:grpSpPr>
          <a:xfrm>
            <a:off x="5507209" y="3717000"/>
            <a:ext cx="2409968" cy="360000"/>
            <a:chOff x="899901" y="4915210"/>
            <a:chExt cx="2409968" cy="360000"/>
          </a:xfrm>
        </p:grpSpPr>
        <p:grpSp>
          <p:nvGrpSpPr>
            <p:cNvPr id="29" name="그룹 40">
              <a:extLst>
                <a:ext uri="{FF2B5EF4-FFF2-40B4-BE49-F238E27FC236}">
                  <a16:creationId xmlns:a16="http://schemas.microsoft.com/office/drawing/2014/main" id="{BEC736A4-A4F1-0C4C-9944-C297008D10D7}"/>
                </a:ext>
              </a:extLst>
            </p:cNvPr>
            <p:cNvGrpSpPr/>
            <p:nvPr/>
          </p:nvGrpSpPr>
          <p:grpSpPr>
            <a:xfrm>
              <a:off x="899901" y="4915210"/>
              <a:ext cx="2409968" cy="360000"/>
              <a:chOff x="1139967" y="1836737"/>
              <a:chExt cx="2409968" cy="360000"/>
            </a:xfrm>
          </p:grpSpPr>
          <p:sp>
            <p:nvSpPr>
              <p:cNvPr id="31" name="사각형: 둥근 모서리 42">
                <a:extLst>
                  <a:ext uri="{FF2B5EF4-FFF2-40B4-BE49-F238E27FC236}">
                    <a16:creationId xmlns:a16="http://schemas.microsoft.com/office/drawing/2014/main" id="{F66AD023-6452-18C2-5E5E-E4C93C67EC72}"/>
                  </a:ext>
                </a:extLst>
              </p:cNvPr>
              <p:cNvSpPr/>
              <p:nvPr/>
            </p:nvSpPr>
            <p:spPr>
              <a:xfrm>
                <a:off x="1139967" y="1836737"/>
                <a:ext cx="2409968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34" name="Picture 2" descr="Check">
                <a:extLst>
                  <a:ext uri="{FF2B5EF4-FFF2-40B4-BE49-F238E27FC236}">
                    <a16:creationId xmlns:a16="http://schemas.microsoft.com/office/drawing/2014/main" id="{7FF9CF50-76D8-EEFB-D8AE-2F6D7945BC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90167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0" name="직사각형 41">
              <a:extLst>
                <a:ext uri="{FF2B5EF4-FFF2-40B4-BE49-F238E27FC236}">
                  <a16:creationId xmlns:a16="http://schemas.microsoft.com/office/drawing/2014/main" id="{D4B41B22-EEAD-A974-0BD4-D68EC3087F50}"/>
                </a:ext>
              </a:extLst>
            </p:cNvPr>
            <p:cNvSpPr/>
            <p:nvPr/>
          </p:nvSpPr>
          <p:spPr>
            <a:xfrm>
              <a:off x="1243962" y="4915210"/>
              <a:ext cx="2065906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첨부된 </a:t>
              </a:r>
              <a:r>
                <a:rPr lang="en-US" altLang="ko-KR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WTT</a:t>
              </a:r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다운로드 </a:t>
              </a:r>
              <a:r>
                <a:rPr lang="en-US" altLang="ko-KR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(Excel)</a:t>
              </a:r>
              <a:endParaRPr lang="ko-KR" altLang="en-US" sz="11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2978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CB5A-B444-B6BB-EF39-E4E3CE764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1167F4-4210-6DE5-063A-14D03C743AA4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DFE17E2-A24A-7A76-0649-EE20151ED8B8}"/>
              </a:ext>
            </a:extLst>
          </p:cNvPr>
          <p:cNvSpPr/>
          <p:nvPr/>
        </p:nvSpPr>
        <p:spPr>
          <a:xfrm>
            <a:off x="2188545" y="1844999"/>
            <a:ext cx="7085630" cy="4463725"/>
          </a:xfrm>
          <a:prstGeom prst="roundRect">
            <a:avLst>
              <a:gd name="adj" fmla="val 261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C707636-FF15-5540-063B-4C66B680C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000" y="1888545"/>
            <a:ext cx="6987334" cy="4348455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39ECE45-8F9B-A983-A992-C2242EF1143C}"/>
              </a:ext>
            </a:extLst>
          </p:cNvPr>
          <p:cNvSpPr/>
          <p:nvPr/>
        </p:nvSpPr>
        <p:spPr>
          <a:xfrm>
            <a:off x="4017000" y="3106164"/>
            <a:ext cx="3888000" cy="3069000"/>
          </a:xfrm>
          <a:prstGeom prst="roundRect">
            <a:avLst>
              <a:gd name="adj" fmla="val 261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D410DE03-BA92-D3AD-E876-A51ECA7F4E4F}"/>
              </a:ext>
            </a:extLst>
          </p:cNvPr>
          <p:cNvSpPr txBox="1"/>
          <p:nvPr/>
        </p:nvSpPr>
        <p:spPr>
          <a:xfrm>
            <a:off x="642743" y="793487"/>
            <a:ext cx="8640000" cy="646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적격성 평가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통제담당자 및 책임자의 이력 관리 및 적격성 평가</a:t>
            </a: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각형: 둥근 모서리 58">
            <a:extLst>
              <a:ext uri="{FF2B5EF4-FFF2-40B4-BE49-F238E27FC236}">
                <a16:creationId xmlns:a16="http://schemas.microsoft.com/office/drawing/2014/main" id="{F5353AB9-3137-DC46-BE42-1955E83054A7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grpSp>
        <p:nvGrpSpPr>
          <p:cNvPr id="16" name="그룹 40">
            <a:extLst>
              <a:ext uri="{FF2B5EF4-FFF2-40B4-BE49-F238E27FC236}">
                <a16:creationId xmlns:a16="http://schemas.microsoft.com/office/drawing/2014/main" id="{908F1185-1BD3-9080-735E-AD9BDEA9370A}"/>
              </a:ext>
            </a:extLst>
          </p:cNvPr>
          <p:cNvGrpSpPr/>
          <p:nvPr/>
        </p:nvGrpSpPr>
        <p:grpSpPr>
          <a:xfrm>
            <a:off x="2649000" y="1701000"/>
            <a:ext cx="2664000" cy="360000"/>
            <a:chOff x="1334451" y="4915210"/>
            <a:chExt cx="2664000" cy="360000"/>
          </a:xfrm>
        </p:grpSpPr>
        <p:grpSp>
          <p:nvGrpSpPr>
            <p:cNvPr id="17" name="그룹 41">
              <a:extLst>
                <a:ext uri="{FF2B5EF4-FFF2-40B4-BE49-F238E27FC236}">
                  <a16:creationId xmlns:a16="http://schemas.microsoft.com/office/drawing/2014/main" id="{294B6EF3-A555-4F4D-DB7E-50501C9F56E0}"/>
                </a:ext>
              </a:extLst>
            </p:cNvPr>
            <p:cNvGrpSpPr/>
            <p:nvPr/>
          </p:nvGrpSpPr>
          <p:grpSpPr>
            <a:xfrm>
              <a:off x="1334451" y="4915210"/>
              <a:ext cx="2664000" cy="360000"/>
              <a:chOff x="1574517" y="1836737"/>
              <a:chExt cx="2664000" cy="360000"/>
            </a:xfrm>
          </p:grpSpPr>
          <p:sp>
            <p:nvSpPr>
              <p:cNvPr id="19" name="사각형: 둥근 모서리 43">
                <a:extLst>
                  <a:ext uri="{FF2B5EF4-FFF2-40B4-BE49-F238E27FC236}">
                    <a16:creationId xmlns:a16="http://schemas.microsoft.com/office/drawing/2014/main" id="{C5B33534-D8BF-5371-79AC-FA45529A14F0}"/>
                  </a:ext>
                </a:extLst>
              </p:cNvPr>
              <p:cNvSpPr/>
              <p:nvPr/>
            </p:nvSpPr>
            <p:spPr>
              <a:xfrm>
                <a:off x="1574517" y="1836737"/>
                <a:ext cx="2664000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0" name="Picture 2" descr="Check">
                <a:extLst>
                  <a:ext uri="{FF2B5EF4-FFF2-40B4-BE49-F238E27FC236}">
                    <a16:creationId xmlns:a16="http://schemas.microsoft.com/office/drawing/2014/main" id="{FF6317B4-E16D-F9EF-D90D-5371099511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21967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" name="직사각형 42">
              <a:extLst>
                <a:ext uri="{FF2B5EF4-FFF2-40B4-BE49-F238E27FC236}">
                  <a16:creationId xmlns:a16="http://schemas.microsoft.com/office/drawing/2014/main" id="{6A0A60A7-328A-7CD2-471D-5760C0EB8C89}"/>
                </a:ext>
              </a:extLst>
            </p:cNvPr>
            <p:cNvSpPr/>
            <p:nvPr/>
          </p:nvSpPr>
          <p:spPr>
            <a:xfrm>
              <a:off x="1721801" y="4915210"/>
              <a:ext cx="2132649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적격성 평가대상 및 현황 조회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3EED4F8-3AC1-4B81-2313-83512E26BAB4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  <p:grpSp>
        <p:nvGrpSpPr>
          <p:cNvPr id="22" name="그룹 38">
            <a:extLst>
              <a:ext uri="{FF2B5EF4-FFF2-40B4-BE49-F238E27FC236}">
                <a16:creationId xmlns:a16="http://schemas.microsoft.com/office/drawing/2014/main" id="{348EF98B-068F-A66E-A89B-219E8E8A16C8}"/>
              </a:ext>
            </a:extLst>
          </p:cNvPr>
          <p:cNvGrpSpPr/>
          <p:nvPr/>
        </p:nvGrpSpPr>
        <p:grpSpPr>
          <a:xfrm>
            <a:off x="641421" y="2418988"/>
            <a:ext cx="1728000" cy="1620000"/>
            <a:chOff x="212928" y="1526316"/>
            <a:chExt cx="1728000" cy="1620000"/>
          </a:xfrm>
        </p:grpSpPr>
        <p:grpSp>
          <p:nvGrpSpPr>
            <p:cNvPr id="23" name="그룹 39">
              <a:extLst>
                <a:ext uri="{FF2B5EF4-FFF2-40B4-BE49-F238E27FC236}">
                  <a16:creationId xmlns:a16="http://schemas.microsoft.com/office/drawing/2014/main" id="{9AE20448-737B-846F-08B3-671382FC92AC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25" name="그룹 41">
                <a:extLst>
                  <a:ext uri="{FF2B5EF4-FFF2-40B4-BE49-F238E27FC236}">
                    <a16:creationId xmlns:a16="http://schemas.microsoft.com/office/drawing/2014/main" id="{62F72291-B644-BE90-1E56-9531A6245215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27" name="사각형: 둥근 모서리 43">
                  <a:extLst>
                    <a:ext uri="{FF2B5EF4-FFF2-40B4-BE49-F238E27FC236}">
                      <a16:creationId xmlns:a16="http://schemas.microsoft.com/office/drawing/2014/main" id="{83D9665A-787E-698D-4FF2-527160E1F6D4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28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29C665DD-E906-6E42-7C14-7C618807C987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5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26" name="텍스트 개체 틀 30">
                <a:extLst>
                  <a:ext uri="{FF2B5EF4-FFF2-40B4-BE49-F238E27FC236}">
                    <a16:creationId xmlns:a16="http://schemas.microsoft.com/office/drawing/2014/main" id="{6F2339C4-01D9-39A0-F403-A73D06A4AD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통제활동별 평가현황</a:t>
                </a:r>
              </a:p>
            </p:txBody>
          </p:sp>
        </p:grpSp>
        <p:sp>
          <p:nvSpPr>
            <p:cNvPr id="24" name="텍스트 개체 틀 30">
              <a:extLst>
                <a:ext uri="{FF2B5EF4-FFF2-40B4-BE49-F238E27FC236}">
                  <a16:creationId xmlns:a16="http://schemas.microsoft.com/office/drawing/2014/main" id="{44837EEE-5022-610F-653F-C2BB168A4EA7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146262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통제기간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년 단위 통제담당자 및 책임자의 적격정을 평가하고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관련 이력을 관리할 수 있습니다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CA927F01-7B9D-BB5C-C5FC-8FBC58BADAF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878"/>
          <a:stretch>
            <a:fillRect/>
          </a:stretch>
        </p:blipFill>
        <p:spPr>
          <a:xfrm>
            <a:off x="4089000" y="3286124"/>
            <a:ext cx="3771774" cy="2829595"/>
          </a:xfrm>
          <a:prstGeom prst="rect">
            <a:avLst/>
          </a:prstGeom>
        </p:spPr>
      </p:pic>
      <p:grpSp>
        <p:nvGrpSpPr>
          <p:cNvPr id="30" name="그룹 39">
            <a:extLst>
              <a:ext uri="{FF2B5EF4-FFF2-40B4-BE49-F238E27FC236}">
                <a16:creationId xmlns:a16="http://schemas.microsoft.com/office/drawing/2014/main" id="{C2282D26-5B0D-00B8-097E-279688F4C29F}"/>
              </a:ext>
            </a:extLst>
          </p:cNvPr>
          <p:cNvGrpSpPr/>
          <p:nvPr/>
        </p:nvGrpSpPr>
        <p:grpSpPr>
          <a:xfrm>
            <a:off x="5241000" y="3069000"/>
            <a:ext cx="2088000" cy="360000"/>
            <a:chOff x="899901" y="4915210"/>
            <a:chExt cx="2088000" cy="360000"/>
          </a:xfrm>
        </p:grpSpPr>
        <p:grpSp>
          <p:nvGrpSpPr>
            <p:cNvPr id="31" name="그룹 40">
              <a:extLst>
                <a:ext uri="{FF2B5EF4-FFF2-40B4-BE49-F238E27FC236}">
                  <a16:creationId xmlns:a16="http://schemas.microsoft.com/office/drawing/2014/main" id="{4FB47761-DA75-E70D-420F-9DCA247FFB9C}"/>
                </a:ext>
              </a:extLst>
            </p:cNvPr>
            <p:cNvGrpSpPr/>
            <p:nvPr/>
          </p:nvGrpSpPr>
          <p:grpSpPr>
            <a:xfrm>
              <a:off x="899901" y="4915210"/>
              <a:ext cx="2088000" cy="360000"/>
              <a:chOff x="1139967" y="1836737"/>
              <a:chExt cx="2088000" cy="360000"/>
            </a:xfrm>
          </p:grpSpPr>
          <p:sp>
            <p:nvSpPr>
              <p:cNvPr id="49" name="사각형: 둥근 모서리 42">
                <a:extLst>
                  <a:ext uri="{FF2B5EF4-FFF2-40B4-BE49-F238E27FC236}">
                    <a16:creationId xmlns:a16="http://schemas.microsoft.com/office/drawing/2014/main" id="{95978DDF-1F1F-AD65-153D-CA4A7E5F4C8A}"/>
                  </a:ext>
                </a:extLst>
              </p:cNvPr>
              <p:cNvSpPr/>
              <p:nvPr/>
            </p:nvSpPr>
            <p:spPr>
              <a:xfrm>
                <a:off x="1139967" y="1836737"/>
                <a:ext cx="2088000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50" name="Picture 2" descr="Check">
                <a:extLst>
                  <a:ext uri="{FF2B5EF4-FFF2-40B4-BE49-F238E27FC236}">
                    <a16:creationId xmlns:a16="http://schemas.microsoft.com/office/drawing/2014/main" id="{0546FDE6-C9AD-4292-5EA2-2E3279AE88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90167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4" name="직사각형 41">
              <a:extLst>
                <a:ext uri="{FF2B5EF4-FFF2-40B4-BE49-F238E27FC236}">
                  <a16:creationId xmlns:a16="http://schemas.microsoft.com/office/drawing/2014/main" id="{18E18C73-DB10-7778-7E26-7222DAD7CEB1}"/>
                </a:ext>
              </a:extLst>
            </p:cNvPr>
            <p:cNvSpPr/>
            <p:nvPr/>
          </p:nvSpPr>
          <p:spPr>
            <a:xfrm>
              <a:off x="1243962" y="4915210"/>
              <a:ext cx="1671940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적격성 상세 평가 내역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0464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A2781-B248-E7E3-9ED6-B84140FF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1F42C2-6900-91AB-E560-82A66F1714DA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EB32C26F-DC36-CEBB-D98F-951C2A0491FA}"/>
              </a:ext>
            </a:extLst>
          </p:cNvPr>
          <p:cNvSpPr txBox="1"/>
          <p:nvPr/>
        </p:nvSpPr>
        <p:spPr>
          <a:xfrm>
            <a:off x="642743" y="793487"/>
            <a:ext cx="8640000" cy="646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평가현황조회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통제활동 평가 진행 사항 및 평가에 대한 전체적인 평가결과를 확인</a:t>
            </a: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38">
            <a:extLst>
              <a:ext uri="{FF2B5EF4-FFF2-40B4-BE49-F238E27FC236}">
                <a16:creationId xmlns:a16="http://schemas.microsoft.com/office/drawing/2014/main" id="{DE4CECE7-B27F-A0D1-E13E-115928A3A0EB}"/>
              </a:ext>
            </a:extLst>
          </p:cNvPr>
          <p:cNvGrpSpPr/>
          <p:nvPr/>
        </p:nvGrpSpPr>
        <p:grpSpPr>
          <a:xfrm>
            <a:off x="641421" y="2418988"/>
            <a:ext cx="1728000" cy="1620000"/>
            <a:chOff x="212928" y="1526316"/>
            <a:chExt cx="1728000" cy="1620000"/>
          </a:xfrm>
        </p:grpSpPr>
        <p:grpSp>
          <p:nvGrpSpPr>
            <p:cNvPr id="6" name="그룹 39">
              <a:extLst>
                <a:ext uri="{FF2B5EF4-FFF2-40B4-BE49-F238E27FC236}">
                  <a16:creationId xmlns:a16="http://schemas.microsoft.com/office/drawing/2014/main" id="{2D3DED3E-D8B8-8E8C-0D60-2D1C0E082117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8" name="그룹 41">
                <a:extLst>
                  <a:ext uri="{FF2B5EF4-FFF2-40B4-BE49-F238E27FC236}">
                    <a16:creationId xmlns:a16="http://schemas.microsoft.com/office/drawing/2014/main" id="{B4098441-A46F-D986-27ED-1D1B69574FF8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10" name="사각형: 둥근 모서리 43">
                  <a:extLst>
                    <a:ext uri="{FF2B5EF4-FFF2-40B4-BE49-F238E27FC236}">
                      <a16:creationId xmlns:a16="http://schemas.microsoft.com/office/drawing/2014/main" id="{009B4852-CE14-53C3-FA53-AF8F282B3609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11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EA4AA909-7FEA-9AAB-1E6D-D746139DBE12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2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9" name="텍스트 개체 틀 30">
                <a:extLst>
                  <a:ext uri="{FF2B5EF4-FFF2-40B4-BE49-F238E27FC236}">
                    <a16:creationId xmlns:a16="http://schemas.microsoft.com/office/drawing/2014/main" id="{D5760AEB-725E-0C5F-8D27-CFBF729C56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통제활동별 평가현황</a:t>
                </a:r>
              </a:p>
            </p:txBody>
          </p:sp>
        </p:grpSp>
        <p:sp>
          <p:nvSpPr>
            <p:cNvPr id="7" name="텍스트 개체 틀 30">
              <a:extLst>
                <a:ext uri="{FF2B5EF4-FFF2-40B4-BE49-F238E27FC236}">
                  <a16:creationId xmlns:a16="http://schemas.microsoft.com/office/drawing/2014/main" id="{F7B91153-5B18-D4D5-B268-0CDDD4426C36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146262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평가 정보를 확인하고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각 통제 번호 클릭 후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현재 평가결과와 전기 평가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설계 평가 결과를 확인하실 수 있습니다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통제활동별 감사인 조회 불가 가능 포함</a:t>
              </a:r>
              <a:endParaRPr lang="en-US" altLang="ko-KR" dirty="0">
                <a:ln>
                  <a:solidFill>
                    <a:srgbClr val="0032A0">
                      <a:alpha val="0"/>
                    </a:srgbClr>
                  </a:solidFill>
                </a:ln>
                <a:solidFill>
                  <a:srgbClr val="E8E8E8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latinLnBrk="0">
                <a:lnSpc>
                  <a:spcPct val="125000"/>
                </a:lnSpc>
                <a:defRPr/>
              </a:pPr>
              <a:endParaRPr lang="en-US" altLang="ko-KR" dirty="0">
                <a:ln>
                  <a:solidFill>
                    <a:srgbClr val="0032A0">
                      <a:alpha val="0"/>
                    </a:srgbClr>
                  </a:solidFill>
                </a:ln>
                <a:solidFill>
                  <a:srgbClr val="E8E8E8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관리자 모드 수정기능 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증빙문서 교체 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결재 초기화 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평가초기화 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</p:grpSp>
      <p:sp>
        <p:nvSpPr>
          <p:cNvPr id="26" name="사각형: 둥근 모서리 58">
            <a:extLst>
              <a:ext uri="{FF2B5EF4-FFF2-40B4-BE49-F238E27FC236}">
                <a16:creationId xmlns:a16="http://schemas.microsoft.com/office/drawing/2014/main" id="{7874233C-857D-D961-D541-459699423287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pic>
        <p:nvPicPr>
          <p:cNvPr id="27" name="그림 39" descr="텍스트, 스크린샷, 번호, 소프트웨어이(가) 표시된 사진&#10;&#10;자동 생성된 설명">
            <a:extLst>
              <a:ext uri="{FF2B5EF4-FFF2-40B4-BE49-F238E27FC236}">
                <a16:creationId xmlns:a16="http://schemas.microsoft.com/office/drawing/2014/main" id="{4350B339-51EA-A673-30BB-09BE761C148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38"/>
          <a:stretch/>
        </p:blipFill>
        <p:spPr>
          <a:xfrm>
            <a:off x="2192400" y="1881188"/>
            <a:ext cx="7092950" cy="4427537"/>
          </a:xfrm>
          <a:prstGeom prst="roundRect">
            <a:avLst>
              <a:gd name="adj" fmla="val 176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9" name="그룹 40">
            <a:extLst>
              <a:ext uri="{FF2B5EF4-FFF2-40B4-BE49-F238E27FC236}">
                <a16:creationId xmlns:a16="http://schemas.microsoft.com/office/drawing/2014/main" id="{AC2CF1A7-B073-FA24-F79D-7BB0C93E40F5}"/>
              </a:ext>
            </a:extLst>
          </p:cNvPr>
          <p:cNvGrpSpPr/>
          <p:nvPr/>
        </p:nvGrpSpPr>
        <p:grpSpPr>
          <a:xfrm>
            <a:off x="3970845" y="1692190"/>
            <a:ext cx="1975417" cy="360000"/>
            <a:chOff x="1334451" y="4915210"/>
            <a:chExt cx="1975417" cy="360000"/>
          </a:xfrm>
        </p:grpSpPr>
        <p:grpSp>
          <p:nvGrpSpPr>
            <p:cNvPr id="30" name="그룹 41">
              <a:extLst>
                <a:ext uri="{FF2B5EF4-FFF2-40B4-BE49-F238E27FC236}">
                  <a16:creationId xmlns:a16="http://schemas.microsoft.com/office/drawing/2014/main" id="{260A5D8A-7A18-55A8-DB09-86959BBE8796}"/>
                </a:ext>
              </a:extLst>
            </p:cNvPr>
            <p:cNvGrpSpPr/>
            <p:nvPr/>
          </p:nvGrpSpPr>
          <p:grpSpPr>
            <a:xfrm>
              <a:off x="1334451" y="4915210"/>
              <a:ext cx="1975417" cy="360000"/>
              <a:chOff x="1574517" y="1836737"/>
              <a:chExt cx="1975417" cy="360000"/>
            </a:xfrm>
          </p:grpSpPr>
          <p:sp>
            <p:nvSpPr>
              <p:cNvPr id="32" name="사각형: 둥근 모서리 43">
                <a:extLst>
                  <a:ext uri="{FF2B5EF4-FFF2-40B4-BE49-F238E27FC236}">
                    <a16:creationId xmlns:a16="http://schemas.microsoft.com/office/drawing/2014/main" id="{22C8F1BE-7B8A-9D3F-0D4E-E5A14B09A867}"/>
                  </a:ext>
                </a:extLst>
              </p:cNvPr>
              <p:cNvSpPr/>
              <p:nvPr/>
            </p:nvSpPr>
            <p:spPr>
              <a:xfrm>
                <a:off x="1574517" y="1836737"/>
                <a:ext cx="1975417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33" name="Picture 2" descr="Check">
                <a:extLst>
                  <a:ext uri="{FF2B5EF4-FFF2-40B4-BE49-F238E27FC236}">
                    <a16:creationId xmlns:a16="http://schemas.microsoft.com/office/drawing/2014/main" id="{3EA62018-6696-9BC0-B223-27BAD0AA5F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21967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1" name="직사각형 42">
              <a:extLst>
                <a:ext uri="{FF2B5EF4-FFF2-40B4-BE49-F238E27FC236}">
                  <a16:creationId xmlns:a16="http://schemas.microsoft.com/office/drawing/2014/main" id="{785A4D24-77EE-F773-169B-6B33FF68C15D}"/>
                </a:ext>
              </a:extLst>
            </p:cNvPr>
            <p:cNvSpPr/>
            <p:nvPr/>
          </p:nvSpPr>
          <p:spPr>
            <a:xfrm>
              <a:off x="1721802" y="4915210"/>
              <a:ext cx="1588066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 평가데이터 조회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9ECB926-5985-8C67-FF29-41CA79CF141C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A3824B4-A1FB-E288-911A-FD6B927DABCB}"/>
              </a:ext>
            </a:extLst>
          </p:cNvPr>
          <p:cNvSpPr/>
          <p:nvPr/>
        </p:nvSpPr>
        <p:spPr>
          <a:xfrm>
            <a:off x="3369000" y="3789000"/>
            <a:ext cx="4032000" cy="2448000"/>
          </a:xfrm>
          <a:prstGeom prst="roundRect">
            <a:avLst>
              <a:gd name="adj" fmla="val 261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A8438AA2-5EFF-F312-D90C-F264DE1F40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3836" y="3826164"/>
            <a:ext cx="3960000" cy="2376000"/>
          </a:xfrm>
          <a:prstGeom prst="rect">
            <a:avLst/>
          </a:prstGeom>
        </p:spPr>
      </p:pic>
      <p:grpSp>
        <p:nvGrpSpPr>
          <p:cNvPr id="37" name="그룹 39">
            <a:extLst>
              <a:ext uri="{FF2B5EF4-FFF2-40B4-BE49-F238E27FC236}">
                <a16:creationId xmlns:a16="http://schemas.microsoft.com/office/drawing/2014/main" id="{82E8D75B-5906-FCA7-740F-8FD1A4325431}"/>
              </a:ext>
            </a:extLst>
          </p:cNvPr>
          <p:cNvGrpSpPr/>
          <p:nvPr/>
        </p:nvGrpSpPr>
        <p:grpSpPr>
          <a:xfrm>
            <a:off x="4010011" y="3573000"/>
            <a:ext cx="2788983" cy="360000"/>
            <a:chOff x="899901" y="4915210"/>
            <a:chExt cx="2788983" cy="360000"/>
          </a:xfrm>
        </p:grpSpPr>
        <p:grpSp>
          <p:nvGrpSpPr>
            <p:cNvPr id="38" name="그룹 40">
              <a:extLst>
                <a:ext uri="{FF2B5EF4-FFF2-40B4-BE49-F238E27FC236}">
                  <a16:creationId xmlns:a16="http://schemas.microsoft.com/office/drawing/2014/main" id="{7D3F71FD-D244-6D6A-22E0-29F6B4EDEDF0}"/>
                </a:ext>
              </a:extLst>
            </p:cNvPr>
            <p:cNvGrpSpPr/>
            <p:nvPr/>
          </p:nvGrpSpPr>
          <p:grpSpPr>
            <a:xfrm>
              <a:off x="899901" y="4915210"/>
              <a:ext cx="2644984" cy="360000"/>
              <a:chOff x="1139967" y="1836737"/>
              <a:chExt cx="2644984" cy="360000"/>
            </a:xfrm>
          </p:grpSpPr>
          <p:sp>
            <p:nvSpPr>
              <p:cNvPr id="40" name="사각형: 둥근 모서리 42">
                <a:extLst>
                  <a:ext uri="{FF2B5EF4-FFF2-40B4-BE49-F238E27FC236}">
                    <a16:creationId xmlns:a16="http://schemas.microsoft.com/office/drawing/2014/main" id="{74A3438E-EE3C-CFD2-AE7A-D8D55B0E9ACB}"/>
                  </a:ext>
                </a:extLst>
              </p:cNvPr>
              <p:cNvSpPr/>
              <p:nvPr/>
            </p:nvSpPr>
            <p:spPr>
              <a:xfrm>
                <a:off x="1139967" y="1836737"/>
                <a:ext cx="2644984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41" name="Picture 2" descr="Check">
                <a:extLst>
                  <a:ext uri="{FF2B5EF4-FFF2-40B4-BE49-F238E27FC236}">
                    <a16:creationId xmlns:a16="http://schemas.microsoft.com/office/drawing/2014/main" id="{B76E7D17-7EF7-374B-046E-6B34B032D4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90167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9" name="직사각형 41">
              <a:extLst>
                <a:ext uri="{FF2B5EF4-FFF2-40B4-BE49-F238E27FC236}">
                  <a16:creationId xmlns:a16="http://schemas.microsoft.com/office/drawing/2014/main" id="{1B1CCE55-3D9E-1918-2148-3E1D88D0A1E9}"/>
                </a:ext>
              </a:extLst>
            </p:cNvPr>
            <p:cNvSpPr/>
            <p:nvPr/>
          </p:nvSpPr>
          <p:spPr>
            <a:xfrm>
              <a:off x="1243961" y="4915210"/>
              <a:ext cx="2444923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통제활동별 상세 평가서</a:t>
              </a:r>
            </a:p>
          </p:txBody>
        </p:sp>
      </p:grpSp>
      <p:sp>
        <p:nvSpPr>
          <p:cNvPr id="43" name="텍스트 개체 틀 30">
            <a:extLst>
              <a:ext uri="{FF2B5EF4-FFF2-40B4-BE49-F238E27FC236}">
                <a16:creationId xmlns:a16="http://schemas.microsoft.com/office/drawing/2014/main" id="{7ABC9313-AE75-0C8E-DD25-6C82A86B76C8}"/>
              </a:ext>
            </a:extLst>
          </p:cNvPr>
          <p:cNvSpPr txBox="1">
            <a:spLocks/>
          </p:cNvSpPr>
          <p:nvPr/>
        </p:nvSpPr>
        <p:spPr>
          <a:xfrm>
            <a:off x="624291" y="4705254"/>
            <a:ext cx="1728000" cy="144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50" b="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74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74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74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74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E1E1E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ln>
                  <a:solidFill>
                    <a:srgbClr val="0032A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커스터마이징 범위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AAAB67E-1D6A-DBE1-0F10-42CB1C13993B}"/>
              </a:ext>
            </a:extLst>
          </p:cNvPr>
          <p:cNvGrpSpPr/>
          <p:nvPr/>
        </p:nvGrpSpPr>
        <p:grpSpPr>
          <a:xfrm>
            <a:off x="657942" y="5662324"/>
            <a:ext cx="1487058" cy="628014"/>
            <a:chOff x="657942" y="5662324"/>
            <a:chExt cx="1487058" cy="62801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AA9FE02-EA52-FB3D-2B2E-C6A59DDAFCBA}"/>
                </a:ext>
              </a:extLst>
            </p:cNvPr>
            <p:cNvSpPr txBox="1"/>
            <p:nvPr/>
          </p:nvSpPr>
          <p:spPr>
            <a:xfrm>
              <a:off x="1059406" y="6027336"/>
              <a:ext cx="92333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12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0038A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커스터마이징</a:t>
              </a:r>
              <a:endPara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38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Rounded Rectangle 4">
              <a:extLst>
                <a:ext uri="{FF2B5EF4-FFF2-40B4-BE49-F238E27FC236}">
                  <a16:creationId xmlns:a16="http://schemas.microsoft.com/office/drawing/2014/main" id="{2979F32F-C3DE-2497-1AAF-DEA589F718C5}"/>
                </a:ext>
              </a:extLst>
            </p:cNvPr>
            <p:cNvSpPr/>
            <p:nvPr/>
          </p:nvSpPr>
          <p:spPr>
            <a:xfrm>
              <a:off x="685743" y="5949000"/>
              <a:ext cx="1459257" cy="341338"/>
            </a:xfrm>
            <a:prstGeom prst="roundRect">
              <a:avLst/>
            </a:prstGeom>
            <a:noFill/>
            <a:ln>
              <a:solidFill>
                <a:srgbClr val="003C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5" name="Picture 4" descr="Y:\5. 외부 GD업체\6. mostvisual\백업\kjs\png\8.png">
              <a:extLst>
                <a:ext uri="{FF2B5EF4-FFF2-40B4-BE49-F238E27FC236}">
                  <a16:creationId xmlns:a16="http://schemas.microsoft.com/office/drawing/2014/main" id="{971A8C11-0F77-3B33-1CAA-B37ED34E4A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942" y="5662324"/>
              <a:ext cx="359169" cy="5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239536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BF59E-C97D-2DAA-C245-86373B7B9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599FC74-7F99-B21C-F08C-05791FF48575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pic>
        <p:nvPicPr>
          <p:cNvPr id="3" name="그림 39" descr="텍스트, 스크린샷, 번호, 소프트웨어이(가) 표시된 사진&#10;&#10;자동 생성된 설명">
            <a:extLst>
              <a:ext uri="{FF2B5EF4-FFF2-40B4-BE49-F238E27FC236}">
                <a16:creationId xmlns:a16="http://schemas.microsoft.com/office/drawing/2014/main" id="{48A55269-FE22-D784-EDA4-4A2A385A5B59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38"/>
          <a:stretch/>
        </p:blipFill>
        <p:spPr>
          <a:xfrm>
            <a:off x="2192400" y="1881188"/>
            <a:ext cx="7092950" cy="4427537"/>
          </a:xfrm>
          <a:prstGeom prst="roundRect">
            <a:avLst>
              <a:gd name="adj" fmla="val 176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0E5EFA4-8848-F729-E25A-B4CA9971B91E}"/>
              </a:ext>
            </a:extLst>
          </p:cNvPr>
          <p:cNvSpPr/>
          <p:nvPr/>
        </p:nvSpPr>
        <p:spPr>
          <a:xfrm>
            <a:off x="2217000" y="3412748"/>
            <a:ext cx="5760000" cy="2664000"/>
          </a:xfrm>
          <a:prstGeom prst="roundRect">
            <a:avLst>
              <a:gd name="adj" fmla="val 261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480716B8-AB68-BB34-1CB1-B57A9022C51F}"/>
              </a:ext>
            </a:extLst>
          </p:cNvPr>
          <p:cNvSpPr txBox="1"/>
          <p:nvPr/>
        </p:nvSpPr>
        <p:spPr>
          <a:xfrm>
            <a:off x="642743" y="793487"/>
            <a:ext cx="8640000" cy="646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평가현황조회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– 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조서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(PDF)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 일괄 다운로드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모든 통제활동 평가 조서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(PDF)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를 일괄 다운로드</a:t>
            </a: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58">
            <a:extLst>
              <a:ext uri="{FF2B5EF4-FFF2-40B4-BE49-F238E27FC236}">
                <a16:creationId xmlns:a16="http://schemas.microsoft.com/office/drawing/2014/main" id="{F7247583-5E50-505D-3A47-7F09939449BF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grpSp>
        <p:nvGrpSpPr>
          <p:cNvPr id="8" name="그룹 40">
            <a:extLst>
              <a:ext uri="{FF2B5EF4-FFF2-40B4-BE49-F238E27FC236}">
                <a16:creationId xmlns:a16="http://schemas.microsoft.com/office/drawing/2014/main" id="{EDEBA6BE-8BCE-F801-85E7-BF6142275B87}"/>
              </a:ext>
            </a:extLst>
          </p:cNvPr>
          <p:cNvGrpSpPr/>
          <p:nvPr/>
        </p:nvGrpSpPr>
        <p:grpSpPr>
          <a:xfrm>
            <a:off x="3970845" y="1692190"/>
            <a:ext cx="1975417" cy="360000"/>
            <a:chOff x="1334451" y="4915210"/>
            <a:chExt cx="1975417" cy="360000"/>
          </a:xfrm>
        </p:grpSpPr>
        <p:grpSp>
          <p:nvGrpSpPr>
            <p:cNvPr id="9" name="그룹 41">
              <a:extLst>
                <a:ext uri="{FF2B5EF4-FFF2-40B4-BE49-F238E27FC236}">
                  <a16:creationId xmlns:a16="http://schemas.microsoft.com/office/drawing/2014/main" id="{CE7A919D-8ACD-1AE5-6688-EA1823522129}"/>
                </a:ext>
              </a:extLst>
            </p:cNvPr>
            <p:cNvGrpSpPr/>
            <p:nvPr/>
          </p:nvGrpSpPr>
          <p:grpSpPr>
            <a:xfrm>
              <a:off x="1334451" y="4915210"/>
              <a:ext cx="1975417" cy="360000"/>
              <a:chOff x="1574517" y="1836737"/>
              <a:chExt cx="1975417" cy="360000"/>
            </a:xfrm>
          </p:grpSpPr>
          <p:sp>
            <p:nvSpPr>
              <p:cNvPr id="11" name="사각형: 둥근 모서리 43">
                <a:extLst>
                  <a:ext uri="{FF2B5EF4-FFF2-40B4-BE49-F238E27FC236}">
                    <a16:creationId xmlns:a16="http://schemas.microsoft.com/office/drawing/2014/main" id="{60E17347-755F-6A5F-8C31-3842D46D7052}"/>
                  </a:ext>
                </a:extLst>
              </p:cNvPr>
              <p:cNvSpPr/>
              <p:nvPr/>
            </p:nvSpPr>
            <p:spPr>
              <a:xfrm>
                <a:off x="1574517" y="1836737"/>
                <a:ext cx="1975417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6" name="Picture 2" descr="Check">
                <a:extLst>
                  <a:ext uri="{FF2B5EF4-FFF2-40B4-BE49-F238E27FC236}">
                    <a16:creationId xmlns:a16="http://schemas.microsoft.com/office/drawing/2014/main" id="{990F99A4-B156-92A3-60B2-860EC0EAB09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21967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0" name="직사각형 42">
              <a:extLst>
                <a:ext uri="{FF2B5EF4-FFF2-40B4-BE49-F238E27FC236}">
                  <a16:creationId xmlns:a16="http://schemas.microsoft.com/office/drawing/2014/main" id="{A8FB5F14-5DC9-2A5B-644E-97BAD78AAD01}"/>
                </a:ext>
              </a:extLst>
            </p:cNvPr>
            <p:cNvSpPr/>
            <p:nvPr/>
          </p:nvSpPr>
          <p:spPr>
            <a:xfrm>
              <a:off x="1721802" y="4915210"/>
              <a:ext cx="1588066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 평가데이터 조회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BCB68F8-0036-1F2F-E1AB-66AA42DD5A9D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F67E7A70-12F6-DF3B-8426-80877B5EF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3465000"/>
            <a:ext cx="3009000" cy="2592000"/>
          </a:xfrm>
          <a:prstGeom prst="rect">
            <a:avLst/>
          </a:prstGeom>
        </p:spPr>
      </p:pic>
      <p:grpSp>
        <p:nvGrpSpPr>
          <p:cNvPr id="30" name="그룹 38">
            <a:extLst>
              <a:ext uri="{FF2B5EF4-FFF2-40B4-BE49-F238E27FC236}">
                <a16:creationId xmlns:a16="http://schemas.microsoft.com/office/drawing/2014/main" id="{D7B48417-769D-BCDC-898A-AED26561BB84}"/>
              </a:ext>
            </a:extLst>
          </p:cNvPr>
          <p:cNvGrpSpPr/>
          <p:nvPr/>
        </p:nvGrpSpPr>
        <p:grpSpPr>
          <a:xfrm>
            <a:off x="641421" y="2418988"/>
            <a:ext cx="1728000" cy="1620000"/>
            <a:chOff x="212928" y="1526316"/>
            <a:chExt cx="1728000" cy="1620000"/>
          </a:xfrm>
        </p:grpSpPr>
        <p:grpSp>
          <p:nvGrpSpPr>
            <p:cNvPr id="31" name="그룹 39">
              <a:extLst>
                <a:ext uri="{FF2B5EF4-FFF2-40B4-BE49-F238E27FC236}">
                  <a16:creationId xmlns:a16="http://schemas.microsoft.com/office/drawing/2014/main" id="{AFD49419-BD27-46BB-472E-09F2966CC584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33" name="그룹 41">
                <a:extLst>
                  <a:ext uri="{FF2B5EF4-FFF2-40B4-BE49-F238E27FC236}">
                    <a16:creationId xmlns:a16="http://schemas.microsoft.com/office/drawing/2014/main" id="{1D518315-F834-8BF1-1E6C-5EAB2B94984B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35" name="사각형: 둥근 모서리 43">
                  <a:extLst>
                    <a:ext uri="{FF2B5EF4-FFF2-40B4-BE49-F238E27FC236}">
                      <a16:creationId xmlns:a16="http://schemas.microsoft.com/office/drawing/2014/main" id="{85748A6C-F2FC-60E3-FEE9-0D783F76BB78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36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F190DDA5-1E07-CA06-AF68-C8A521864422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6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34" name="텍스트 개체 틀 30">
                <a:extLst>
                  <a:ext uri="{FF2B5EF4-FFF2-40B4-BE49-F238E27FC236}">
                    <a16:creationId xmlns:a16="http://schemas.microsoft.com/office/drawing/2014/main" id="{ED847C6F-D343-B2F2-CD7F-970195EC52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통제활동별 평가현황</a:t>
                </a:r>
              </a:p>
            </p:txBody>
          </p:sp>
        </p:grpSp>
        <p:sp>
          <p:nvSpPr>
            <p:cNvPr id="32" name="텍스트 개체 틀 30">
              <a:extLst>
                <a:ext uri="{FF2B5EF4-FFF2-40B4-BE49-F238E27FC236}">
                  <a16:creationId xmlns:a16="http://schemas.microsoft.com/office/drawing/2014/main" id="{A2D5840E-ECED-76A0-8A5F-079B4D3FF77C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146262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평가 진행 데이터를 각 통제활동 별 평가조서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(PDF)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를 일괄로 변환 및 다운로드가 가능합니다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pic>
        <p:nvPicPr>
          <p:cNvPr id="37" name="그림 36">
            <a:extLst>
              <a:ext uri="{FF2B5EF4-FFF2-40B4-BE49-F238E27FC236}">
                <a16:creationId xmlns:a16="http://schemas.microsoft.com/office/drawing/2014/main" id="{EEF524AF-7BD3-4C51-2B4F-1D3DDF8E75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3441" y="3445713"/>
            <a:ext cx="2684469" cy="2604908"/>
          </a:xfrm>
          <a:prstGeom prst="rect">
            <a:avLst/>
          </a:prstGeom>
        </p:spPr>
      </p:pic>
      <p:grpSp>
        <p:nvGrpSpPr>
          <p:cNvPr id="38" name="그룹 39">
            <a:extLst>
              <a:ext uri="{FF2B5EF4-FFF2-40B4-BE49-F238E27FC236}">
                <a16:creationId xmlns:a16="http://schemas.microsoft.com/office/drawing/2014/main" id="{62717833-E11A-1280-D396-7ADF79FDE660}"/>
              </a:ext>
            </a:extLst>
          </p:cNvPr>
          <p:cNvGrpSpPr/>
          <p:nvPr/>
        </p:nvGrpSpPr>
        <p:grpSpPr>
          <a:xfrm>
            <a:off x="3748016" y="3141000"/>
            <a:ext cx="2788983" cy="360000"/>
            <a:chOff x="899901" y="4915210"/>
            <a:chExt cx="2788983" cy="360000"/>
          </a:xfrm>
        </p:grpSpPr>
        <p:grpSp>
          <p:nvGrpSpPr>
            <p:cNvPr id="39" name="그룹 40">
              <a:extLst>
                <a:ext uri="{FF2B5EF4-FFF2-40B4-BE49-F238E27FC236}">
                  <a16:creationId xmlns:a16="http://schemas.microsoft.com/office/drawing/2014/main" id="{1B0EE322-B8E9-E37F-79FC-B9DE17F356EB}"/>
                </a:ext>
              </a:extLst>
            </p:cNvPr>
            <p:cNvGrpSpPr/>
            <p:nvPr/>
          </p:nvGrpSpPr>
          <p:grpSpPr>
            <a:xfrm>
              <a:off x="899901" y="4915210"/>
              <a:ext cx="2644984" cy="360000"/>
              <a:chOff x="1139967" y="1836737"/>
              <a:chExt cx="2644984" cy="360000"/>
            </a:xfrm>
          </p:grpSpPr>
          <p:sp>
            <p:nvSpPr>
              <p:cNvPr id="41" name="사각형: 둥근 모서리 42">
                <a:extLst>
                  <a:ext uri="{FF2B5EF4-FFF2-40B4-BE49-F238E27FC236}">
                    <a16:creationId xmlns:a16="http://schemas.microsoft.com/office/drawing/2014/main" id="{BB681718-BD4F-B827-04D7-CC489146BAF3}"/>
                  </a:ext>
                </a:extLst>
              </p:cNvPr>
              <p:cNvSpPr/>
              <p:nvPr/>
            </p:nvSpPr>
            <p:spPr>
              <a:xfrm>
                <a:off x="1139967" y="1836737"/>
                <a:ext cx="2644984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42" name="Picture 2" descr="Check">
                <a:extLst>
                  <a:ext uri="{FF2B5EF4-FFF2-40B4-BE49-F238E27FC236}">
                    <a16:creationId xmlns:a16="http://schemas.microsoft.com/office/drawing/2014/main" id="{C563196C-EFFB-E112-FE25-B3AD099CBE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90167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0" name="직사각형 41">
              <a:extLst>
                <a:ext uri="{FF2B5EF4-FFF2-40B4-BE49-F238E27FC236}">
                  <a16:creationId xmlns:a16="http://schemas.microsoft.com/office/drawing/2014/main" id="{6ED330DB-6DA9-5FA0-6929-F840BCF67939}"/>
                </a:ext>
              </a:extLst>
            </p:cNvPr>
            <p:cNvSpPr/>
            <p:nvPr/>
          </p:nvSpPr>
          <p:spPr>
            <a:xfrm>
              <a:off x="1243961" y="4915210"/>
              <a:ext cx="2444923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평가서 일괄 </a:t>
              </a:r>
              <a:r>
                <a:rPr lang="en-US" altLang="ko-KR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PDF </a:t>
              </a:r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변환</a:t>
              </a:r>
              <a:r>
                <a:rPr lang="en-US" altLang="ko-KR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다운로드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80758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E4B19-0A6E-6DE7-6F5F-129228C9E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0452C8-4106-90A5-01A0-12A9623E3ED4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00E485F-52AF-0442-FE6D-57E65DE51C0A}"/>
              </a:ext>
            </a:extLst>
          </p:cNvPr>
          <p:cNvSpPr/>
          <p:nvPr/>
        </p:nvSpPr>
        <p:spPr>
          <a:xfrm>
            <a:off x="2188545" y="1844999"/>
            <a:ext cx="7085630" cy="4463725"/>
          </a:xfrm>
          <a:prstGeom prst="roundRect">
            <a:avLst>
              <a:gd name="adj" fmla="val 261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2C75509-DF9B-52AF-D03D-5A14D6D9E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523" y="1873456"/>
            <a:ext cx="6980477" cy="4392000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C310C96-FE86-23CD-148C-9FA93A246D91}"/>
              </a:ext>
            </a:extLst>
          </p:cNvPr>
          <p:cNvSpPr/>
          <p:nvPr/>
        </p:nvSpPr>
        <p:spPr>
          <a:xfrm>
            <a:off x="3873000" y="3592748"/>
            <a:ext cx="4032000" cy="2664000"/>
          </a:xfrm>
          <a:prstGeom prst="roundRect">
            <a:avLst>
              <a:gd name="adj" fmla="val 261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E9C7EC55-8B0C-75C7-61D2-C3DC1EAD3F6A}"/>
              </a:ext>
            </a:extLst>
          </p:cNvPr>
          <p:cNvSpPr txBox="1"/>
          <p:nvPr/>
        </p:nvSpPr>
        <p:spPr>
          <a:xfrm>
            <a:off x="642743" y="793487"/>
            <a:ext cx="8640000" cy="646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파일 현황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(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증빙문서 현황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)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전체 평가 증빙문서를 확인하고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일괄 다운로드</a:t>
            </a: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각형: 둥근 모서리 58">
            <a:extLst>
              <a:ext uri="{FF2B5EF4-FFF2-40B4-BE49-F238E27FC236}">
                <a16:creationId xmlns:a16="http://schemas.microsoft.com/office/drawing/2014/main" id="{7E1E1AB0-2F04-3BDB-6E93-23E7231039D0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grpSp>
        <p:nvGrpSpPr>
          <p:cNvPr id="16" name="그룹 40">
            <a:extLst>
              <a:ext uri="{FF2B5EF4-FFF2-40B4-BE49-F238E27FC236}">
                <a16:creationId xmlns:a16="http://schemas.microsoft.com/office/drawing/2014/main" id="{536143E1-7D97-E1F5-9A2A-A50E9C1D1FF8}"/>
              </a:ext>
            </a:extLst>
          </p:cNvPr>
          <p:cNvGrpSpPr/>
          <p:nvPr/>
        </p:nvGrpSpPr>
        <p:grpSpPr>
          <a:xfrm>
            <a:off x="3970845" y="1692190"/>
            <a:ext cx="1975417" cy="360000"/>
            <a:chOff x="1334451" y="4915210"/>
            <a:chExt cx="1975417" cy="360000"/>
          </a:xfrm>
        </p:grpSpPr>
        <p:grpSp>
          <p:nvGrpSpPr>
            <p:cNvPr id="17" name="그룹 41">
              <a:extLst>
                <a:ext uri="{FF2B5EF4-FFF2-40B4-BE49-F238E27FC236}">
                  <a16:creationId xmlns:a16="http://schemas.microsoft.com/office/drawing/2014/main" id="{9ADBA71F-A483-CFEC-BB7F-614CC1E18042}"/>
                </a:ext>
              </a:extLst>
            </p:cNvPr>
            <p:cNvGrpSpPr/>
            <p:nvPr/>
          </p:nvGrpSpPr>
          <p:grpSpPr>
            <a:xfrm>
              <a:off x="1334451" y="4915210"/>
              <a:ext cx="1975417" cy="360000"/>
              <a:chOff x="1574517" y="1836737"/>
              <a:chExt cx="1975417" cy="360000"/>
            </a:xfrm>
          </p:grpSpPr>
          <p:sp>
            <p:nvSpPr>
              <p:cNvPr id="19" name="사각형: 둥근 모서리 43">
                <a:extLst>
                  <a:ext uri="{FF2B5EF4-FFF2-40B4-BE49-F238E27FC236}">
                    <a16:creationId xmlns:a16="http://schemas.microsoft.com/office/drawing/2014/main" id="{403CE65D-4112-CB29-7FFB-E0D1940B7392}"/>
                  </a:ext>
                </a:extLst>
              </p:cNvPr>
              <p:cNvSpPr/>
              <p:nvPr/>
            </p:nvSpPr>
            <p:spPr>
              <a:xfrm>
                <a:off x="1574517" y="1836737"/>
                <a:ext cx="1975417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0" name="Picture 2" descr="Check">
                <a:extLst>
                  <a:ext uri="{FF2B5EF4-FFF2-40B4-BE49-F238E27FC236}">
                    <a16:creationId xmlns:a16="http://schemas.microsoft.com/office/drawing/2014/main" id="{95788F49-E700-6089-A0BA-B171A727A4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21967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" name="직사각형 42">
              <a:extLst>
                <a:ext uri="{FF2B5EF4-FFF2-40B4-BE49-F238E27FC236}">
                  <a16:creationId xmlns:a16="http://schemas.microsoft.com/office/drawing/2014/main" id="{37A0EEAE-FA7C-55B2-40AB-A1358AB7B4BB}"/>
                </a:ext>
              </a:extLst>
            </p:cNvPr>
            <p:cNvSpPr/>
            <p:nvPr/>
          </p:nvSpPr>
          <p:spPr>
            <a:xfrm>
              <a:off x="1721802" y="4915210"/>
              <a:ext cx="1588066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 평가 증빙 확인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84ADC5B-2AD2-5A77-24B0-64BE717D6EEA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  <p:grpSp>
        <p:nvGrpSpPr>
          <p:cNvPr id="22" name="그룹 38">
            <a:extLst>
              <a:ext uri="{FF2B5EF4-FFF2-40B4-BE49-F238E27FC236}">
                <a16:creationId xmlns:a16="http://schemas.microsoft.com/office/drawing/2014/main" id="{96FEE561-F377-B7E8-5EC4-E29C55B24457}"/>
              </a:ext>
            </a:extLst>
          </p:cNvPr>
          <p:cNvGrpSpPr/>
          <p:nvPr/>
        </p:nvGrpSpPr>
        <p:grpSpPr>
          <a:xfrm>
            <a:off x="641421" y="2418988"/>
            <a:ext cx="1728000" cy="1620000"/>
            <a:chOff x="212928" y="1526316"/>
            <a:chExt cx="1728000" cy="1620000"/>
          </a:xfrm>
        </p:grpSpPr>
        <p:grpSp>
          <p:nvGrpSpPr>
            <p:cNvPr id="23" name="그룹 39">
              <a:extLst>
                <a:ext uri="{FF2B5EF4-FFF2-40B4-BE49-F238E27FC236}">
                  <a16:creationId xmlns:a16="http://schemas.microsoft.com/office/drawing/2014/main" id="{B9FACA38-526E-F5AB-B164-91F2C400DBFD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25" name="그룹 41">
                <a:extLst>
                  <a:ext uri="{FF2B5EF4-FFF2-40B4-BE49-F238E27FC236}">
                    <a16:creationId xmlns:a16="http://schemas.microsoft.com/office/drawing/2014/main" id="{2E49D4EF-049E-09C4-76FC-0B3CEF6348CA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43" name="사각형: 둥근 모서리 43">
                  <a:extLst>
                    <a:ext uri="{FF2B5EF4-FFF2-40B4-BE49-F238E27FC236}">
                      <a16:creationId xmlns:a16="http://schemas.microsoft.com/office/drawing/2014/main" id="{86C06CF4-8592-7E31-CF10-45106C3CCBDE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44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4CBCCE11-2BFC-7224-A085-1D4F8C2E8BF9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5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28" name="텍스트 개체 틀 30">
                <a:extLst>
                  <a:ext uri="{FF2B5EF4-FFF2-40B4-BE49-F238E27FC236}">
                    <a16:creationId xmlns:a16="http://schemas.microsoft.com/office/drawing/2014/main" id="{0192F21E-B73C-CE33-2F5B-6AFA5C5DC8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통제활동별 평가현황</a:t>
                </a:r>
              </a:p>
            </p:txBody>
          </p:sp>
        </p:grpSp>
        <p:sp>
          <p:nvSpPr>
            <p:cNvPr id="24" name="텍스트 개체 틀 30">
              <a:extLst>
                <a:ext uri="{FF2B5EF4-FFF2-40B4-BE49-F238E27FC236}">
                  <a16:creationId xmlns:a16="http://schemas.microsoft.com/office/drawing/2014/main" id="{C2BE8788-AB9F-A764-5452-C40B8344CC67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146262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통제기간 별로 첨부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증빙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현황을 확인하고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일괄로 다운로드 받을 수 있습니다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pic>
        <p:nvPicPr>
          <p:cNvPr id="45" name="그림 44">
            <a:extLst>
              <a:ext uri="{FF2B5EF4-FFF2-40B4-BE49-F238E27FC236}">
                <a16:creationId xmlns:a16="http://schemas.microsoft.com/office/drawing/2014/main" id="{CDE48A74-E704-80EF-3CD3-3B8309CF09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3000" y="3644998"/>
            <a:ext cx="3961155" cy="2556000"/>
          </a:xfrm>
          <a:prstGeom prst="rect">
            <a:avLst/>
          </a:prstGeom>
        </p:spPr>
      </p:pic>
      <p:grpSp>
        <p:nvGrpSpPr>
          <p:cNvPr id="46" name="그룹 39">
            <a:extLst>
              <a:ext uri="{FF2B5EF4-FFF2-40B4-BE49-F238E27FC236}">
                <a16:creationId xmlns:a16="http://schemas.microsoft.com/office/drawing/2014/main" id="{6D80949F-5320-40BA-AFE1-C19EC947F00F}"/>
              </a:ext>
            </a:extLst>
          </p:cNvPr>
          <p:cNvGrpSpPr/>
          <p:nvPr/>
        </p:nvGrpSpPr>
        <p:grpSpPr>
          <a:xfrm>
            <a:off x="4449000" y="3357000"/>
            <a:ext cx="2880000" cy="360000"/>
            <a:chOff x="899901" y="4915210"/>
            <a:chExt cx="2880000" cy="360000"/>
          </a:xfrm>
        </p:grpSpPr>
        <p:grpSp>
          <p:nvGrpSpPr>
            <p:cNvPr id="47" name="그룹 40">
              <a:extLst>
                <a:ext uri="{FF2B5EF4-FFF2-40B4-BE49-F238E27FC236}">
                  <a16:creationId xmlns:a16="http://schemas.microsoft.com/office/drawing/2014/main" id="{D76CC7F6-DFE5-1DB7-6C5B-6E5B015ACFDF}"/>
                </a:ext>
              </a:extLst>
            </p:cNvPr>
            <p:cNvGrpSpPr/>
            <p:nvPr/>
          </p:nvGrpSpPr>
          <p:grpSpPr>
            <a:xfrm>
              <a:off x="899901" y="4915210"/>
              <a:ext cx="2880000" cy="360000"/>
              <a:chOff x="1139967" y="1836737"/>
              <a:chExt cx="2880000" cy="360000"/>
            </a:xfrm>
          </p:grpSpPr>
          <p:sp>
            <p:nvSpPr>
              <p:cNvPr id="49" name="사각형: 둥근 모서리 42">
                <a:extLst>
                  <a:ext uri="{FF2B5EF4-FFF2-40B4-BE49-F238E27FC236}">
                    <a16:creationId xmlns:a16="http://schemas.microsoft.com/office/drawing/2014/main" id="{1E21F373-82EE-FFC7-CC69-254F138C32AE}"/>
                  </a:ext>
                </a:extLst>
              </p:cNvPr>
              <p:cNvSpPr/>
              <p:nvPr/>
            </p:nvSpPr>
            <p:spPr>
              <a:xfrm>
                <a:off x="1139967" y="1836737"/>
                <a:ext cx="2880000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50" name="Picture 2" descr="Check">
                <a:extLst>
                  <a:ext uri="{FF2B5EF4-FFF2-40B4-BE49-F238E27FC236}">
                    <a16:creationId xmlns:a16="http://schemas.microsoft.com/office/drawing/2014/main" id="{6AC5BACA-AD72-3DD2-42B9-24078EFAC8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90167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8" name="직사각형 41">
              <a:extLst>
                <a:ext uri="{FF2B5EF4-FFF2-40B4-BE49-F238E27FC236}">
                  <a16:creationId xmlns:a16="http://schemas.microsoft.com/office/drawing/2014/main" id="{3AC51F29-DD3F-F832-C6E8-87889C0547CE}"/>
                </a:ext>
              </a:extLst>
            </p:cNvPr>
            <p:cNvSpPr/>
            <p:nvPr/>
          </p:nvSpPr>
          <p:spPr>
            <a:xfrm>
              <a:off x="1243961" y="4915210"/>
              <a:ext cx="2444923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압축파일로 증빙문서 일괄 다운로드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2550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D34F6-B988-D759-E6D5-8FB7A6F08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3B7371-0ACB-D323-6E3C-5950DE44AC3F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2A265B6-6D07-1F69-3D56-7121EB100318}"/>
              </a:ext>
            </a:extLst>
          </p:cNvPr>
          <p:cNvSpPr/>
          <p:nvPr/>
        </p:nvSpPr>
        <p:spPr>
          <a:xfrm>
            <a:off x="2188545" y="1844999"/>
            <a:ext cx="7085630" cy="4463725"/>
          </a:xfrm>
          <a:prstGeom prst="roundRect">
            <a:avLst>
              <a:gd name="adj" fmla="val 261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6F99CC-9778-6E39-A449-7DD04C919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999" y="1890872"/>
            <a:ext cx="6984002" cy="4392000"/>
          </a:xfrm>
          <a:prstGeom prst="rect">
            <a:avLst/>
          </a:prstGeom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id="{A58EE27C-3B27-5515-FBF4-5E9CAD5C34D8}"/>
              </a:ext>
            </a:extLst>
          </p:cNvPr>
          <p:cNvSpPr txBox="1"/>
          <p:nvPr/>
        </p:nvSpPr>
        <p:spPr>
          <a:xfrm>
            <a:off x="642743" y="793487"/>
            <a:ext cx="8640000" cy="646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년간 샘플현황</a:t>
            </a:r>
            <a:endParaRPr lang="en-US" altLang="ko-KR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년간 수행해야 하는 샘플 수 기준 충분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부족 샘플 수 확인</a:t>
            </a: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" name="그룹 38">
            <a:extLst>
              <a:ext uri="{FF2B5EF4-FFF2-40B4-BE49-F238E27FC236}">
                <a16:creationId xmlns:a16="http://schemas.microsoft.com/office/drawing/2014/main" id="{BE39939F-22F4-63BE-3DCB-5A4069051270}"/>
              </a:ext>
            </a:extLst>
          </p:cNvPr>
          <p:cNvGrpSpPr/>
          <p:nvPr/>
        </p:nvGrpSpPr>
        <p:grpSpPr>
          <a:xfrm>
            <a:off x="641421" y="2418988"/>
            <a:ext cx="1728000" cy="1620000"/>
            <a:chOff x="212928" y="1526316"/>
            <a:chExt cx="1728000" cy="1620000"/>
          </a:xfrm>
        </p:grpSpPr>
        <p:grpSp>
          <p:nvGrpSpPr>
            <p:cNvPr id="8" name="그룹 39">
              <a:extLst>
                <a:ext uri="{FF2B5EF4-FFF2-40B4-BE49-F238E27FC236}">
                  <a16:creationId xmlns:a16="http://schemas.microsoft.com/office/drawing/2014/main" id="{2C592BCA-BB5D-E8D7-6A22-05083CEC3272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10" name="그룹 41">
                <a:extLst>
                  <a:ext uri="{FF2B5EF4-FFF2-40B4-BE49-F238E27FC236}">
                    <a16:creationId xmlns:a16="http://schemas.microsoft.com/office/drawing/2014/main" id="{34A7F8D0-CBB3-4708-8167-D240F7A2D3D6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26" name="사각형: 둥근 모서리 43">
                  <a:extLst>
                    <a:ext uri="{FF2B5EF4-FFF2-40B4-BE49-F238E27FC236}">
                      <a16:creationId xmlns:a16="http://schemas.microsoft.com/office/drawing/2014/main" id="{5ED18318-EAB5-29B3-9CC7-BE61218B8D17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27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DB93BA29-DD88-90A8-EF03-892D17AEC3DE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3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11" name="텍스트 개체 틀 30">
                <a:extLst>
                  <a:ext uri="{FF2B5EF4-FFF2-40B4-BE49-F238E27FC236}">
                    <a16:creationId xmlns:a16="http://schemas.microsoft.com/office/drawing/2014/main" id="{F9D7520E-C1D3-C1A6-390F-7D8399A3F3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각 법인 샘플 충족현황</a:t>
                </a:r>
              </a:p>
            </p:txBody>
          </p:sp>
        </p:grpSp>
        <p:sp>
          <p:nvSpPr>
            <p:cNvPr id="9" name="텍스트 개체 틀 30">
              <a:extLst>
                <a:ext uri="{FF2B5EF4-FFF2-40B4-BE49-F238E27FC236}">
                  <a16:creationId xmlns:a16="http://schemas.microsoft.com/office/drawing/2014/main" id="{8C0DAA8B-C8A3-9E32-E017-60C7AAD0BE46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146262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각 통제활동의 통제주기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모집단 규모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기준의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요구 샘플 수를 관리합니다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년간 요구 샘플 수 기준으로 충분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부족 현황을 상시적으로 확인합니다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sp>
        <p:nvSpPr>
          <p:cNvPr id="29" name="사각형: 둥근 모서리 58">
            <a:extLst>
              <a:ext uri="{FF2B5EF4-FFF2-40B4-BE49-F238E27FC236}">
                <a16:creationId xmlns:a16="http://schemas.microsoft.com/office/drawing/2014/main" id="{60522BAC-48CA-2284-43F9-A02DE68377A9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grpSp>
        <p:nvGrpSpPr>
          <p:cNvPr id="30" name="그룹 41">
            <a:extLst>
              <a:ext uri="{FF2B5EF4-FFF2-40B4-BE49-F238E27FC236}">
                <a16:creationId xmlns:a16="http://schemas.microsoft.com/office/drawing/2014/main" id="{8062EEE1-B291-208C-5B08-FC5C58F79F89}"/>
              </a:ext>
            </a:extLst>
          </p:cNvPr>
          <p:cNvGrpSpPr/>
          <p:nvPr/>
        </p:nvGrpSpPr>
        <p:grpSpPr>
          <a:xfrm>
            <a:off x="4044832" y="1703946"/>
            <a:ext cx="2564168" cy="360000"/>
            <a:chOff x="1499551" y="4915210"/>
            <a:chExt cx="2564168" cy="360000"/>
          </a:xfrm>
        </p:grpSpPr>
        <p:grpSp>
          <p:nvGrpSpPr>
            <p:cNvPr id="31" name="그룹 42">
              <a:extLst>
                <a:ext uri="{FF2B5EF4-FFF2-40B4-BE49-F238E27FC236}">
                  <a16:creationId xmlns:a16="http://schemas.microsoft.com/office/drawing/2014/main" id="{1C405C2D-B4DD-9632-13DF-F286C09BDA81}"/>
                </a:ext>
              </a:extLst>
            </p:cNvPr>
            <p:cNvGrpSpPr/>
            <p:nvPr/>
          </p:nvGrpSpPr>
          <p:grpSpPr>
            <a:xfrm>
              <a:off x="1499551" y="4915210"/>
              <a:ext cx="2564168" cy="360000"/>
              <a:chOff x="1739617" y="1836737"/>
              <a:chExt cx="2564168" cy="360000"/>
            </a:xfrm>
          </p:grpSpPr>
          <p:sp>
            <p:nvSpPr>
              <p:cNvPr id="33" name="사각형: 둥근 모서리 44">
                <a:extLst>
                  <a:ext uri="{FF2B5EF4-FFF2-40B4-BE49-F238E27FC236}">
                    <a16:creationId xmlns:a16="http://schemas.microsoft.com/office/drawing/2014/main" id="{52BEC8FB-0395-A353-0F22-B48EF8D47FD0}"/>
                  </a:ext>
                </a:extLst>
              </p:cNvPr>
              <p:cNvSpPr/>
              <p:nvPr/>
            </p:nvSpPr>
            <p:spPr>
              <a:xfrm>
                <a:off x="1739617" y="1836737"/>
                <a:ext cx="2564168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34" name="Picture 2" descr="Check">
                <a:extLst>
                  <a:ext uri="{FF2B5EF4-FFF2-40B4-BE49-F238E27FC236}">
                    <a16:creationId xmlns:a16="http://schemas.microsoft.com/office/drawing/2014/main" id="{4A8F5737-1298-F366-C145-E734E650193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8174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2" name="직사각형 43">
              <a:extLst>
                <a:ext uri="{FF2B5EF4-FFF2-40B4-BE49-F238E27FC236}">
                  <a16:creationId xmlns:a16="http://schemas.microsoft.com/office/drawing/2014/main" id="{797C8098-C05A-221C-CADF-9EB12B812B88}"/>
                </a:ext>
              </a:extLst>
            </p:cNvPr>
            <p:cNvSpPr/>
            <p:nvPr/>
          </p:nvSpPr>
          <p:spPr>
            <a:xfrm>
              <a:off x="1880551" y="4915210"/>
              <a:ext cx="2111168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년간 샘플 충분</a:t>
              </a:r>
              <a:r>
                <a:rPr lang="en-US" altLang="ko-KR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부족 현황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16A54BF-A831-06CB-D4A5-F23490816016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</p:spTree>
    <p:extLst>
      <p:ext uri="{BB962C8B-B14F-4D97-AF65-F5344CB8AC3E}">
        <p14:creationId xmlns:p14="http://schemas.microsoft.com/office/powerpoint/2010/main" val="24006498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AC65E-7C14-68E1-02AE-27820B77C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BC35A93-086A-BEAC-2189-85D60FEFC133}"/>
              </a:ext>
            </a:extLst>
          </p:cNvPr>
          <p:cNvSpPr/>
          <p:nvPr/>
        </p:nvSpPr>
        <p:spPr>
          <a:xfrm>
            <a:off x="2188545" y="1844999"/>
            <a:ext cx="7085630" cy="4463725"/>
          </a:xfrm>
          <a:prstGeom prst="roundRect">
            <a:avLst>
              <a:gd name="adj" fmla="val 261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F9C55AE-B861-84A7-90F6-9E9189B0773D}"/>
              </a:ext>
            </a:extLst>
          </p:cNvPr>
          <p:cNvSpPr txBox="1"/>
          <p:nvPr/>
        </p:nvSpPr>
        <p:spPr>
          <a:xfrm>
            <a:off x="642743" y="793487"/>
            <a:ext cx="8640000" cy="646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예외보고관리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통제활동 평가 시 예외사항에 대한 개선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보고를 관리</a:t>
            </a: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" name="그룹 38">
            <a:extLst>
              <a:ext uri="{FF2B5EF4-FFF2-40B4-BE49-F238E27FC236}">
                <a16:creationId xmlns:a16="http://schemas.microsoft.com/office/drawing/2014/main" id="{81019C5D-0602-EEE7-F6A5-D265451C6050}"/>
              </a:ext>
            </a:extLst>
          </p:cNvPr>
          <p:cNvGrpSpPr/>
          <p:nvPr/>
        </p:nvGrpSpPr>
        <p:grpSpPr>
          <a:xfrm>
            <a:off x="641421" y="2418988"/>
            <a:ext cx="1728000" cy="1620000"/>
            <a:chOff x="212928" y="1526316"/>
            <a:chExt cx="1728000" cy="1620000"/>
          </a:xfrm>
        </p:grpSpPr>
        <p:grpSp>
          <p:nvGrpSpPr>
            <p:cNvPr id="17" name="그룹 39">
              <a:extLst>
                <a:ext uri="{FF2B5EF4-FFF2-40B4-BE49-F238E27FC236}">
                  <a16:creationId xmlns:a16="http://schemas.microsoft.com/office/drawing/2014/main" id="{2628D59E-9E13-0297-D181-31E7AEC0E7A0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19" name="그룹 41">
                <a:extLst>
                  <a:ext uri="{FF2B5EF4-FFF2-40B4-BE49-F238E27FC236}">
                    <a16:creationId xmlns:a16="http://schemas.microsoft.com/office/drawing/2014/main" id="{BBA5C9B2-4B59-EB62-6F70-DEFCA2C4EE2F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21" name="사각형: 둥근 모서리 43">
                  <a:extLst>
                    <a:ext uri="{FF2B5EF4-FFF2-40B4-BE49-F238E27FC236}">
                      <a16:creationId xmlns:a16="http://schemas.microsoft.com/office/drawing/2014/main" id="{86066BBF-EB43-7FD4-0CC5-82C92F120845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22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522EB067-79A4-6A4A-1148-9A73B46668D5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2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20" name="텍스트 개체 틀 30">
                <a:extLst>
                  <a:ext uri="{FF2B5EF4-FFF2-40B4-BE49-F238E27FC236}">
                    <a16:creationId xmlns:a16="http://schemas.microsoft.com/office/drawing/2014/main" id="{CD55714D-D0FF-B1E0-EFA7-F2025C62B2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예외사항 관리</a:t>
                </a:r>
              </a:p>
            </p:txBody>
          </p:sp>
        </p:grpSp>
        <p:sp>
          <p:nvSpPr>
            <p:cNvPr id="18" name="텍스트 개체 틀 30">
              <a:extLst>
                <a:ext uri="{FF2B5EF4-FFF2-40B4-BE49-F238E27FC236}">
                  <a16:creationId xmlns:a16="http://schemas.microsoft.com/office/drawing/2014/main" id="{EDB0E6E1-E14C-2562-E5CD-7D7517658310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146262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예외사항들에 대한 예외보고서를 작성할 수 있습니다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예외보고서의 미비점을 평가하고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예외등급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예외의견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개선 담당자 지정을 통해서 관리 합니다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dirty="0">
                <a:ln>
                  <a:solidFill>
                    <a:srgbClr val="0032A0">
                      <a:alpha val="0"/>
                    </a:srgbClr>
                  </a:solidFill>
                </a:ln>
                <a:solidFill>
                  <a:srgbClr val="E8E8E8">
                    <a:lumMod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3" name="사각형: 둥근 모서리 58">
            <a:extLst>
              <a:ext uri="{FF2B5EF4-FFF2-40B4-BE49-F238E27FC236}">
                <a16:creationId xmlns:a16="http://schemas.microsoft.com/office/drawing/2014/main" id="{6CA6AE9E-2CDC-777E-AA6B-3CE5061E3ED4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3604EC2-E6F9-2631-4D16-E03DE5C64F79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2EBD0B-F89A-D51C-AFDC-FFFF0E936B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63"/>
          <a:stretch>
            <a:fillRect/>
          </a:stretch>
        </p:blipFill>
        <p:spPr>
          <a:xfrm>
            <a:off x="2289000" y="1976161"/>
            <a:ext cx="6425965" cy="2905678"/>
          </a:xfrm>
          <a:prstGeom prst="rect">
            <a:avLst/>
          </a:prstGeom>
        </p:spPr>
      </p:pic>
      <p:grpSp>
        <p:nvGrpSpPr>
          <p:cNvPr id="14" name="그룹 40">
            <a:extLst>
              <a:ext uri="{FF2B5EF4-FFF2-40B4-BE49-F238E27FC236}">
                <a16:creationId xmlns:a16="http://schemas.microsoft.com/office/drawing/2014/main" id="{EECC4C89-8E27-79D8-1E04-5E5002388A73}"/>
              </a:ext>
            </a:extLst>
          </p:cNvPr>
          <p:cNvGrpSpPr/>
          <p:nvPr/>
        </p:nvGrpSpPr>
        <p:grpSpPr>
          <a:xfrm>
            <a:off x="3970845" y="1692190"/>
            <a:ext cx="1975417" cy="360000"/>
            <a:chOff x="1334451" y="4915210"/>
            <a:chExt cx="1975417" cy="360000"/>
          </a:xfrm>
        </p:grpSpPr>
        <p:grpSp>
          <p:nvGrpSpPr>
            <p:cNvPr id="15" name="그룹 41">
              <a:extLst>
                <a:ext uri="{FF2B5EF4-FFF2-40B4-BE49-F238E27FC236}">
                  <a16:creationId xmlns:a16="http://schemas.microsoft.com/office/drawing/2014/main" id="{082863F4-92B6-C9A0-A1F2-F3EB54A73E48}"/>
                </a:ext>
              </a:extLst>
            </p:cNvPr>
            <p:cNvGrpSpPr/>
            <p:nvPr/>
          </p:nvGrpSpPr>
          <p:grpSpPr>
            <a:xfrm>
              <a:off x="1334451" y="4915210"/>
              <a:ext cx="1975417" cy="360000"/>
              <a:chOff x="1574517" y="1836737"/>
              <a:chExt cx="1975417" cy="360000"/>
            </a:xfrm>
          </p:grpSpPr>
          <p:sp>
            <p:nvSpPr>
              <p:cNvPr id="25" name="사각형: 둥근 모서리 43">
                <a:extLst>
                  <a:ext uri="{FF2B5EF4-FFF2-40B4-BE49-F238E27FC236}">
                    <a16:creationId xmlns:a16="http://schemas.microsoft.com/office/drawing/2014/main" id="{5495CF1A-172C-12FC-3FFD-F1365CC4D87B}"/>
                  </a:ext>
                </a:extLst>
              </p:cNvPr>
              <p:cNvSpPr/>
              <p:nvPr/>
            </p:nvSpPr>
            <p:spPr>
              <a:xfrm>
                <a:off x="1574517" y="1836737"/>
                <a:ext cx="1975417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6" name="Picture 2" descr="Check">
                <a:extLst>
                  <a:ext uri="{FF2B5EF4-FFF2-40B4-BE49-F238E27FC236}">
                    <a16:creationId xmlns:a16="http://schemas.microsoft.com/office/drawing/2014/main" id="{F1D2E1B0-2972-CF31-753E-02F535CCE4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21967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4" name="직사각형 42">
              <a:extLst>
                <a:ext uri="{FF2B5EF4-FFF2-40B4-BE49-F238E27FC236}">
                  <a16:creationId xmlns:a16="http://schemas.microsoft.com/office/drawing/2014/main" id="{A3B45874-9B2A-1A75-A285-EF49EB543178}"/>
                </a:ext>
              </a:extLst>
            </p:cNvPr>
            <p:cNvSpPr/>
            <p:nvPr/>
          </p:nvSpPr>
          <p:spPr>
            <a:xfrm>
              <a:off x="1721802" y="4915210"/>
              <a:ext cx="1588066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예외보고서 관리</a:t>
              </a:r>
            </a:p>
          </p:txBody>
        </p:sp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E123F87E-CB87-57CB-96AD-CD547C8A306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353"/>
          <a:stretch>
            <a:fillRect/>
          </a:stretch>
        </p:blipFill>
        <p:spPr>
          <a:xfrm>
            <a:off x="3009000" y="4005000"/>
            <a:ext cx="4680000" cy="2121036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B421E43-9ACB-B5D5-7D7D-3DB7CA85CA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5000" y="3069000"/>
            <a:ext cx="2664000" cy="241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9234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A2781-B248-E7E3-9ED6-B84140FF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8E2FB9B-62C9-57EC-E34B-644D4E683821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A4384592-1862-D188-FC00-EC845D2727A1}"/>
              </a:ext>
            </a:extLst>
          </p:cNvPr>
          <p:cNvSpPr txBox="1"/>
          <p:nvPr/>
        </p:nvSpPr>
        <p:spPr>
          <a:xfrm>
            <a:off x="642743" y="793487"/>
            <a:ext cx="8640000" cy="646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법인 평가 현황</a:t>
            </a:r>
            <a:endParaRPr lang="en-US" altLang="ko-KR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모법인에 속한 자법인별 평가 내역에 대한 세부 진행사항을 확인하고 관리</a:t>
            </a: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38">
            <a:extLst>
              <a:ext uri="{FF2B5EF4-FFF2-40B4-BE49-F238E27FC236}">
                <a16:creationId xmlns:a16="http://schemas.microsoft.com/office/drawing/2014/main" id="{ED5C8ECD-9DAD-7BCC-049E-E6B8A11E7553}"/>
              </a:ext>
            </a:extLst>
          </p:cNvPr>
          <p:cNvGrpSpPr/>
          <p:nvPr/>
        </p:nvGrpSpPr>
        <p:grpSpPr>
          <a:xfrm>
            <a:off x="641421" y="2418988"/>
            <a:ext cx="1728000" cy="1620000"/>
            <a:chOff x="212928" y="1526316"/>
            <a:chExt cx="1728000" cy="1620000"/>
          </a:xfrm>
        </p:grpSpPr>
        <p:grpSp>
          <p:nvGrpSpPr>
            <p:cNvPr id="6" name="그룹 39">
              <a:extLst>
                <a:ext uri="{FF2B5EF4-FFF2-40B4-BE49-F238E27FC236}">
                  <a16:creationId xmlns:a16="http://schemas.microsoft.com/office/drawing/2014/main" id="{DA66E479-F19D-707F-B1F8-9EBA1ACB4DD8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8" name="그룹 41">
                <a:extLst>
                  <a:ext uri="{FF2B5EF4-FFF2-40B4-BE49-F238E27FC236}">
                    <a16:creationId xmlns:a16="http://schemas.microsoft.com/office/drawing/2014/main" id="{B73A8796-80BA-01F1-8970-E72AEEB90330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10" name="사각형: 둥근 모서리 43">
                  <a:extLst>
                    <a:ext uri="{FF2B5EF4-FFF2-40B4-BE49-F238E27FC236}">
                      <a16:creationId xmlns:a16="http://schemas.microsoft.com/office/drawing/2014/main" id="{A4019835-750A-DA2E-045B-7BADD6751DC3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11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97468ADB-A6DD-76A8-46F6-83DA75E521A2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2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9" name="텍스트 개체 틀 30">
                <a:extLst>
                  <a:ext uri="{FF2B5EF4-FFF2-40B4-BE49-F238E27FC236}">
                    <a16:creationId xmlns:a16="http://schemas.microsoft.com/office/drawing/2014/main" id="{C5305402-EF17-3A17-FD4D-8F15E6A983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소속 법인 평가 현황</a:t>
                </a:r>
              </a:p>
            </p:txBody>
          </p:sp>
        </p:grpSp>
        <p:sp>
          <p:nvSpPr>
            <p:cNvPr id="7" name="텍스트 개체 틀 30">
              <a:extLst>
                <a:ext uri="{FF2B5EF4-FFF2-40B4-BE49-F238E27FC236}">
                  <a16:creationId xmlns:a16="http://schemas.microsoft.com/office/drawing/2014/main" id="{75ACF886-44F2-94AE-3F0B-CE5F660A4584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146262"/>
            </a:xfrm>
            <a:prstGeom prst="rect">
              <a:avLst/>
            </a:prstGeom>
          </p:spPr>
          <p:txBody>
            <a:bodyPr anchor="ctr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계획관리에서 등록된 모법인 자회사 법인들의 결과를 조회하실 수 있습니다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sp>
        <p:nvSpPr>
          <p:cNvPr id="26" name="사각형: 둥근 모서리 58">
            <a:extLst>
              <a:ext uri="{FF2B5EF4-FFF2-40B4-BE49-F238E27FC236}">
                <a16:creationId xmlns:a16="http://schemas.microsoft.com/office/drawing/2014/main" id="{4259DADF-9DD1-385A-950E-76D9024D6B1A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pic>
        <p:nvPicPr>
          <p:cNvPr id="27" name="그림 7">
            <a:extLst>
              <a:ext uri="{FF2B5EF4-FFF2-40B4-BE49-F238E27FC236}">
                <a16:creationId xmlns:a16="http://schemas.microsoft.com/office/drawing/2014/main" id="{38DBF0FC-178D-7293-55E9-22872139E3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481"/>
          <a:stretch/>
        </p:blipFill>
        <p:spPr>
          <a:xfrm>
            <a:off x="2192400" y="1881188"/>
            <a:ext cx="7092950" cy="4427537"/>
          </a:xfrm>
          <a:prstGeom prst="roundRect">
            <a:avLst>
              <a:gd name="adj" fmla="val 176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9" name="그룹 41">
            <a:extLst>
              <a:ext uri="{FF2B5EF4-FFF2-40B4-BE49-F238E27FC236}">
                <a16:creationId xmlns:a16="http://schemas.microsoft.com/office/drawing/2014/main" id="{EDF5D9BE-F05E-D465-FC0E-C5082EA2D379}"/>
              </a:ext>
            </a:extLst>
          </p:cNvPr>
          <p:cNvGrpSpPr/>
          <p:nvPr/>
        </p:nvGrpSpPr>
        <p:grpSpPr>
          <a:xfrm>
            <a:off x="4044832" y="1703946"/>
            <a:ext cx="1810317" cy="360000"/>
            <a:chOff x="1499551" y="4915210"/>
            <a:chExt cx="1810317" cy="360000"/>
          </a:xfrm>
        </p:grpSpPr>
        <p:grpSp>
          <p:nvGrpSpPr>
            <p:cNvPr id="30" name="그룹 42">
              <a:extLst>
                <a:ext uri="{FF2B5EF4-FFF2-40B4-BE49-F238E27FC236}">
                  <a16:creationId xmlns:a16="http://schemas.microsoft.com/office/drawing/2014/main" id="{12E414D0-E600-3185-F907-2FEC455E3393}"/>
                </a:ext>
              </a:extLst>
            </p:cNvPr>
            <p:cNvGrpSpPr/>
            <p:nvPr/>
          </p:nvGrpSpPr>
          <p:grpSpPr>
            <a:xfrm>
              <a:off x="1499551" y="4915210"/>
              <a:ext cx="1810317" cy="360000"/>
              <a:chOff x="1739617" y="1836737"/>
              <a:chExt cx="1810317" cy="360000"/>
            </a:xfrm>
          </p:grpSpPr>
          <p:sp>
            <p:nvSpPr>
              <p:cNvPr id="32" name="사각형: 둥근 모서리 44">
                <a:extLst>
                  <a:ext uri="{FF2B5EF4-FFF2-40B4-BE49-F238E27FC236}">
                    <a16:creationId xmlns:a16="http://schemas.microsoft.com/office/drawing/2014/main" id="{14290FE0-1ADD-CE21-4459-4D862C09AEA6}"/>
                  </a:ext>
                </a:extLst>
              </p:cNvPr>
              <p:cNvSpPr/>
              <p:nvPr/>
            </p:nvSpPr>
            <p:spPr>
              <a:xfrm>
                <a:off x="1739617" y="1836737"/>
                <a:ext cx="1810317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33" name="Picture 2" descr="Check">
                <a:extLst>
                  <a:ext uri="{FF2B5EF4-FFF2-40B4-BE49-F238E27FC236}">
                    <a16:creationId xmlns:a16="http://schemas.microsoft.com/office/drawing/2014/main" id="{D26B3A24-6CA0-5E8F-18E5-2FE633CC84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8174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1" name="직사각형 43">
              <a:extLst>
                <a:ext uri="{FF2B5EF4-FFF2-40B4-BE49-F238E27FC236}">
                  <a16:creationId xmlns:a16="http://schemas.microsoft.com/office/drawing/2014/main" id="{7D8E1287-E464-5740-62A1-174F7E44E0FD}"/>
                </a:ext>
              </a:extLst>
            </p:cNvPr>
            <p:cNvSpPr/>
            <p:nvPr/>
          </p:nvSpPr>
          <p:spPr>
            <a:xfrm>
              <a:off x="1880551" y="4915210"/>
              <a:ext cx="1429317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법인별 평가 조회 화면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B3483DF2-F07B-D66C-CBD4-BECC30127E43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</p:spTree>
    <p:extLst>
      <p:ext uri="{BB962C8B-B14F-4D97-AF65-F5344CB8AC3E}">
        <p14:creationId xmlns:p14="http://schemas.microsoft.com/office/powerpoint/2010/main" val="31505332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A2781-B248-E7E3-9ED6-B84140FF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C9651F-EF54-4CE2-A4F4-91FC1A1D479D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D8167183-ADD5-097D-5C0F-3F235DCFAD41}"/>
              </a:ext>
            </a:extLst>
          </p:cNvPr>
          <p:cNvSpPr txBox="1"/>
          <p:nvPr/>
        </p:nvSpPr>
        <p:spPr>
          <a:xfrm>
            <a:off x="642743" y="793487"/>
            <a:ext cx="8640000" cy="15509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결과보고서 작성</a:t>
            </a:r>
            <a:endParaRPr lang="en-US" altLang="ko-KR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평가가 완료 후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회사의 운영실태 현황과 운영실태보고서를 생성하여 관리</a:t>
            </a:r>
            <a:b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b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38">
            <a:extLst>
              <a:ext uri="{FF2B5EF4-FFF2-40B4-BE49-F238E27FC236}">
                <a16:creationId xmlns:a16="http://schemas.microsoft.com/office/drawing/2014/main" id="{FAB282A0-5EC1-91E4-B521-86D6089584A4}"/>
              </a:ext>
            </a:extLst>
          </p:cNvPr>
          <p:cNvGrpSpPr/>
          <p:nvPr/>
        </p:nvGrpSpPr>
        <p:grpSpPr>
          <a:xfrm>
            <a:off x="641421" y="2418988"/>
            <a:ext cx="1728000" cy="1620000"/>
            <a:chOff x="212928" y="1526316"/>
            <a:chExt cx="1728000" cy="1620000"/>
          </a:xfrm>
        </p:grpSpPr>
        <p:grpSp>
          <p:nvGrpSpPr>
            <p:cNvPr id="6" name="그룹 39">
              <a:extLst>
                <a:ext uri="{FF2B5EF4-FFF2-40B4-BE49-F238E27FC236}">
                  <a16:creationId xmlns:a16="http://schemas.microsoft.com/office/drawing/2014/main" id="{D50A5582-82B1-5EC0-B351-37D6AA978FE5}"/>
                </a:ext>
              </a:extLst>
            </p:cNvPr>
            <p:cNvGrpSpPr/>
            <p:nvPr/>
          </p:nvGrpSpPr>
          <p:grpSpPr>
            <a:xfrm>
              <a:off x="212928" y="1526316"/>
              <a:ext cx="1728000" cy="406169"/>
              <a:chOff x="212928" y="1526316"/>
              <a:chExt cx="1728000" cy="406169"/>
            </a:xfrm>
          </p:grpSpPr>
          <p:grpSp>
            <p:nvGrpSpPr>
              <p:cNvPr id="8" name="그룹 41">
                <a:extLst>
                  <a:ext uri="{FF2B5EF4-FFF2-40B4-BE49-F238E27FC236}">
                    <a16:creationId xmlns:a16="http://schemas.microsoft.com/office/drawing/2014/main" id="{51A3E2DE-1632-8E98-FAAA-3013D266B6A1}"/>
                  </a:ext>
                </a:extLst>
              </p:cNvPr>
              <p:cNvGrpSpPr/>
              <p:nvPr/>
            </p:nvGrpSpPr>
            <p:grpSpPr>
              <a:xfrm>
                <a:off x="310584" y="1526316"/>
                <a:ext cx="386331" cy="145457"/>
                <a:chOff x="304232" y="1591464"/>
                <a:chExt cx="283309" cy="145457"/>
              </a:xfrm>
            </p:grpSpPr>
            <p:sp>
              <p:nvSpPr>
                <p:cNvPr id="10" name="사각형: 둥근 모서리 43">
                  <a:extLst>
                    <a:ext uri="{FF2B5EF4-FFF2-40B4-BE49-F238E27FC236}">
                      <a16:creationId xmlns:a16="http://schemas.microsoft.com/office/drawing/2014/main" id="{1CB157FC-731C-9DD9-4A18-F98E81CEFD13}"/>
                    </a:ext>
                  </a:extLst>
                </p:cNvPr>
                <p:cNvSpPr/>
                <p:nvPr userDrawn="1"/>
              </p:nvSpPr>
              <p:spPr>
                <a:xfrm>
                  <a:off x="304232" y="1592921"/>
                  <a:ext cx="283309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0D7E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defRPr/>
                  </a:pPr>
                  <a:endPara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pic>
              <p:nvPicPr>
                <p:cNvPr id="11" name="그림 44" descr="그래픽, 원이(가) 표시된 사진&#10;&#10;자동 생성된 설명">
                  <a:extLst>
                    <a:ext uri="{FF2B5EF4-FFF2-40B4-BE49-F238E27FC236}">
                      <a16:creationId xmlns:a16="http://schemas.microsoft.com/office/drawing/2014/main" id="{62EE1408-8F92-A000-8A0F-68253711E0B5}"/>
                    </a:ext>
                  </a:extLst>
                </p:cNvPr>
                <p:cNvPicPr preferRelativeResize="0">
                  <a:picLocks/>
                </p:cNvPicPr>
                <p:nvPr userDrawn="1"/>
              </p:nvPicPr>
              <p:blipFill>
                <a:blip r:embed="rId2" cstate="hq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033" y="1591464"/>
                  <a:ext cx="105600" cy="144000"/>
                </a:xfrm>
                <a:prstGeom prst="rect">
                  <a:avLst/>
                </a:prstGeom>
              </p:spPr>
            </p:pic>
          </p:grpSp>
          <p:sp>
            <p:nvSpPr>
              <p:cNvPr id="9" name="텍스트 개체 틀 30">
                <a:extLst>
                  <a:ext uri="{FF2B5EF4-FFF2-40B4-BE49-F238E27FC236}">
                    <a16:creationId xmlns:a16="http://schemas.microsoft.com/office/drawing/2014/main" id="{66AD5E35-E7ED-49DC-6EEE-5075F4CD79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28" y="1788485"/>
                <a:ext cx="1728000" cy="144000"/>
              </a:xfrm>
              <a:prstGeom prst="rect">
                <a:avLst/>
              </a:prstGeom>
            </p:spPr>
            <p:txBody>
              <a:bodyPr anchor="ctr"/>
              <a:lstStyle>
                <a:lvl1pPr marL="0" indent="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950" b="1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n-ea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74" kern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1E1E1E"/>
                    </a:solidFill>
                    <a:latin typeface="+mj-ea"/>
                    <a:ea typeface="+mj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ko-KR" altLang="en-US" dirty="0">
                    <a:ln>
                      <a:solidFill>
                        <a:srgbClr val="0032A0">
                          <a:alpha val="0"/>
                        </a:srgbClr>
                      </a:solidFill>
                    </a:ln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현황 결과 및 보고서</a:t>
                </a:r>
              </a:p>
            </p:txBody>
          </p:sp>
        </p:grpSp>
        <p:sp>
          <p:nvSpPr>
            <p:cNvPr id="7" name="텍스트 개체 틀 30">
              <a:extLst>
                <a:ext uri="{FF2B5EF4-FFF2-40B4-BE49-F238E27FC236}">
                  <a16:creationId xmlns:a16="http://schemas.microsoft.com/office/drawing/2014/main" id="{D2B090E3-484B-39D8-8524-9A5530F4F07A}"/>
                </a:ext>
              </a:extLst>
            </p:cNvPr>
            <p:cNvSpPr txBox="1">
              <a:spLocks/>
            </p:cNvSpPr>
            <p:nvPr/>
          </p:nvSpPr>
          <p:spPr>
            <a:xfrm>
              <a:off x="212928" y="2000054"/>
              <a:ext cx="1453540" cy="1146262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lnSpc>
                  <a:spcPct val="3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950" b="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74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1E1E1E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25000"/>
                </a:lnSpc>
                <a:defRPr/>
              </a:pPr>
              <a:r>
                <a:rPr lang="ko-KR" altLang="en-US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평가 수행의 운영 실태 및 감사위원회에 제출용 취합보고서의 상세내역을 조회 및 승인할 수 있습니다</a:t>
              </a:r>
              <a:r>
                <a:rPr lang="en-US" altLang="ko-KR" dirty="0">
                  <a:ln>
                    <a:solidFill>
                      <a:srgbClr val="0032A0">
                        <a:alpha val="0"/>
                      </a:srgbClr>
                    </a:solidFill>
                  </a:ln>
                  <a:solidFill>
                    <a:srgbClr val="E8E8E8">
                      <a:lumMod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sp>
        <p:nvSpPr>
          <p:cNvPr id="33" name="사각형: 둥근 모서리 58">
            <a:extLst>
              <a:ext uri="{FF2B5EF4-FFF2-40B4-BE49-F238E27FC236}">
                <a16:creationId xmlns:a16="http://schemas.microsoft.com/office/drawing/2014/main" id="{3F3CA590-BEC5-9FEF-3758-8C7297A20C21}"/>
              </a:ext>
            </a:extLst>
          </p:cNvPr>
          <p:cNvSpPr/>
          <p:nvPr/>
        </p:nvSpPr>
        <p:spPr>
          <a:xfrm>
            <a:off x="641421" y="1907386"/>
            <a:ext cx="1260000" cy="324000"/>
          </a:xfrm>
          <a:prstGeom prst="roundRect">
            <a:avLst>
              <a:gd name="adj" fmla="val 50000"/>
            </a:avLst>
          </a:prstGeom>
          <a:solidFill>
            <a:srgbClr val="665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</a:t>
            </a:r>
          </a:p>
        </p:txBody>
      </p:sp>
      <p:pic>
        <p:nvPicPr>
          <p:cNvPr id="34" name="Picture 5">
            <a:extLst>
              <a:ext uri="{FF2B5EF4-FFF2-40B4-BE49-F238E27FC236}">
                <a16:creationId xmlns:a16="http://schemas.microsoft.com/office/drawing/2014/main" id="{F51A6087-0023-5129-3F49-3B7AB1574C7A}"/>
              </a:ext>
            </a:extLst>
          </p:cNvPr>
          <p:cNvPicPr preferRelativeResize="0"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61"/>
          <a:stretch/>
        </p:blipFill>
        <p:spPr bwMode="auto">
          <a:xfrm>
            <a:off x="2192400" y="1881188"/>
            <a:ext cx="7092950" cy="4427537"/>
          </a:xfrm>
          <a:prstGeom prst="roundRect">
            <a:avLst>
              <a:gd name="adj" fmla="val 176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" name="그룹 43">
            <a:extLst>
              <a:ext uri="{FF2B5EF4-FFF2-40B4-BE49-F238E27FC236}">
                <a16:creationId xmlns:a16="http://schemas.microsoft.com/office/drawing/2014/main" id="{ADB442D2-2BA7-2F21-3934-C13602118974}"/>
              </a:ext>
            </a:extLst>
          </p:cNvPr>
          <p:cNvGrpSpPr/>
          <p:nvPr/>
        </p:nvGrpSpPr>
        <p:grpSpPr>
          <a:xfrm>
            <a:off x="3954078" y="1701508"/>
            <a:ext cx="2000817" cy="360000"/>
            <a:chOff x="1309051" y="4915210"/>
            <a:chExt cx="2000817" cy="360000"/>
          </a:xfrm>
        </p:grpSpPr>
        <p:grpSp>
          <p:nvGrpSpPr>
            <p:cNvPr id="37" name="그룹 44">
              <a:extLst>
                <a:ext uri="{FF2B5EF4-FFF2-40B4-BE49-F238E27FC236}">
                  <a16:creationId xmlns:a16="http://schemas.microsoft.com/office/drawing/2014/main" id="{621D081B-498C-83E0-482A-8D8246D3F19B}"/>
                </a:ext>
              </a:extLst>
            </p:cNvPr>
            <p:cNvGrpSpPr/>
            <p:nvPr/>
          </p:nvGrpSpPr>
          <p:grpSpPr>
            <a:xfrm>
              <a:off x="1309051" y="4915210"/>
              <a:ext cx="2000817" cy="360000"/>
              <a:chOff x="1549117" y="1836737"/>
              <a:chExt cx="2000817" cy="360000"/>
            </a:xfrm>
          </p:grpSpPr>
          <p:sp>
            <p:nvSpPr>
              <p:cNvPr id="39" name="사각형: 둥근 모서리 46">
                <a:extLst>
                  <a:ext uri="{FF2B5EF4-FFF2-40B4-BE49-F238E27FC236}">
                    <a16:creationId xmlns:a16="http://schemas.microsoft.com/office/drawing/2014/main" id="{63DF52D7-8262-5186-2A43-19B93433CE90}"/>
                  </a:ext>
                </a:extLst>
              </p:cNvPr>
              <p:cNvSpPr/>
              <p:nvPr/>
            </p:nvSpPr>
            <p:spPr>
              <a:xfrm>
                <a:off x="1549117" y="1836737"/>
                <a:ext cx="2000817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40" name="Picture 2" descr="Check">
                <a:extLst>
                  <a:ext uri="{FF2B5EF4-FFF2-40B4-BE49-F238E27FC236}">
                    <a16:creationId xmlns:a16="http://schemas.microsoft.com/office/drawing/2014/main" id="{3C4A18F7-3CDF-652E-F370-73BE38EEB7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96567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8" name="직사각형 45">
              <a:extLst>
                <a:ext uri="{FF2B5EF4-FFF2-40B4-BE49-F238E27FC236}">
                  <a16:creationId xmlns:a16="http://schemas.microsoft.com/office/drawing/2014/main" id="{F7CFD624-4CED-7481-4C95-E0D7CC22DFA6}"/>
                </a:ext>
              </a:extLst>
            </p:cNvPr>
            <p:cNvSpPr/>
            <p:nvPr/>
          </p:nvSpPr>
          <p:spPr>
            <a:xfrm>
              <a:off x="1669901" y="4915210"/>
              <a:ext cx="1639967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운영실태보고서 상세 화면</a:t>
              </a:r>
            </a:p>
          </p:txBody>
        </p:sp>
      </p:grpSp>
      <p:pic>
        <p:nvPicPr>
          <p:cNvPr id="41" name="Picture 2" descr="텍스트, 전자제품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D096C57D-9E55-6454-4B23-667048816FB0}"/>
              </a:ext>
            </a:extLst>
          </p:cNvPr>
          <p:cNvPicPr preferRelativeResize="0"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" t="10266" r="707" b="410"/>
          <a:stretch/>
        </p:blipFill>
        <p:spPr bwMode="auto">
          <a:xfrm>
            <a:off x="3057983" y="2611956"/>
            <a:ext cx="2880000" cy="3538640"/>
          </a:xfrm>
          <a:prstGeom prst="roundRect">
            <a:avLst>
              <a:gd name="adj" fmla="val 176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3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615C4B6E-3A58-61E6-B523-B96F75C18238}"/>
              </a:ext>
            </a:extLst>
          </p:cNvPr>
          <p:cNvPicPr preferRelativeResize="0"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13953" r="725" b="1611"/>
          <a:stretch/>
        </p:blipFill>
        <p:spPr bwMode="auto">
          <a:xfrm>
            <a:off x="6067210" y="2611956"/>
            <a:ext cx="2880000" cy="3538640"/>
          </a:xfrm>
          <a:prstGeom prst="roundRect">
            <a:avLst>
              <a:gd name="adj" fmla="val 1763"/>
            </a:avLst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" name="그룹 58">
            <a:extLst>
              <a:ext uri="{FF2B5EF4-FFF2-40B4-BE49-F238E27FC236}">
                <a16:creationId xmlns:a16="http://schemas.microsoft.com/office/drawing/2014/main" id="{06E32579-C0D4-6220-255D-074C206DD326}"/>
              </a:ext>
            </a:extLst>
          </p:cNvPr>
          <p:cNvGrpSpPr/>
          <p:nvPr/>
        </p:nvGrpSpPr>
        <p:grpSpPr>
          <a:xfrm>
            <a:off x="4624856" y="2453600"/>
            <a:ext cx="2654865" cy="360000"/>
            <a:chOff x="655003" y="4915210"/>
            <a:chExt cx="2654865" cy="360000"/>
          </a:xfrm>
        </p:grpSpPr>
        <p:grpSp>
          <p:nvGrpSpPr>
            <p:cNvPr id="44" name="그룹 59">
              <a:extLst>
                <a:ext uri="{FF2B5EF4-FFF2-40B4-BE49-F238E27FC236}">
                  <a16:creationId xmlns:a16="http://schemas.microsoft.com/office/drawing/2014/main" id="{7529EF6D-9BE3-2DB4-5A5A-6AFFB8EC00F6}"/>
                </a:ext>
              </a:extLst>
            </p:cNvPr>
            <p:cNvGrpSpPr/>
            <p:nvPr/>
          </p:nvGrpSpPr>
          <p:grpSpPr>
            <a:xfrm>
              <a:off x="655003" y="4915210"/>
              <a:ext cx="2654865" cy="360000"/>
              <a:chOff x="895069" y="1836737"/>
              <a:chExt cx="2654865" cy="360000"/>
            </a:xfrm>
          </p:grpSpPr>
          <p:sp>
            <p:nvSpPr>
              <p:cNvPr id="46" name="사각형: 둥근 모서리 61">
                <a:extLst>
                  <a:ext uri="{FF2B5EF4-FFF2-40B4-BE49-F238E27FC236}">
                    <a16:creationId xmlns:a16="http://schemas.microsoft.com/office/drawing/2014/main" id="{3292B14E-8303-9D63-2CEE-9F34BB368CAD}"/>
                  </a:ext>
                </a:extLst>
              </p:cNvPr>
              <p:cNvSpPr/>
              <p:nvPr/>
            </p:nvSpPr>
            <p:spPr>
              <a:xfrm>
                <a:off x="895069" y="1836737"/>
                <a:ext cx="2654865" cy="360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rgbClr val="0042A6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47" name="Picture 2" descr="Check">
                <a:extLst>
                  <a:ext uri="{FF2B5EF4-FFF2-40B4-BE49-F238E27FC236}">
                    <a16:creationId xmlns:a16="http://schemas.microsoft.com/office/drawing/2014/main" id="{41A7DE6D-BF7C-7FE7-0B68-8144F2AE1A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42517" y="1872737"/>
                <a:ext cx="288000" cy="28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5" name="직사각형 60">
              <a:extLst>
                <a:ext uri="{FF2B5EF4-FFF2-40B4-BE49-F238E27FC236}">
                  <a16:creationId xmlns:a16="http://schemas.microsoft.com/office/drawing/2014/main" id="{B11BBB64-C1CC-0222-90A8-450799C56CD2}"/>
                </a:ext>
              </a:extLst>
            </p:cNvPr>
            <p:cNvSpPr/>
            <p:nvPr/>
          </p:nvSpPr>
          <p:spPr>
            <a:xfrm>
              <a:off x="978853" y="4915210"/>
              <a:ext cx="2331015" cy="360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평가 결과 </a:t>
              </a:r>
              <a:r>
                <a:rPr lang="en-US" altLang="ko-KR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· </a:t>
              </a:r>
              <a:r>
                <a:rPr lang="ko-KR" altLang="en-US" sz="1100" dirty="0">
                  <a:ln>
                    <a:solidFill>
                      <a:schemeClr val="tx2">
                        <a:lumMod val="20000"/>
                        <a:lumOff val="80000"/>
                        <a:alpha val="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운영실태보고서 조회 화면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6E9A19C-9DC0-1D50-513F-1F64CE42D14D}"/>
              </a:ext>
            </a:extLst>
          </p:cNvPr>
          <p:cNvSpPr txBox="1"/>
          <p:nvPr/>
        </p:nvSpPr>
        <p:spPr bwMode="auto">
          <a:xfrm rot="20575780">
            <a:off x="8156818" y="1892335"/>
            <a:ext cx="1065600" cy="288000"/>
          </a:xfrm>
          <a:prstGeom prst="rect">
            <a:avLst/>
          </a:prstGeom>
          <a:solidFill>
            <a:schemeClr val="bg1"/>
          </a:solidFill>
          <a:ln w="12700" cmpd="dbl">
            <a:solidFill>
              <a:srgbClr val="C00000"/>
            </a:solidFill>
          </a:ln>
        </p:spPr>
        <p:txBody>
          <a:bodyPr lIns="0" rIns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>
              <a:spcAft>
                <a:spcPts val="420"/>
              </a:spcAft>
              <a:defRPr/>
            </a:pPr>
            <a:r>
              <a:rPr lang="en-US" altLang="ko-KR" sz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</a:p>
        </p:txBody>
      </p:sp>
    </p:spTree>
    <p:extLst>
      <p:ext uri="{BB962C8B-B14F-4D97-AF65-F5344CB8AC3E}">
        <p14:creationId xmlns:p14="http://schemas.microsoft.com/office/powerpoint/2010/main" val="27203876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27387-5A7C-5CC8-F9AF-8379B94C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2237"/>
          <p:cNvSpPr>
            <a:spLocks noChangeArrowheads="1"/>
          </p:cNvSpPr>
          <p:nvPr/>
        </p:nvSpPr>
        <p:spPr bwMode="auto">
          <a:xfrm>
            <a:off x="3077968" y="1824245"/>
            <a:ext cx="6192986" cy="184597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7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wrap="none" lIns="75600" tIns="75600" rIns="75600" bIns="7560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endParaRPr kumimoji="1" lang="ko-KR" altLang="en-US" sz="2835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91" name="Text Box 2239"/>
          <p:cNvSpPr txBox="1">
            <a:spLocks noChangeArrowheads="1"/>
          </p:cNvSpPr>
          <p:nvPr/>
        </p:nvSpPr>
        <p:spPr bwMode="auto">
          <a:xfrm>
            <a:off x="3081189" y="1511870"/>
            <a:ext cx="6189765" cy="36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28575" cap="sq">
            <a:noFill/>
            <a:miter lim="800000"/>
          </a:ln>
          <a:effectLst>
            <a:innerShdw dist="254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7800" bIns="37800" anchor="ctr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>
            <a:defPPr>
              <a:defRPr lang="en-GB"/>
            </a:defPPr>
            <a:lvl1pPr algn="ctr">
              <a:defRPr kumimoji="1" sz="2000" kern="0"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>
              <a:defRPr/>
            </a:pPr>
            <a:r>
              <a:rPr lang="ko-KR" altLang="en-US" sz="1400" b="1" kern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내부회계관리 시스템</a:t>
            </a:r>
            <a:r>
              <a:rPr lang="en-US" altLang="ko-KR" sz="1400" b="1" kern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(MicroICM-C)</a:t>
            </a:r>
            <a:endParaRPr lang="ko-KR" altLang="en-US" sz="1400" b="1" kern="1200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Rectangle 2330"/>
          <p:cNvSpPr>
            <a:spLocks noChangeArrowheads="1"/>
          </p:cNvSpPr>
          <p:nvPr/>
        </p:nvSpPr>
        <p:spPr bwMode="auto">
          <a:xfrm>
            <a:off x="1027871" y="2359617"/>
            <a:ext cx="1112758" cy="838924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wrap="none" lIns="75600" tIns="75600" rIns="75600" bIns="7560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endParaRPr lang="ko-KR" altLang="en-US" sz="2835" dirty="0">
              <a:ln>
                <a:solidFill>
                  <a:srgbClr val="C00000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93" name="Text Box 2239"/>
          <p:cNvSpPr txBox="1">
            <a:spLocks noChangeArrowheads="1"/>
          </p:cNvSpPr>
          <p:nvPr/>
        </p:nvSpPr>
        <p:spPr bwMode="auto">
          <a:xfrm>
            <a:off x="1027871" y="1999617"/>
            <a:ext cx="1112758" cy="36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9D1E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>
            <a:defPPr>
              <a:defRPr lang="en-GB"/>
            </a:defPPr>
            <a:lvl1pPr algn="ctr" eaLnBrk="1" latinLnBrk="1" hangingPunct="1">
              <a:defRPr sz="1100" spc="-10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latinLnBrk="0">
              <a:defRPr/>
            </a:pPr>
            <a:r>
              <a:rPr lang="ko-KR" altLang="en-US" sz="1300" b="1" spc="0" dirty="0">
                <a:ln>
                  <a:solidFill>
                    <a:srgbClr val="C0000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인사시스템</a:t>
            </a:r>
          </a:p>
        </p:txBody>
      </p:sp>
      <p:pic>
        <p:nvPicPr>
          <p:cNvPr id="94" name="Picture 6" descr="C:\Documents and Settings\y1234567890\바탕 화면\법무부 측위방식 고도화에 따른 위치추적시스템 및 PDA개선\999.기술부분\파워포인트용 이미지\dedicated_server.png">
            <a:extLst>
              <a:ext uri="{FF2B5EF4-FFF2-40B4-BE49-F238E27FC236}">
                <a16:creationId xmlns:a16="http://schemas.microsoft.com/office/drawing/2014/main" id="{AC9B4CEA-FA7F-9D2F-B154-8BBA4302E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3619" y="2431444"/>
            <a:ext cx="493200" cy="476798"/>
          </a:xfrm>
          <a:prstGeom prst="rect">
            <a:avLst/>
          </a:prstGeom>
          <a:noFill/>
        </p:spPr>
      </p:pic>
      <p:sp>
        <p:nvSpPr>
          <p:cNvPr id="95" name="TextBox 114">
            <a:extLst>
              <a:ext uri="{FF2B5EF4-FFF2-40B4-BE49-F238E27FC236}">
                <a16:creationId xmlns:a16="http://schemas.microsoft.com/office/drawing/2014/main" id="{BBE750F7-CE90-C15C-2A4D-D58E68B47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919" y="2930889"/>
            <a:ext cx="964663" cy="246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45714" rIns="36000" bIns="45714">
            <a:spAutoFit/>
          </a:bodyPr>
          <a:lstStyle/>
          <a:p>
            <a:pPr algn="ctr" defTabSz="914400"/>
            <a:r>
              <a:rPr lang="ko-KR" altLang="en-US" sz="10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부서</a:t>
            </a:r>
            <a:r>
              <a:rPr lang="en-US" altLang="ko-KR" sz="10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인사 정보</a:t>
            </a:r>
            <a:endParaRPr lang="en-US" altLang="ko-KR" sz="1000" b="1" dirty="0">
              <a:solidFill>
                <a:prstClr val="black">
                  <a:lumMod val="75000"/>
                  <a:lumOff val="2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8" name="직선 화살표 연결선 117"/>
          <p:cNvCxnSpPr>
            <a:stCxn id="92" idx="3"/>
            <a:endCxn id="101" idx="1"/>
          </p:cNvCxnSpPr>
          <p:nvPr/>
        </p:nvCxnSpPr>
        <p:spPr>
          <a:xfrm flipV="1">
            <a:off x="2140629" y="2778471"/>
            <a:ext cx="944053" cy="608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99" name="Rectangle 2071">
            <a:extLst>
              <a:ext uri="{FF2B5EF4-FFF2-40B4-BE49-F238E27FC236}">
                <a16:creationId xmlns:a16="http://schemas.microsoft.com/office/drawing/2014/main" id="{18C13BE6-1280-63CB-0E4F-58E1CB6D6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4782" y="1930857"/>
            <a:ext cx="1588218" cy="16614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t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/>
          <a:p>
            <a:pPr algn="ctr"/>
            <a:r>
              <a:rPr lang="en-US" altLang="ko-KR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I/F</a:t>
            </a:r>
            <a:r>
              <a:rPr lang="ko-KR" altLang="en-US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테이블</a:t>
            </a:r>
            <a:endParaRPr lang="en-US" altLang="ko-KR" sz="1100" b="1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100" b="1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100" b="1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100" b="1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100" b="1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100" b="1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914400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조직</a:t>
            </a:r>
            <a:r>
              <a:rPr lang="en-US" altLang="ko-KR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조직 정보</a:t>
            </a:r>
            <a:endParaRPr lang="en-US" altLang="ko-KR" sz="11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ko-KR" altLang="en-US" sz="1100" b="1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직사각형 72"/>
          <p:cNvSpPr>
            <a:spLocks noChangeArrowheads="1"/>
          </p:cNvSpPr>
          <p:nvPr/>
        </p:nvSpPr>
        <p:spPr bwMode="auto">
          <a:xfrm>
            <a:off x="2126789" y="2784069"/>
            <a:ext cx="934118" cy="350739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algn="ctr"/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Batch Program</a:t>
            </a:r>
          </a:p>
        </p:txBody>
      </p:sp>
      <p:sp>
        <p:nvSpPr>
          <p:cNvPr id="101" name="AutoShape 90">
            <a:extLst>
              <a:ext uri="{FF2B5EF4-FFF2-40B4-BE49-F238E27FC236}">
                <a16:creationId xmlns:a16="http://schemas.microsoft.com/office/drawing/2014/main" id="{D2F2C97B-22FA-C9C6-9CFB-E73B1132890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84682" y="1971494"/>
            <a:ext cx="273652" cy="1613954"/>
          </a:xfrm>
          <a:prstGeom prst="homePlate">
            <a:avLst>
              <a:gd name="adj" fmla="val 38144"/>
            </a:avLst>
          </a:prstGeom>
          <a:solidFill>
            <a:srgbClr val="3279C8"/>
          </a:solidFill>
          <a:ln w="6350">
            <a:noFill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일</a:t>
            </a:r>
            <a:endParaRPr kumimoji="1" lang="en-US" altLang="ko-KR" sz="1000" b="1" i="0" u="none" strike="noStrike" kern="1200" cap="none" spc="0" normalizeH="0" baseline="0" noProof="0" dirty="0">
              <a:ln>
                <a:solidFill>
                  <a:srgbClr val="47A5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marL="0" marR="0" lvl="0" indent="0" algn="ctr" defTabSz="914400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000" b="1" dirty="0">
              <a:ln>
                <a:solidFill>
                  <a:srgbClr val="47A5E1">
                    <a:alpha val="0"/>
                  </a:srgb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marL="0" marR="0" lvl="0" indent="0" algn="ctr" defTabSz="914400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단위 </a:t>
            </a:r>
            <a:endParaRPr kumimoji="1" lang="en-US" altLang="ko-KR" sz="1000" b="1" i="0" u="none" strike="noStrike" kern="1200" cap="none" spc="0" normalizeH="0" baseline="0" noProof="0" dirty="0">
              <a:ln>
                <a:solidFill>
                  <a:srgbClr val="47A5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marL="0" marR="0" lvl="0" indent="0" algn="ctr" defTabSz="914400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000" b="1" dirty="0">
              <a:ln>
                <a:solidFill>
                  <a:srgbClr val="47A5E1">
                    <a:alpha val="0"/>
                  </a:srgb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marL="0" marR="0" lvl="0" indent="0" algn="ctr" defTabSz="914400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실행</a:t>
            </a:r>
          </a:p>
        </p:txBody>
      </p:sp>
      <p:sp>
        <p:nvSpPr>
          <p:cNvPr id="102" name="Rectangle 2071">
            <a:extLst>
              <a:ext uri="{FF2B5EF4-FFF2-40B4-BE49-F238E27FC236}">
                <a16:creationId xmlns:a16="http://schemas.microsoft.com/office/drawing/2014/main" id="{18C13BE6-1280-63CB-0E4F-58E1CB6D6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8387" y="1932566"/>
            <a:ext cx="3745140" cy="16614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t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/>
          <a:p>
            <a:pPr algn="ctr"/>
            <a:r>
              <a:rPr lang="ko-KR" altLang="en-US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부서</a:t>
            </a:r>
            <a:r>
              <a:rPr lang="en-US" altLang="ko-KR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인사 정보</a:t>
            </a:r>
            <a:endParaRPr lang="en-US" altLang="ko-KR" sz="1100" b="1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100" b="1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100" b="1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5" name="Picture 18" descr="D:\소스\아이콘\db.png">
            <a:extLst>
              <a:ext uri="{FF2B5EF4-FFF2-40B4-BE49-F238E27FC236}">
                <a16:creationId xmlns:a16="http://schemas.microsoft.com/office/drawing/2014/main" id="{DD3497E4-A5B2-303A-CFB2-9054AEEE9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71877" y="2379802"/>
            <a:ext cx="493770" cy="493770"/>
          </a:xfrm>
          <a:prstGeom prst="rect">
            <a:avLst/>
          </a:prstGeom>
          <a:noFill/>
        </p:spPr>
      </p:pic>
      <p:sp>
        <p:nvSpPr>
          <p:cNvPr id="109" name="AutoShape 90">
            <a:extLst>
              <a:ext uri="{FF2B5EF4-FFF2-40B4-BE49-F238E27FC236}">
                <a16:creationId xmlns:a16="http://schemas.microsoft.com/office/drawing/2014/main" id="{D2F2C97B-22FA-C9C6-9CFB-E73B1132890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59447" y="1973204"/>
            <a:ext cx="472561" cy="1613954"/>
          </a:xfrm>
          <a:prstGeom prst="homePlate">
            <a:avLst>
              <a:gd name="adj" fmla="val 38144"/>
            </a:avLst>
          </a:prstGeom>
          <a:solidFill>
            <a:srgbClr val="3279C8"/>
          </a:solidFill>
          <a:ln w="6350">
            <a:noFill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동기화</a:t>
            </a:r>
            <a:endParaRPr kumimoji="1" lang="en-US" altLang="ko-KR" sz="1000" b="1" dirty="0">
              <a:ln>
                <a:solidFill>
                  <a:srgbClr val="47A5E1">
                    <a:alpha val="0"/>
                  </a:srgb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  <p:pic>
        <p:nvPicPr>
          <p:cNvPr id="110" name="그림 25">
            <a:extLst>
              <a:ext uri="{FF2B5EF4-FFF2-40B4-BE49-F238E27FC236}">
                <a16:creationId xmlns:a16="http://schemas.microsoft.com/office/drawing/2014/main" id="{801AFFAB-2D48-26B3-BE74-A0E6749999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6862" b="-1"/>
          <a:stretch/>
        </p:blipFill>
        <p:spPr>
          <a:xfrm>
            <a:off x="5516368" y="2168106"/>
            <a:ext cx="3570483" cy="1349898"/>
          </a:xfrm>
          <a:prstGeom prst="rect">
            <a:avLst/>
          </a:prstGeom>
        </p:spPr>
      </p:pic>
      <p:sp>
        <p:nvSpPr>
          <p:cNvPr id="149" name="object 4">
            <a:extLst>
              <a:ext uri="{FF2B5EF4-FFF2-40B4-BE49-F238E27FC236}">
                <a16:creationId xmlns:a16="http://schemas.microsoft.com/office/drawing/2014/main" id="{C9F75350-8332-7D40-EE62-F1119EC2C005}"/>
              </a:ext>
            </a:extLst>
          </p:cNvPr>
          <p:cNvSpPr txBox="1"/>
          <p:nvPr/>
        </p:nvSpPr>
        <p:spPr>
          <a:xfrm>
            <a:off x="642743" y="793487"/>
            <a:ext cx="8640000" cy="646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인사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/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SSO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 연계</a:t>
            </a:r>
            <a:endParaRPr lang="en-US" altLang="ko-KR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인사정보 연계 및 통합 로그인을 통한 업무 효율화</a:t>
            </a:r>
            <a:endParaRPr lang="en-US" altLang="ko-KR" sz="16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43745645-56CA-6255-9612-C00C6181A8EA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sp>
        <p:nvSpPr>
          <p:cNvPr id="2" name="Rectangle 2237">
            <a:extLst>
              <a:ext uri="{FF2B5EF4-FFF2-40B4-BE49-F238E27FC236}">
                <a16:creationId xmlns:a16="http://schemas.microsoft.com/office/drawing/2014/main" id="{35DF2E0A-BBD2-18D3-9396-87DF1819B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7968" y="4432793"/>
            <a:ext cx="6192986" cy="184597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7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wrap="none" lIns="75600" tIns="75600" rIns="75600" bIns="7560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endParaRPr kumimoji="1" lang="ko-KR" altLang="en-US" sz="2835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Rectangle 2330">
            <a:extLst>
              <a:ext uri="{FF2B5EF4-FFF2-40B4-BE49-F238E27FC236}">
                <a16:creationId xmlns:a16="http://schemas.microsoft.com/office/drawing/2014/main" id="{6A1948E8-648B-ACD4-0509-A5087B407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5" y="4953999"/>
            <a:ext cx="832996" cy="838924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wrap="none" lIns="75600" tIns="75600" rIns="75600" bIns="7560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endParaRPr lang="ko-KR" altLang="en-US" sz="2835" dirty="0">
              <a:ln>
                <a:solidFill>
                  <a:srgbClr val="C00000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 Box 2239">
            <a:extLst>
              <a:ext uri="{FF2B5EF4-FFF2-40B4-BE49-F238E27FC236}">
                <a16:creationId xmlns:a16="http://schemas.microsoft.com/office/drawing/2014/main" id="{FF2078FA-76AD-59AF-C65D-6F5344CB8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" y="4593999"/>
            <a:ext cx="832996" cy="36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9D1E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>
            <a:defPPr>
              <a:defRPr lang="en-GB"/>
            </a:defPPr>
            <a:lvl1pPr algn="ctr" eaLnBrk="1" latinLnBrk="1" hangingPunct="1">
              <a:defRPr sz="1100" spc="-10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latinLnBrk="0">
              <a:defRPr/>
            </a:pPr>
            <a:r>
              <a:rPr lang="ko-KR" altLang="en-US" sz="1300" b="1" spc="0" dirty="0">
                <a:ln>
                  <a:solidFill>
                    <a:srgbClr val="C0000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사용자</a:t>
            </a:r>
          </a:p>
        </p:txBody>
      </p:sp>
      <p:pic>
        <p:nvPicPr>
          <p:cNvPr id="12" name="그림 236">
            <a:extLst>
              <a:ext uri="{FF2B5EF4-FFF2-40B4-BE49-F238E27FC236}">
                <a16:creationId xmlns:a16="http://schemas.microsoft.com/office/drawing/2014/main" id="{3ADA47DD-BA84-3717-E6E6-A07B0B0A1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4900" y="5108862"/>
            <a:ext cx="594389" cy="34915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46">
            <a:extLst>
              <a:ext uri="{FF2B5EF4-FFF2-40B4-BE49-F238E27FC236}">
                <a16:creationId xmlns:a16="http://schemas.microsoft.com/office/drawing/2014/main" id="{19936DCE-A970-8E8A-551D-7A5A07CEC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60" y="5531077"/>
            <a:ext cx="569387" cy="246221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9pPr>
          </a:lstStyle>
          <a:p>
            <a:pPr algn="ctr">
              <a:defRPr/>
            </a:pPr>
            <a:r>
              <a:rPr lang="ko-KR" altLang="en-US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임직원</a:t>
            </a:r>
            <a:endParaRPr lang="en-US" altLang="ko-KR" sz="1000" dirty="0">
              <a:solidFill>
                <a:prstClr val="black">
                  <a:lumMod val="75000"/>
                  <a:lumOff val="2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 Box 2239">
            <a:extLst>
              <a:ext uri="{FF2B5EF4-FFF2-40B4-BE49-F238E27FC236}">
                <a16:creationId xmlns:a16="http://schemas.microsoft.com/office/drawing/2014/main" id="{7329BEE2-360D-ABED-543E-93FB66E5E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71" y="4103927"/>
            <a:ext cx="6224186" cy="36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28575" cap="sq">
            <a:noFill/>
            <a:miter lim="800000"/>
          </a:ln>
          <a:effectLst>
            <a:innerShdw dist="254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7800" bIns="37800" anchor="ctr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>
            <a:defPPr>
              <a:defRPr lang="en-GB"/>
            </a:defPPr>
            <a:lvl1pPr algn="ctr">
              <a:defRPr kumimoji="1" sz="2000" kern="0"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>
              <a:defRPr/>
            </a:pPr>
            <a:r>
              <a:rPr lang="ko-KR" altLang="en-US" sz="1400" b="1" kern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내부회계관리 시스템</a:t>
            </a:r>
            <a:r>
              <a:rPr lang="en-US" altLang="ko-KR" sz="1400" b="1" kern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(MicroICM-C)</a:t>
            </a:r>
            <a:endParaRPr lang="ko-KR" altLang="en-US" sz="1400" b="1" kern="1200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Rectangle 2330">
            <a:extLst>
              <a:ext uri="{FF2B5EF4-FFF2-40B4-BE49-F238E27FC236}">
                <a16:creationId xmlns:a16="http://schemas.microsoft.com/office/drawing/2014/main" id="{A9B437C5-31B9-19B6-AFB4-FD4A9A045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590" y="4950775"/>
            <a:ext cx="832996" cy="838924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wrap="none" lIns="75600" tIns="75600" rIns="75600" bIns="7560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endParaRPr lang="ko-KR" altLang="en-US" sz="2835" dirty="0">
              <a:ln>
                <a:solidFill>
                  <a:srgbClr val="C00000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Text Box 2239">
            <a:extLst>
              <a:ext uri="{FF2B5EF4-FFF2-40B4-BE49-F238E27FC236}">
                <a16:creationId xmlns:a16="http://schemas.microsoft.com/office/drawing/2014/main" id="{C7AEC07F-A8AD-0B37-4C48-A1D1E8AD4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590" y="4590775"/>
            <a:ext cx="832996" cy="36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9D1E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>
            <a:defPPr>
              <a:defRPr lang="en-GB"/>
            </a:defPPr>
            <a:lvl1pPr algn="ctr" eaLnBrk="1" latinLnBrk="1" hangingPunct="1">
              <a:defRPr sz="1100" spc="-10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latinLnBrk="0">
              <a:defRPr/>
            </a:pPr>
            <a:r>
              <a:rPr lang="ko-KR" altLang="en-US" sz="1300" b="1" spc="0" dirty="0">
                <a:ln>
                  <a:solidFill>
                    <a:srgbClr val="C0000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인증서버</a:t>
            </a:r>
          </a:p>
        </p:txBody>
      </p:sp>
      <p:pic>
        <p:nvPicPr>
          <p:cNvPr id="17" name="Picture 6" descr="C:\Documents and Settings\y1234567890\바탕 화면\법무부 측위방식 고도화에 따른 위치추적시스템 및 PDA개선\999.기술부분\파워포인트용 이미지\dedicated_server.png">
            <a:extLst>
              <a:ext uri="{FF2B5EF4-FFF2-40B4-BE49-F238E27FC236}">
                <a16:creationId xmlns:a16="http://schemas.microsoft.com/office/drawing/2014/main" id="{571EF6FE-3D3F-388D-2807-5476B3011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8428" y="5022602"/>
            <a:ext cx="493200" cy="476798"/>
          </a:xfrm>
          <a:prstGeom prst="rect">
            <a:avLst/>
          </a:prstGeom>
          <a:noFill/>
        </p:spPr>
      </p:pic>
      <p:sp>
        <p:nvSpPr>
          <p:cNvPr id="18" name="TextBox 114">
            <a:extLst>
              <a:ext uri="{FF2B5EF4-FFF2-40B4-BE49-F238E27FC236}">
                <a16:creationId xmlns:a16="http://schemas.microsoft.com/office/drawing/2014/main" id="{9CBAD0A7-A498-ED86-CEDE-F42911CB6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521" y="5531089"/>
            <a:ext cx="797242" cy="246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29" tIns="45714" rIns="91429" bIns="45714">
            <a:spAutoFit/>
          </a:bodyPr>
          <a:lstStyle/>
          <a:p>
            <a:pPr algn="ctr" defTabSz="914400"/>
            <a:r>
              <a:rPr lang="en-US" altLang="ko-KR" sz="10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SSO </a:t>
            </a:r>
            <a:r>
              <a:rPr lang="ko-KR" altLang="en-US" sz="10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서버</a:t>
            </a:r>
            <a:endParaRPr lang="en-US" altLang="ko-KR" sz="1000" b="1" dirty="0">
              <a:solidFill>
                <a:prstClr val="black">
                  <a:lumMod val="75000"/>
                  <a:lumOff val="2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9" name="직선 화살표 연결선 117">
            <a:extLst>
              <a:ext uri="{FF2B5EF4-FFF2-40B4-BE49-F238E27FC236}">
                <a16:creationId xmlns:a16="http://schemas.microsoft.com/office/drawing/2014/main" id="{4EC77000-D8A7-75D8-684B-FDB2898937B9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 flipV="1">
            <a:off x="1464821" y="5370237"/>
            <a:ext cx="355769" cy="3224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20" name="직사각형 72">
            <a:extLst>
              <a:ext uri="{FF2B5EF4-FFF2-40B4-BE49-F238E27FC236}">
                <a16:creationId xmlns:a16="http://schemas.microsoft.com/office/drawing/2014/main" id="{DF86B9CE-FA04-1FA9-A5EC-6410483AF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4457" y="5417266"/>
            <a:ext cx="354202" cy="350739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r>
              <a:rPr kumimoji="1" lang="ko-KR" altLang="en-US" sz="900" b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인증</a:t>
            </a:r>
            <a:endParaRPr kumimoji="1"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요청</a:t>
            </a:r>
            <a:endParaRPr kumimoji="1"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1" name="직선 화살표 연결선 117">
            <a:extLst>
              <a:ext uri="{FF2B5EF4-FFF2-40B4-BE49-F238E27FC236}">
                <a16:creationId xmlns:a16="http://schemas.microsoft.com/office/drawing/2014/main" id="{C4803623-E0FF-7BBC-0519-151CC81629A3}"/>
              </a:ext>
            </a:extLst>
          </p:cNvPr>
          <p:cNvCxnSpPr>
            <a:stCxn id="15" idx="3"/>
            <a:endCxn id="24" idx="1"/>
          </p:cNvCxnSpPr>
          <p:nvPr/>
        </p:nvCxnSpPr>
        <p:spPr>
          <a:xfrm flipV="1">
            <a:off x="2653586" y="5363497"/>
            <a:ext cx="420177" cy="6740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22" name="Rectangle 2071">
            <a:extLst>
              <a:ext uri="{FF2B5EF4-FFF2-40B4-BE49-F238E27FC236}">
                <a16:creationId xmlns:a16="http://schemas.microsoft.com/office/drawing/2014/main" id="{4FB70448-88F1-9B0A-20AE-8EAEEF0FC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863" y="4555735"/>
            <a:ext cx="1732486" cy="16155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t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/>
          <a:p>
            <a:pPr algn="ctr"/>
            <a:r>
              <a:rPr lang="en-US" altLang="ko-KR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Application Login Page</a:t>
            </a:r>
          </a:p>
          <a:p>
            <a:pPr algn="ctr"/>
            <a:endParaRPr lang="en-US" altLang="ko-KR" sz="1100" b="1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defTabSz="914400">
              <a:lnSpc>
                <a:spcPct val="120000"/>
              </a:lnSpc>
              <a:spcBef>
                <a:spcPct val="30000"/>
              </a:spcBef>
              <a:buAutoNum type="arabicPeriod"/>
              <a:defRPr/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유무 점검</a:t>
            </a:r>
            <a:endParaRPr lang="en-US" altLang="ko-KR" sz="11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defTabSz="914400">
              <a:lnSpc>
                <a:spcPct val="120000"/>
              </a:lnSpc>
              <a:spcBef>
                <a:spcPct val="30000"/>
              </a:spcBef>
              <a:buAutoNum type="arabicPeriod"/>
              <a:defRPr/>
            </a:pPr>
            <a:r>
              <a:rPr lang="ko-KR" altLang="en-US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권한 점검</a:t>
            </a:r>
            <a:endParaRPr lang="en-US" altLang="ko-KR" sz="11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ko-KR" altLang="en-US" sz="1100" b="1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72">
            <a:extLst>
              <a:ext uri="{FF2B5EF4-FFF2-40B4-BE49-F238E27FC236}">
                <a16:creationId xmlns:a16="http://schemas.microsoft.com/office/drawing/2014/main" id="{D54825F6-4985-ADF2-0BBA-1C4E75F6A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823" y="5417266"/>
            <a:ext cx="354202" cy="350739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algn="ctr"/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사용자</a:t>
            </a:r>
            <a:endParaRPr kumimoji="1"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정보</a:t>
            </a:r>
            <a:endParaRPr kumimoji="1"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AutoShape 90">
            <a:extLst>
              <a:ext uri="{FF2B5EF4-FFF2-40B4-BE49-F238E27FC236}">
                <a16:creationId xmlns:a16="http://schemas.microsoft.com/office/drawing/2014/main" id="{1FC96395-32AE-9CCF-5EC7-B48B25836F7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73763" y="4555736"/>
            <a:ext cx="273652" cy="1615521"/>
          </a:xfrm>
          <a:prstGeom prst="homePlate">
            <a:avLst>
              <a:gd name="adj" fmla="val 38144"/>
            </a:avLst>
          </a:prstGeom>
          <a:solidFill>
            <a:srgbClr val="3279C8"/>
          </a:solidFill>
          <a:ln w="6350">
            <a:noFill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사용자</a:t>
            </a:r>
            <a:endParaRPr kumimoji="1" lang="en-US" altLang="ko-KR" sz="1000" b="1" i="0" u="none" strike="noStrike" kern="1200" cap="none" spc="0" normalizeH="0" baseline="0" noProof="0" dirty="0">
              <a:ln>
                <a:solidFill>
                  <a:srgbClr val="47A5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  <a:p>
            <a:pPr marL="0" marR="0" lvl="0" indent="0" algn="ctr" defTabSz="914400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dirty="0">
                <a:ln>
                  <a:solidFill>
                    <a:srgbClr val="47A5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 인증</a:t>
            </a:r>
          </a:p>
        </p:txBody>
      </p:sp>
      <p:sp>
        <p:nvSpPr>
          <p:cNvPr id="25" name="Rectangle 2071">
            <a:extLst>
              <a:ext uri="{FF2B5EF4-FFF2-40B4-BE49-F238E27FC236}">
                <a16:creationId xmlns:a16="http://schemas.microsoft.com/office/drawing/2014/main" id="{63C385EC-5FD2-CD1D-B6CB-A0CADF51D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009" y="4555735"/>
            <a:ext cx="3721517" cy="161552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t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/>
          <a:p>
            <a:pPr algn="ctr"/>
            <a:r>
              <a:rPr lang="ko-KR" altLang="en-US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 결과</a:t>
            </a:r>
            <a:endParaRPr lang="en-US" altLang="ko-KR" sz="1100" b="1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100" b="1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100" b="1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6" name="그림 50">
            <a:extLst>
              <a:ext uri="{FF2B5EF4-FFF2-40B4-BE49-F238E27FC236}">
                <a16:creationId xmlns:a16="http://schemas.microsoft.com/office/drawing/2014/main" id="{2E7AACCE-ACDF-8591-1E39-47136CBDBA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6368" y="4823706"/>
            <a:ext cx="3570482" cy="1147582"/>
          </a:xfrm>
          <a:prstGeom prst="rect">
            <a:avLst/>
          </a:prstGeom>
        </p:spPr>
      </p:pic>
      <p:cxnSp>
        <p:nvCxnSpPr>
          <p:cNvPr id="27" name="직선 화살표 연결선 117">
            <a:extLst>
              <a:ext uri="{FF2B5EF4-FFF2-40B4-BE49-F238E27FC236}">
                <a16:creationId xmlns:a16="http://schemas.microsoft.com/office/drawing/2014/main" id="{8F7D6140-C14E-91E4-61C7-0A9171F47741}"/>
              </a:ext>
            </a:extLst>
          </p:cNvPr>
          <p:cNvCxnSpPr>
            <a:stCxn id="22" idx="3"/>
            <a:endCxn id="25" idx="1"/>
          </p:cNvCxnSpPr>
          <p:nvPr/>
        </p:nvCxnSpPr>
        <p:spPr>
          <a:xfrm>
            <a:off x="5086350" y="5246118"/>
            <a:ext cx="345659" cy="0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28" name="직사각형 72">
            <a:extLst>
              <a:ext uri="{FF2B5EF4-FFF2-40B4-BE49-F238E27FC236}">
                <a16:creationId xmlns:a16="http://schemas.microsoft.com/office/drawing/2014/main" id="{2AD8EB32-D646-3631-074A-9421DCDC6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4184" y="5225907"/>
            <a:ext cx="354202" cy="350739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algn="ctr"/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인증</a:t>
            </a:r>
            <a:endParaRPr kumimoji="1" lang="en-US" altLang="ko-KR" sz="90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kumimoji="1" lang="ko-KR" altLang="en-US" sz="900" b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성공</a:t>
            </a:r>
            <a:endParaRPr kumimoji="1"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72">
            <a:extLst>
              <a:ext uri="{FF2B5EF4-FFF2-40B4-BE49-F238E27FC236}">
                <a16:creationId xmlns:a16="http://schemas.microsoft.com/office/drawing/2014/main" id="{0CFAD24A-58BE-B43C-453A-86A20EA5A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96" y="5806021"/>
            <a:ext cx="1128009" cy="574979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algn="ctr"/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증빙담당자</a:t>
            </a:r>
            <a:endParaRPr kumimoji="1" lang="en-US" altLang="ko-KR" sz="90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승인자</a:t>
            </a:r>
            <a:endParaRPr kumimoji="1" lang="en-US" altLang="ko-KR" sz="90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평가자</a:t>
            </a:r>
            <a:endParaRPr kumimoji="1" lang="en-US" altLang="ko-KR" sz="90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41036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27387-5A7C-5CC8-F9AF-8379B94C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bject 4">
            <a:extLst>
              <a:ext uri="{FF2B5EF4-FFF2-40B4-BE49-F238E27FC236}">
                <a16:creationId xmlns:a16="http://schemas.microsoft.com/office/drawing/2014/main" id="{C9F75350-8332-7D40-EE62-F1119EC2C005}"/>
              </a:ext>
            </a:extLst>
          </p:cNvPr>
          <p:cNvSpPr txBox="1"/>
          <p:nvPr/>
        </p:nvSpPr>
        <p:spPr>
          <a:xfrm>
            <a:off x="642743" y="793487"/>
            <a:ext cx="8640000" cy="6465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Mail / API 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연계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 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메일 시스템과 연계를 통한 업무 자동화 및 </a:t>
            </a:r>
            <a:r>
              <a:rPr lang="en-US" altLang="ko-KR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AIP </a:t>
            </a:r>
            <a:r>
              <a:rPr lang="ko-KR" altLang="en-US" sz="1600" dirty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연계를 통한 중요 문서 보호 및 유출 방지 지원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FC3CFE88-2D22-FABD-F914-5F041E84A917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요구사항 분석 및 커스터마이징 방안</a:t>
            </a:r>
          </a:p>
        </p:txBody>
      </p:sp>
      <p:sp>
        <p:nvSpPr>
          <p:cNvPr id="6" name="Rectangle 2237">
            <a:extLst>
              <a:ext uri="{FF2B5EF4-FFF2-40B4-BE49-F238E27FC236}">
                <a16:creationId xmlns:a16="http://schemas.microsoft.com/office/drawing/2014/main" id="{0741A327-761E-4468-9744-77AD91DC2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5" y="1964335"/>
            <a:ext cx="4595783" cy="184597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7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wrap="none" lIns="75600" tIns="75600" rIns="75600" bIns="7560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endParaRPr kumimoji="1" lang="ko-KR" altLang="en-US" sz="2835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7" name="Text Box 2239">
            <a:extLst>
              <a:ext uri="{FF2B5EF4-FFF2-40B4-BE49-F238E27FC236}">
                <a16:creationId xmlns:a16="http://schemas.microsoft.com/office/drawing/2014/main" id="{ACFA7C1E-34C7-1E5E-07BA-79A29C90F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45" y="1604335"/>
            <a:ext cx="4592107" cy="36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28575" cap="sq">
            <a:noFill/>
            <a:miter lim="800000"/>
          </a:ln>
          <a:effectLst>
            <a:innerShdw dist="254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7800" bIns="37800" anchor="ctr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>
            <a:defPPr>
              <a:defRPr lang="en-GB"/>
            </a:defPPr>
            <a:lvl1pPr algn="ctr">
              <a:defRPr kumimoji="1" sz="2000" kern="0"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>
              <a:defRPr/>
            </a:pPr>
            <a:r>
              <a:rPr lang="ko-KR" altLang="en-US" sz="1400" b="1" kern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내부회계관리 시스템</a:t>
            </a:r>
            <a:r>
              <a:rPr lang="en-US" altLang="ko-KR" sz="1400" b="1" kern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(MicroICM-C)</a:t>
            </a:r>
            <a:endParaRPr lang="ko-KR" altLang="en-US" sz="1400" b="1" kern="1200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2071">
            <a:extLst>
              <a:ext uri="{FF2B5EF4-FFF2-40B4-BE49-F238E27FC236}">
                <a16:creationId xmlns:a16="http://schemas.microsoft.com/office/drawing/2014/main" id="{406C8B43-09F0-F71B-F082-59FBB8A4A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926" y="2056143"/>
            <a:ext cx="4399635" cy="175416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t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/>
          <a:p>
            <a:pPr algn="ctr"/>
            <a:r>
              <a:rPr lang="ko-KR" altLang="en-US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메일 보내기</a:t>
            </a:r>
            <a:r>
              <a:rPr lang="en-US" altLang="ko-KR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</a:t>
            </a:r>
            <a:r>
              <a:rPr lang="en-US" altLang="ko-KR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수동</a:t>
            </a:r>
            <a:r>
              <a:rPr lang="en-US" altLang="ko-KR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ctr"/>
            <a:endParaRPr lang="en-US" altLang="ko-KR" sz="1100" b="1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5927B219-3C2A-D5F2-7F51-8480E11F5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023" y="2324336"/>
            <a:ext cx="2224977" cy="1023764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0" name="Rectangle 2330">
            <a:extLst>
              <a:ext uri="{FF2B5EF4-FFF2-40B4-BE49-F238E27FC236}">
                <a16:creationId xmlns:a16="http://schemas.microsoft.com/office/drawing/2014/main" id="{EEB49F8A-4AB1-4FC2-567C-11739B9C0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0242" y="2463764"/>
            <a:ext cx="1112758" cy="838924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wrap="none" lIns="75600" tIns="75600" rIns="75600" bIns="7560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endParaRPr lang="ko-KR" altLang="en-US" sz="2835" dirty="0">
              <a:ln>
                <a:solidFill>
                  <a:srgbClr val="C00000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 Box 2239">
            <a:extLst>
              <a:ext uri="{FF2B5EF4-FFF2-40B4-BE49-F238E27FC236}">
                <a16:creationId xmlns:a16="http://schemas.microsoft.com/office/drawing/2014/main" id="{45DFA897-250A-7289-6138-4C92492DC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0242" y="2103764"/>
            <a:ext cx="1112758" cy="36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9D1E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>
            <a:defPPr>
              <a:defRPr lang="en-GB"/>
            </a:defPPr>
            <a:lvl1pPr algn="ctr" eaLnBrk="1" latinLnBrk="1" hangingPunct="1">
              <a:defRPr sz="1100" spc="-10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latinLnBrk="0">
              <a:defRPr/>
            </a:pPr>
            <a:r>
              <a:rPr lang="ko-KR" altLang="en-US" sz="1300" b="1" spc="0" dirty="0">
                <a:ln>
                  <a:solidFill>
                    <a:srgbClr val="C0000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메일 시스템</a:t>
            </a:r>
          </a:p>
        </p:txBody>
      </p:sp>
      <p:sp>
        <p:nvSpPr>
          <p:cNvPr id="12" name="TextBox 114">
            <a:extLst>
              <a:ext uri="{FF2B5EF4-FFF2-40B4-BE49-F238E27FC236}">
                <a16:creationId xmlns:a16="http://schemas.microsoft.com/office/drawing/2014/main" id="{EB672A33-EB53-FC8E-D6A0-2FD3961B5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8904" y="3035036"/>
            <a:ext cx="964663" cy="230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29" tIns="45714" rIns="91429" bIns="45714">
            <a:spAutoFit/>
          </a:bodyPr>
          <a:lstStyle/>
          <a:p>
            <a:pPr algn="ctr" defTabSz="914400"/>
            <a:r>
              <a:rPr lang="ko-KR" altLang="en-US" sz="9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메일</a:t>
            </a:r>
            <a:r>
              <a:rPr lang="en-US" altLang="ko-KR" sz="9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(SMTP)</a:t>
            </a:r>
          </a:p>
        </p:txBody>
      </p:sp>
      <p:sp>
        <p:nvSpPr>
          <p:cNvPr id="13" name="Rectangle 2330">
            <a:extLst>
              <a:ext uri="{FF2B5EF4-FFF2-40B4-BE49-F238E27FC236}">
                <a16:creationId xmlns:a16="http://schemas.microsoft.com/office/drawing/2014/main" id="{D33FA263-811C-8E7B-FAFB-4AD633358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7958" y="2478184"/>
            <a:ext cx="832996" cy="838924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wrap="none" lIns="75600" tIns="75600" rIns="75600" bIns="7560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endParaRPr lang="ko-KR" altLang="en-US" sz="2835" dirty="0">
              <a:ln>
                <a:solidFill>
                  <a:srgbClr val="C00000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14" name="Text Box 2239">
            <a:extLst>
              <a:ext uri="{FF2B5EF4-FFF2-40B4-BE49-F238E27FC236}">
                <a16:creationId xmlns:a16="http://schemas.microsoft.com/office/drawing/2014/main" id="{0753D81E-8D71-596E-51BF-B3146BB3C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7958" y="2118184"/>
            <a:ext cx="832996" cy="36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9D1E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>
            <a:defPPr>
              <a:defRPr lang="en-GB"/>
            </a:defPPr>
            <a:lvl1pPr algn="ctr" eaLnBrk="1" latinLnBrk="1" hangingPunct="1">
              <a:defRPr sz="1100" spc="-10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latinLnBrk="0">
              <a:defRPr/>
            </a:pPr>
            <a:r>
              <a:rPr lang="ko-KR" altLang="en-US" sz="1300" b="1" spc="0" dirty="0">
                <a:ln>
                  <a:solidFill>
                    <a:srgbClr val="C0000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사용자</a:t>
            </a:r>
          </a:p>
        </p:txBody>
      </p:sp>
      <p:pic>
        <p:nvPicPr>
          <p:cNvPr id="15" name="그림 236">
            <a:extLst>
              <a:ext uri="{FF2B5EF4-FFF2-40B4-BE49-F238E27FC236}">
                <a16:creationId xmlns:a16="http://schemas.microsoft.com/office/drawing/2014/main" id="{E214521A-76BA-3C07-2A8E-6BBCC6F50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45155" y="2655086"/>
            <a:ext cx="594389" cy="34915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46">
            <a:extLst>
              <a:ext uri="{FF2B5EF4-FFF2-40B4-BE49-F238E27FC236}">
                <a16:creationId xmlns:a16="http://schemas.microsoft.com/office/drawing/2014/main" id="{2F09E9B1-0945-2E38-99E7-570229647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7658" y="3055099"/>
            <a:ext cx="569387" cy="246221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9pPr>
          </a:lstStyle>
          <a:p>
            <a:pPr algn="ctr">
              <a:defRPr/>
            </a:pPr>
            <a:r>
              <a:rPr lang="ko-KR" altLang="en-US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임직원</a:t>
            </a:r>
            <a:endParaRPr lang="en-US" altLang="ko-KR" sz="1000" dirty="0">
              <a:solidFill>
                <a:prstClr val="black">
                  <a:lumMod val="75000"/>
                  <a:lumOff val="2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" name="직선 화살표 연결선 117">
            <a:extLst>
              <a:ext uri="{FF2B5EF4-FFF2-40B4-BE49-F238E27FC236}">
                <a16:creationId xmlns:a16="http://schemas.microsoft.com/office/drawing/2014/main" id="{07332846-FB9A-C17C-C577-A32743FAFADC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5227608" y="2883226"/>
            <a:ext cx="1132634" cy="4097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18" name="직사각형 72">
            <a:extLst>
              <a:ext uri="{FF2B5EF4-FFF2-40B4-BE49-F238E27FC236}">
                <a16:creationId xmlns:a16="http://schemas.microsoft.com/office/drawing/2014/main" id="{4AE7D811-3601-6CB5-3E41-1928B2E60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5339" y="2958397"/>
            <a:ext cx="1128009" cy="51594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algn="ctr"/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보내는 사람</a:t>
            </a:r>
            <a:endParaRPr kumimoji="1" lang="en-US" altLang="ko-KR" sz="90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받는 사람</a:t>
            </a:r>
            <a:endParaRPr kumimoji="1" lang="en-US" altLang="ko-KR" sz="90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메일 제목</a:t>
            </a:r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내용</a:t>
            </a:r>
            <a:endParaRPr kumimoji="1"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화살표 연결선 117">
            <a:extLst>
              <a:ext uri="{FF2B5EF4-FFF2-40B4-BE49-F238E27FC236}">
                <a16:creationId xmlns:a16="http://schemas.microsoft.com/office/drawing/2014/main" id="{829DDBAD-EE72-7316-6B6D-6CA108C2BE5C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>
            <a:off x="7473000" y="2883226"/>
            <a:ext cx="964958" cy="14420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pic>
        <p:nvPicPr>
          <p:cNvPr id="20" name="Picture 2" descr="C:\Documents and Settings\Administrator\Local Settings\Temporary Internet Files\Content.IE5\KJMYJR32\MC900441455[1].PNG">
            <a:extLst>
              <a:ext uri="{FF2B5EF4-FFF2-40B4-BE49-F238E27FC236}">
                <a16:creationId xmlns:a16="http://schemas.microsoft.com/office/drawing/2014/main" id="{5AA87765-9DD9-8129-B110-263143C6E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28897" y="2463764"/>
            <a:ext cx="696429" cy="642857"/>
          </a:xfrm>
          <a:prstGeom prst="rect">
            <a:avLst/>
          </a:prstGeom>
          <a:noFill/>
        </p:spPr>
      </p:pic>
      <p:sp>
        <p:nvSpPr>
          <p:cNvPr id="21" name="직사각형 72">
            <a:extLst>
              <a:ext uri="{FF2B5EF4-FFF2-40B4-BE49-F238E27FC236}">
                <a16:creationId xmlns:a16="http://schemas.microsoft.com/office/drawing/2014/main" id="{3DBBED94-D3E8-2BFD-999B-A8AE063DB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0451" y="3306310"/>
            <a:ext cx="1128009" cy="574979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algn="ctr"/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증빙담당자</a:t>
            </a:r>
            <a:endParaRPr kumimoji="1" lang="en-US" altLang="ko-KR" sz="90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승인자</a:t>
            </a:r>
            <a:endParaRPr kumimoji="1" lang="en-US" altLang="ko-KR" sz="90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평가자</a:t>
            </a:r>
            <a:endParaRPr kumimoji="1"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72">
            <a:extLst>
              <a:ext uri="{FF2B5EF4-FFF2-40B4-BE49-F238E27FC236}">
                <a16:creationId xmlns:a16="http://schemas.microsoft.com/office/drawing/2014/main" id="{4610F380-FCB5-32B9-31AA-6368CD5DE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007" y="2927852"/>
            <a:ext cx="1439999" cy="507831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※  Relay </a:t>
            </a:r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및 방화벽</a:t>
            </a:r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허용 필수</a:t>
            </a:r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 </a:t>
            </a:r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기타 방식일 경우 고객사와 협의 필요</a:t>
            </a:r>
            <a:endParaRPr kumimoji="1"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72">
            <a:extLst>
              <a:ext uri="{FF2B5EF4-FFF2-40B4-BE49-F238E27FC236}">
                <a16:creationId xmlns:a16="http://schemas.microsoft.com/office/drawing/2014/main" id="{6CD30AFC-3D7C-8210-8663-469EEE81A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681" y="3411563"/>
            <a:ext cx="3768725" cy="398747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자동발송 </a:t>
            </a:r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증빙</a:t>
            </a:r>
            <a:r>
              <a:rPr lang="en-US" altLang="ko-KR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 진행현황</a:t>
            </a:r>
            <a:r>
              <a:rPr lang="en-US" altLang="ko-KR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</a:t>
            </a:r>
            <a:r>
              <a:rPr lang="en-US" altLang="ko-KR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반려</a:t>
            </a:r>
            <a:r>
              <a:rPr lang="en-US" altLang="ko-KR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완료</a:t>
            </a:r>
            <a:r>
              <a:rPr lang="en-US" altLang="ko-KR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r>
              <a:rPr lang="en-US" altLang="ko-KR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 경우</a:t>
            </a:r>
            <a:endParaRPr kumimoji="1" lang="en-US" altLang="ko-KR" sz="90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kumimoji="1" lang="ko-KR" altLang="en-US" sz="900" b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수동수동 </a:t>
            </a:r>
            <a:r>
              <a:rPr kumimoji="1" lang="en-US" altLang="ko-KR" sz="900" b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증빙</a:t>
            </a:r>
            <a:r>
              <a:rPr lang="en-US" altLang="ko-KR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 진행현황</a:t>
            </a:r>
            <a:r>
              <a:rPr lang="en-US" altLang="ko-KR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미작성</a:t>
            </a:r>
            <a:r>
              <a:rPr lang="en-US" altLang="ko-KR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미상신</a:t>
            </a:r>
            <a:r>
              <a:rPr lang="en-US" altLang="ko-KR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미결</a:t>
            </a:r>
            <a:r>
              <a:rPr lang="en-US" altLang="ko-KR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반려</a:t>
            </a:r>
            <a:r>
              <a:rPr lang="en-US" altLang="ko-KR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경우</a:t>
            </a:r>
            <a:endParaRPr kumimoji="1"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4" name="Picture 9" descr="43">
            <a:extLst>
              <a:ext uri="{FF2B5EF4-FFF2-40B4-BE49-F238E27FC236}">
                <a16:creationId xmlns:a16="http://schemas.microsoft.com/office/drawing/2014/main" id="{A4F493EA-9C51-E7BE-5573-465A77C6F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82842" y="2431305"/>
            <a:ext cx="640615" cy="693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237">
            <a:extLst>
              <a:ext uri="{FF2B5EF4-FFF2-40B4-BE49-F238E27FC236}">
                <a16:creationId xmlns:a16="http://schemas.microsoft.com/office/drawing/2014/main" id="{9D7DB573-4514-AE99-835F-EBEF432C7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05" y="4450653"/>
            <a:ext cx="4595783" cy="184597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7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wrap="none" lIns="75600" tIns="75600" rIns="75600" bIns="7560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endParaRPr kumimoji="1" lang="ko-KR" altLang="en-US" sz="2835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Text Box 2239">
            <a:extLst>
              <a:ext uri="{FF2B5EF4-FFF2-40B4-BE49-F238E27FC236}">
                <a16:creationId xmlns:a16="http://schemas.microsoft.com/office/drawing/2014/main" id="{AE08B14D-9DB0-FAD0-CB64-941CC9AF1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" y="4090653"/>
            <a:ext cx="4592107" cy="36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28575" cap="sq">
            <a:noFill/>
            <a:miter lim="800000"/>
          </a:ln>
          <a:effectLst>
            <a:innerShdw dist="25400" dir="54000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7800" bIns="37800" anchor="ctr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>
            <a:defPPr>
              <a:defRPr lang="en-GB"/>
            </a:defPPr>
            <a:lvl1pPr algn="ctr">
              <a:defRPr kumimoji="1" sz="2000" kern="0"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>
              <a:defRPr/>
            </a:pPr>
            <a:r>
              <a:rPr lang="ko-KR" altLang="en-US" sz="1400" b="1" kern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내부회계관리 시스템</a:t>
            </a:r>
            <a:r>
              <a:rPr lang="en-US" altLang="ko-KR" sz="1400" b="1" kern="1200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(MicroICM-C)</a:t>
            </a:r>
            <a:endParaRPr lang="ko-KR" altLang="en-US" sz="1400" b="1" kern="1200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Rectangle 2071">
            <a:extLst>
              <a:ext uri="{FF2B5EF4-FFF2-40B4-BE49-F238E27FC236}">
                <a16:creationId xmlns:a16="http://schemas.microsoft.com/office/drawing/2014/main" id="{B1C6A02B-85F2-DEFA-0D42-83A754E9E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706" y="4542461"/>
            <a:ext cx="4399635" cy="175416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t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/>
          <a:p>
            <a:pPr algn="ctr"/>
            <a:r>
              <a:rPr lang="ko-KR" altLang="en-US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</a:t>
            </a:r>
            <a:r>
              <a:rPr lang="en-US" altLang="ko-KR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증빙</a:t>
            </a:r>
            <a:r>
              <a:rPr lang="en-US" altLang="ko-KR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업로드 </a:t>
            </a:r>
            <a:r>
              <a:rPr lang="en-US" altLang="ko-KR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다운로드 </a:t>
            </a:r>
            <a:r>
              <a:rPr lang="en-US" altLang="ko-KR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AIP </a:t>
            </a:r>
            <a:r>
              <a:rPr lang="ko-KR" altLang="en-US" sz="1100" b="1" dirty="0">
                <a:ln>
                  <a:solidFill>
                    <a:srgbClr val="C00000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</a:t>
            </a:r>
            <a:endParaRPr lang="en-US" altLang="ko-KR" sz="1100" b="1" dirty="0">
              <a:ln>
                <a:solidFill>
                  <a:srgbClr val="C00000">
                    <a:alpha val="0"/>
                  </a:srgb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72">
            <a:extLst>
              <a:ext uri="{FF2B5EF4-FFF2-40B4-BE49-F238E27FC236}">
                <a16:creationId xmlns:a16="http://schemas.microsoft.com/office/drawing/2014/main" id="{F52C1ED0-246A-510C-C553-B6E7AAB59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461" y="5897881"/>
            <a:ext cx="3768725" cy="398747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파일 업로드    </a:t>
            </a:r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AIP </a:t>
            </a: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적용을 통한 문서 복호화</a:t>
            </a:r>
            <a:endParaRPr kumimoji="1" lang="en-US" altLang="ko-KR" sz="90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kumimoji="1" lang="ko-KR" altLang="en-US" sz="900" b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파일 다운로드 </a:t>
            </a:r>
            <a:r>
              <a:rPr kumimoji="1" lang="en-US" altLang="ko-KR" sz="900" b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AIP </a:t>
            </a:r>
            <a:r>
              <a:rPr lang="ko-KR" altLang="en-US" sz="9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적용을 통한 문서 암호화</a:t>
            </a:r>
            <a:endParaRPr kumimoji="1"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Rectangle 2330">
            <a:extLst>
              <a:ext uri="{FF2B5EF4-FFF2-40B4-BE49-F238E27FC236}">
                <a16:creationId xmlns:a16="http://schemas.microsoft.com/office/drawing/2014/main" id="{055035F4-BC4B-AA28-4AE0-FC021134D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5046" y="4212288"/>
            <a:ext cx="1103802" cy="838924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wrap="none" lIns="75600" tIns="75600" rIns="75600" bIns="7560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endParaRPr lang="ko-KR" altLang="en-US" sz="2835" dirty="0">
              <a:ln>
                <a:solidFill>
                  <a:srgbClr val="C00000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30" name="Text Box 2239">
            <a:extLst>
              <a:ext uri="{FF2B5EF4-FFF2-40B4-BE49-F238E27FC236}">
                <a16:creationId xmlns:a16="http://schemas.microsoft.com/office/drawing/2014/main" id="{9931AFF2-CED2-F470-D6B5-9D6E57295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5046" y="3852288"/>
            <a:ext cx="1103802" cy="36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9D1E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>
            <a:defPPr>
              <a:defRPr lang="en-GB"/>
            </a:defPPr>
            <a:lvl1pPr algn="ctr" eaLnBrk="1" latinLnBrk="1" hangingPunct="1">
              <a:defRPr sz="1100" spc="-10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latinLnBrk="0">
              <a:defRPr/>
            </a:pPr>
            <a:r>
              <a:rPr lang="ko-KR" altLang="en-US" sz="1300" b="1" spc="0" dirty="0">
                <a:ln>
                  <a:solidFill>
                    <a:srgbClr val="C0000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내부사용자</a:t>
            </a:r>
          </a:p>
        </p:txBody>
      </p:sp>
      <p:pic>
        <p:nvPicPr>
          <p:cNvPr id="31" name="그림 236">
            <a:extLst>
              <a:ext uri="{FF2B5EF4-FFF2-40B4-BE49-F238E27FC236}">
                <a16:creationId xmlns:a16="http://schemas.microsoft.com/office/drawing/2014/main" id="{1132C70E-4711-889B-C183-17BC97888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73741" y="4389190"/>
            <a:ext cx="594389" cy="34915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46">
            <a:extLst>
              <a:ext uri="{FF2B5EF4-FFF2-40B4-BE49-F238E27FC236}">
                <a16:creationId xmlns:a16="http://schemas.microsoft.com/office/drawing/2014/main" id="{53EDAC50-0650-F856-C326-8DA074F53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244" y="4789203"/>
            <a:ext cx="569387" cy="246221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9pPr>
          </a:lstStyle>
          <a:p>
            <a:pPr algn="ctr">
              <a:defRPr/>
            </a:pPr>
            <a:r>
              <a:rPr lang="ko-KR" altLang="en-US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임직원</a:t>
            </a:r>
            <a:endParaRPr lang="en-US" altLang="ko-KR" sz="1000" dirty="0">
              <a:solidFill>
                <a:prstClr val="black">
                  <a:lumMod val="75000"/>
                  <a:lumOff val="2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Rectangle 2330">
            <a:extLst>
              <a:ext uri="{FF2B5EF4-FFF2-40B4-BE49-F238E27FC236}">
                <a16:creationId xmlns:a16="http://schemas.microsoft.com/office/drawing/2014/main" id="{EB361C1D-AC51-3BBF-CB6D-E4EE9A52F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7545" y="5471463"/>
            <a:ext cx="1103802" cy="838924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wrap="none" lIns="75600" tIns="75600" rIns="75600" bIns="7560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endParaRPr lang="ko-KR" altLang="en-US" sz="2835" dirty="0">
              <a:ln>
                <a:solidFill>
                  <a:srgbClr val="C00000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</p:txBody>
      </p:sp>
      <p:sp>
        <p:nvSpPr>
          <p:cNvPr id="34" name="Text Box 2239">
            <a:extLst>
              <a:ext uri="{FF2B5EF4-FFF2-40B4-BE49-F238E27FC236}">
                <a16:creationId xmlns:a16="http://schemas.microsoft.com/office/drawing/2014/main" id="{725C0DFB-4778-D259-3162-C95935A4B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7545" y="5111463"/>
            <a:ext cx="1103802" cy="36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9D1E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>
            <a:defPPr>
              <a:defRPr lang="en-GB"/>
            </a:defPPr>
            <a:lvl1pPr algn="ctr" eaLnBrk="1" latinLnBrk="1" hangingPunct="1">
              <a:defRPr sz="1100" spc="-10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latinLnBrk="0">
              <a:defRPr/>
            </a:pPr>
            <a:r>
              <a:rPr lang="ko-KR" altLang="en-US" sz="1300" b="1" spc="0" dirty="0">
                <a:ln>
                  <a:solidFill>
                    <a:srgbClr val="C0000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외부사용자</a:t>
            </a:r>
          </a:p>
        </p:txBody>
      </p:sp>
      <p:pic>
        <p:nvPicPr>
          <p:cNvPr id="35" name="그림 236">
            <a:extLst>
              <a:ext uri="{FF2B5EF4-FFF2-40B4-BE49-F238E27FC236}">
                <a16:creationId xmlns:a16="http://schemas.microsoft.com/office/drawing/2014/main" id="{C10D230A-572D-9BB2-A022-DA02D031D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86240" y="5648365"/>
            <a:ext cx="594389" cy="34915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46">
            <a:extLst>
              <a:ext uri="{FF2B5EF4-FFF2-40B4-BE49-F238E27FC236}">
                <a16:creationId xmlns:a16="http://schemas.microsoft.com/office/drawing/2014/main" id="{1AAE82F1-2D71-14F4-1858-385FAAB32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8742" y="6048378"/>
            <a:ext cx="569388" cy="246221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9pPr>
          </a:lstStyle>
          <a:p>
            <a:pPr algn="ctr">
              <a:defRPr/>
            </a:pPr>
            <a:r>
              <a:rPr lang="ko-KR" altLang="en-US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감사인</a:t>
            </a:r>
            <a:endParaRPr lang="en-US" altLang="ko-KR" sz="1000" dirty="0">
              <a:solidFill>
                <a:prstClr val="black">
                  <a:lumMod val="75000"/>
                  <a:lumOff val="2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7" name="그림 3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254E95-32EF-FDB0-FB8D-2DAE974974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023" y="4790172"/>
            <a:ext cx="1833902" cy="1117040"/>
          </a:xfrm>
          <a:prstGeom prst="rect">
            <a:avLst/>
          </a:prstGeom>
        </p:spPr>
      </p:pic>
      <p:cxnSp>
        <p:nvCxnSpPr>
          <p:cNvPr id="38" name="직선 화살표 연결선 117">
            <a:extLst>
              <a:ext uri="{FF2B5EF4-FFF2-40B4-BE49-F238E27FC236}">
                <a16:creationId xmlns:a16="http://schemas.microsoft.com/office/drawing/2014/main" id="{B800EE4C-479C-0011-6BE2-92284079C6F8}"/>
              </a:ext>
            </a:extLst>
          </p:cNvPr>
          <p:cNvCxnSpPr>
            <a:cxnSpLocks/>
          </p:cNvCxnSpPr>
          <p:nvPr/>
        </p:nvCxnSpPr>
        <p:spPr>
          <a:xfrm>
            <a:off x="5230372" y="4909744"/>
            <a:ext cx="1129870" cy="0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39" name="직선 화살표 연결선 117">
            <a:extLst>
              <a:ext uri="{FF2B5EF4-FFF2-40B4-BE49-F238E27FC236}">
                <a16:creationId xmlns:a16="http://schemas.microsoft.com/office/drawing/2014/main" id="{43DBE73C-C5E9-0CD7-38D4-2304423173DB}"/>
              </a:ext>
            </a:extLst>
          </p:cNvPr>
          <p:cNvCxnSpPr>
            <a:cxnSpLocks/>
          </p:cNvCxnSpPr>
          <p:nvPr/>
        </p:nvCxnSpPr>
        <p:spPr>
          <a:xfrm flipH="1">
            <a:off x="5230372" y="4584997"/>
            <a:ext cx="1164674" cy="0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0" name="직사각형 72">
            <a:extLst>
              <a:ext uri="{FF2B5EF4-FFF2-40B4-BE49-F238E27FC236}">
                <a16:creationId xmlns:a16="http://schemas.microsoft.com/office/drawing/2014/main" id="{F97FF83D-E210-CF5B-EDDB-A58964F6E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046" y="4074350"/>
            <a:ext cx="1869954" cy="8389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적용정책</a:t>
            </a:r>
            <a:endParaRPr kumimoji="1" lang="en-US" altLang="ko-KR" sz="90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내부망 </a:t>
            </a:r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Full Access</a:t>
            </a:r>
          </a:p>
          <a:p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민감도 레이블 </a:t>
            </a:r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endParaRPr kumimoji="1" lang="en-US" altLang="ko-KR" sz="90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암호화 적용</a:t>
            </a:r>
            <a:endParaRPr kumimoji="1"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72">
            <a:extLst>
              <a:ext uri="{FF2B5EF4-FFF2-40B4-BE49-F238E27FC236}">
                <a16:creationId xmlns:a16="http://schemas.microsoft.com/office/drawing/2014/main" id="{1CA435AF-1CC4-A9E6-BE36-257E884EF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7046" y="5386924"/>
            <a:ext cx="1869954" cy="838925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보안정책</a:t>
            </a:r>
            <a:endParaRPr kumimoji="1" lang="en-US" altLang="ko-KR" sz="90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외부망 </a:t>
            </a:r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Read-Only</a:t>
            </a:r>
          </a:p>
          <a:p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민감도 레이블 </a:t>
            </a:r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Public/General</a:t>
            </a:r>
          </a:p>
          <a:p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유효기간 </a:t>
            </a:r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30</a:t>
            </a:r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일 제한</a:t>
            </a:r>
            <a:endParaRPr kumimoji="1"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3" name="직선 화살표 연결선 117">
            <a:extLst>
              <a:ext uri="{FF2B5EF4-FFF2-40B4-BE49-F238E27FC236}">
                <a16:creationId xmlns:a16="http://schemas.microsoft.com/office/drawing/2014/main" id="{A0008321-D620-9E00-4201-84FBB05ECF36}"/>
              </a:ext>
            </a:extLst>
          </p:cNvPr>
          <p:cNvCxnSpPr>
            <a:cxnSpLocks/>
          </p:cNvCxnSpPr>
          <p:nvPr/>
        </p:nvCxnSpPr>
        <p:spPr>
          <a:xfrm>
            <a:off x="5237260" y="5890199"/>
            <a:ext cx="1170285" cy="7682"/>
          </a:xfrm>
          <a:prstGeom prst="straightConnector1">
            <a:avLst/>
          </a:prstGeom>
          <a:noFill/>
          <a:ln w="63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5" name="직사각형 72">
            <a:extLst>
              <a:ext uri="{FF2B5EF4-FFF2-40B4-BE49-F238E27FC236}">
                <a16:creationId xmlns:a16="http://schemas.microsoft.com/office/drawing/2014/main" id="{26341AD8-C4FE-6D41-BD4B-84A1C2541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1000" y="4650352"/>
            <a:ext cx="1128009" cy="24622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algn="ctr"/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Upload /</a:t>
            </a:r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Download</a:t>
            </a:r>
            <a:endParaRPr kumimoji="1"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72">
            <a:extLst>
              <a:ext uri="{FF2B5EF4-FFF2-40B4-BE49-F238E27FC236}">
                <a16:creationId xmlns:a16="http://schemas.microsoft.com/office/drawing/2014/main" id="{05C5D068-A134-30D5-B4DA-1C7AC8226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920" y="5649802"/>
            <a:ext cx="1128009" cy="246220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algn="ctr"/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Download</a:t>
            </a:r>
            <a:endParaRPr kumimoji="1"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72">
            <a:extLst>
              <a:ext uri="{FF2B5EF4-FFF2-40B4-BE49-F238E27FC236}">
                <a16:creationId xmlns:a16="http://schemas.microsoft.com/office/drawing/2014/main" id="{59F5BA6D-3773-DD3F-60D2-6CC7B9B29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3000" y="5658352"/>
            <a:ext cx="1440000" cy="646331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※  </a:t>
            </a:r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고객사의 </a:t>
            </a:r>
            <a:r>
              <a:rPr kumimoji="1"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AIP </a:t>
            </a:r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연동 정책에 따라 적용정책 및 보안정책은 변경될 수 있음 </a:t>
            </a:r>
            <a:endParaRPr kumimoji="1" lang="en-US" altLang="ko-KR" sz="90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Rectangle 2330">
            <a:extLst>
              <a:ext uri="{FF2B5EF4-FFF2-40B4-BE49-F238E27FC236}">
                <a16:creationId xmlns:a16="http://schemas.microsoft.com/office/drawing/2014/main" id="{7106CFBA-98B9-8C00-AD48-5B6EAA61A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1000" y="5051212"/>
            <a:ext cx="1296000" cy="535686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wrap="none" lIns="75600" tIns="75600" rIns="75600" bIns="7560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1100" b="1" dirty="0">
                <a:ln>
                  <a:solidFill>
                    <a:srgbClr val="C0000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접근권한 및</a:t>
            </a:r>
            <a:endParaRPr lang="en-US" altLang="ko-KR" sz="1100" b="1" dirty="0">
              <a:ln>
                <a:solidFill>
                  <a:srgbClr val="C00000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KoPubWorld돋움체 Bold" panose="00000800000000000000" pitchFamily="2" charset="-127"/>
            </a:endParaRPr>
          </a:p>
          <a:p>
            <a:pPr eaLnBrk="1" hangingPunct="1">
              <a:defRPr/>
            </a:pPr>
            <a:r>
              <a:rPr lang="ko-KR" altLang="en-US" sz="1100" b="1" dirty="0">
                <a:ln>
                  <a:solidFill>
                    <a:srgbClr val="C00000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 Bold" panose="00000800000000000000" pitchFamily="2" charset="-127"/>
              </a:rPr>
              <a:t>접근제한 적용</a:t>
            </a:r>
          </a:p>
        </p:txBody>
      </p:sp>
      <p:pic>
        <p:nvPicPr>
          <p:cNvPr id="50" name="그림 49" descr="로고, 상징, 그래픽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C0F24E-E26B-C4F7-D9BE-CC0E51BE12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1000" y="5119420"/>
            <a:ext cx="396877" cy="3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3552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FC327-C4D0-EBD5-9E43-07B890A9C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B76D9AB-CD17-FD44-C8C4-7DA0C39078E0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고객진단 </a:t>
            </a:r>
            <a:r>
              <a:rPr lang="en-US" altLang="ko-KR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Report </a:t>
            </a: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기반 조치사항 대응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고객사가 수행한 결과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Report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를 기반으로 조치 합니다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167" name="object 2">
            <a:extLst>
              <a:ext uri="{FF2B5EF4-FFF2-40B4-BE49-F238E27FC236}">
                <a16:creationId xmlns:a16="http://schemas.microsoft.com/office/drawing/2014/main" id="{DBE25756-1FEC-CF8E-26E2-63E96D5079A9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3.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취약점 검사 조치사항 대응</a:t>
            </a:r>
          </a:p>
        </p:txBody>
      </p:sp>
      <p:sp>
        <p:nvSpPr>
          <p:cNvPr id="6" name="직사각형 43">
            <a:extLst>
              <a:ext uri="{FF2B5EF4-FFF2-40B4-BE49-F238E27FC236}">
                <a16:creationId xmlns:a16="http://schemas.microsoft.com/office/drawing/2014/main" id="{0E7F44B2-F96A-421E-353F-017F09ED7606}"/>
              </a:ext>
            </a:extLst>
          </p:cNvPr>
          <p:cNvSpPr>
            <a:spLocks/>
          </p:cNvSpPr>
          <p:nvPr/>
        </p:nvSpPr>
        <p:spPr>
          <a:xfrm>
            <a:off x="644212" y="1946508"/>
            <a:ext cx="4558434" cy="30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F4FFEB-65A4-83AC-B047-B32B5FCDF610}"/>
              </a:ext>
            </a:extLst>
          </p:cNvPr>
          <p:cNvSpPr txBox="1"/>
          <p:nvPr/>
        </p:nvSpPr>
        <p:spPr>
          <a:xfrm>
            <a:off x="644948" y="1942345"/>
            <a:ext cx="4247263" cy="4646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en-US"/>
            </a:defPPr>
            <a:lvl1pPr algn="ctr">
              <a:defRPr sz="1600" b="1" spc="-9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defRPr>
            </a:lvl1pPr>
          </a:lstStyle>
          <a:p>
            <a:r>
              <a:rPr lang="en-US" altLang="ko-KR" dirty="0"/>
              <a:t>R&amp;R</a:t>
            </a:r>
            <a:endParaRPr lang="ko-KR" altLang="en-US" dirty="0"/>
          </a:p>
        </p:txBody>
      </p:sp>
      <p:sp>
        <p:nvSpPr>
          <p:cNvPr id="8" name="직사각형 43">
            <a:extLst>
              <a:ext uri="{FF2B5EF4-FFF2-40B4-BE49-F238E27FC236}">
                <a16:creationId xmlns:a16="http://schemas.microsoft.com/office/drawing/2014/main" id="{11EBDA40-448D-CD4C-BC92-ED28CC864F37}"/>
              </a:ext>
            </a:extLst>
          </p:cNvPr>
          <p:cNvSpPr>
            <a:spLocks/>
          </p:cNvSpPr>
          <p:nvPr/>
        </p:nvSpPr>
        <p:spPr>
          <a:xfrm>
            <a:off x="726673" y="2400764"/>
            <a:ext cx="4408734" cy="252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633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40">
            <a:extLst>
              <a:ext uri="{FF2B5EF4-FFF2-40B4-BE49-F238E27FC236}">
                <a16:creationId xmlns:a16="http://schemas.microsoft.com/office/drawing/2014/main" id="{08B8B6F9-4909-883B-2C82-30B49BA4293D}"/>
              </a:ext>
            </a:extLst>
          </p:cNvPr>
          <p:cNvSpPr>
            <a:spLocks/>
          </p:cNvSpPr>
          <p:nvPr/>
        </p:nvSpPr>
        <p:spPr>
          <a:xfrm>
            <a:off x="5240999" y="1946509"/>
            <a:ext cx="4041331" cy="3060000"/>
          </a:xfrm>
          <a:prstGeom prst="rect">
            <a:avLst/>
          </a:prstGeom>
          <a:solidFill>
            <a:srgbClr val="3C5F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633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8D94A9-CE6E-FF30-7635-6E3E81C67749}"/>
              </a:ext>
            </a:extLst>
          </p:cNvPr>
          <p:cNvSpPr txBox="1"/>
          <p:nvPr/>
        </p:nvSpPr>
        <p:spPr>
          <a:xfrm>
            <a:off x="5116372" y="1942345"/>
            <a:ext cx="4160007" cy="44153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en-US"/>
            </a:defPPr>
            <a:lvl1pPr algn="ctr">
              <a:defRPr sz="1600" b="1" spc="-9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defRPr>
            </a:lvl1pPr>
          </a:lstStyle>
          <a:p>
            <a:r>
              <a:rPr lang="ko-KR" altLang="en-US" dirty="0"/>
              <a:t>조치</a:t>
            </a:r>
            <a:r>
              <a:rPr lang="en-US" altLang="ko-KR" dirty="0"/>
              <a:t> </a:t>
            </a:r>
            <a:r>
              <a:rPr lang="ko-KR" altLang="en-US" dirty="0"/>
              <a:t>프로세스</a:t>
            </a:r>
            <a:endParaRPr lang="en-US" altLang="ko-KR" dirty="0"/>
          </a:p>
        </p:txBody>
      </p:sp>
      <p:sp>
        <p:nvSpPr>
          <p:cNvPr id="13" name="직사각형 43">
            <a:extLst>
              <a:ext uri="{FF2B5EF4-FFF2-40B4-BE49-F238E27FC236}">
                <a16:creationId xmlns:a16="http://schemas.microsoft.com/office/drawing/2014/main" id="{4E5EC5B0-3914-2A01-3BC8-92BACEF39F6E}"/>
              </a:ext>
            </a:extLst>
          </p:cNvPr>
          <p:cNvSpPr>
            <a:spLocks/>
          </p:cNvSpPr>
          <p:nvPr/>
        </p:nvSpPr>
        <p:spPr>
          <a:xfrm>
            <a:off x="5385000" y="2400763"/>
            <a:ext cx="3744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633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D9C6A13-590E-A2ED-56D0-F932067DE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687703"/>
              </p:ext>
            </p:extLst>
          </p:nvPr>
        </p:nvGraphicFramePr>
        <p:xfrm>
          <a:off x="849000" y="2709000"/>
          <a:ext cx="109972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728">
                  <a:extLst>
                    <a:ext uri="{9D8B030D-6E8A-4147-A177-3AD203B41FA5}">
                      <a16:colId xmlns:a16="http://schemas.microsoft.com/office/drawing/2014/main" val="1374010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현대위아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97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237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시큐어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코딩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2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75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소스코드 진단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621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모의해킹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52183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F8B2583-FF98-5E5A-3783-07530F5F2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36038"/>
              </p:ext>
            </p:extLst>
          </p:nvPr>
        </p:nvGraphicFramePr>
        <p:xfrm>
          <a:off x="2071055" y="2709000"/>
          <a:ext cx="295394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3944">
                  <a:extLst>
                    <a:ext uri="{9D8B030D-6E8A-4147-A177-3AD203B41FA5}">
                      <a16:colId xmlns:a16="http://schemas.microsoft.com/office/drawing/2014/main" val="1374010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제안사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97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237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잠재적 취약점 개발 단계에서 최소화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52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보호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중단 방지 및 규제준수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375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소프트웨어 안정성 강화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해킹 원천 차단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621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취약점 보고서에 따른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 및 빠른 조치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521835"/>
                  </a:ext>
                </a:extLst>
              </a:tr>
            </a:tbl>
          </a:graphicData>
        </a:graphic>
      </p:graphicFrame>
      <p:sp>
        <p:nvSpPr>
          <p:cNvPr id="18" name="사각형: 잘린 대각선 방향 모서리 17">
            <a:extLst>
              <a:ext uri="{FF2B5EF4-FFF2-40B4-BE49-F238E27FC236}">
                <a16:creationId xmlns:a16="http://schemas.microsoft.com/office/drawing/2014/main" id="{D2492357-F5BC-E31B-60B8-4D6DFC275EE9}"/>
              </a:ext>
            </a:extLst>
          </p:cNvPr>
          <p:cNvSpPr/>
          <p:nvPr/>
        </p:nvSpPr>
        <p:spPr>
          <a:xfrm>
            <a:off x="5601000" y="2618338"/>
            <a:ext cx="3312000" cy="432000"/>
          </a:xfrm>
          <a:prstGeom prst="snip2DiagRect">
            <a:avLst>
              <a:gd name="adj1" fmla="val 38878"/>
              <a:gd name="adj2" fmla="val 16667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Report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</a:t>
            </a:r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53AD7DA6-CBC8-2007-56E2-B4157AE57FF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897000" y="3069000"/>
            <a:ext cx="720000" cy="108000"/>
          </a:xfrm>
          <a:prstGeom prst="triangle">
            <a:avLst>
              <a:gd name="adj" fmla="val 50000"/>
            </a:avLst>
          </a:prstGeom>
          <a:solidFill>
            <a:srgbClr val="4C75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983" b="1" i="0" u="none" strike="noStrike" kern="1200" cap="none" spc="-66" normalizeH="0" baseline="0" noProof="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잘린 대각선 방향 모서리 19">
            <a:extLst>
              <a:ext uri="{FF2B5EF4-FFF2-40B4-BE49-F238E27FC236}">
                <a16:creationId xmlns:a16="http://schemas.microsoft.com/office/drawing/2014/main" id="{6D737C5F-EFED-C702-C218-46516BFC93D6}"/>
              </a:ext>
            </a:extLst>
          </p:cNvPr>
          <p:cNvSpPr/>
          <p:nvPr/>
        </p:nvSpPr>
        <p:spPr>
          <a:xfrm>
            <a:off x="5601000" y="3194338"/>
            <a:ext cx="3312000" cy="432000"/>
          </a:xfrm>
          <a:prstGeom prst="snip2DiagRect">
            <a:avLst>
              <a:gd name="adj1" fmla="val 38878"/>
              <a:gd name="adj2" fmla="val 16667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우선순위 산정</a:t>
            </a:r>
            <a:endParaRPr lang="ko-KR" altLang="en-US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잘린 대각선 방향 모서리 20">
            <a:extLst>
              <a:ext uri="{FF2B5EF4-FFF2-40B4-BE49-F238E27FC236}">
                <a16:creationId xmlns:a16="http://schemas.microsoft.com/office/drawing/2014/main" id="{40075EB0-8C41-681F-B0E5-000E0F3E5508}"/>
              </a:ext>
            </a:extLst>
          </p:cNvPr>
          <p:cNvSpPr/>
          <p:nvPr/>
        </p:nvSpPr>
        <p:spPr>
          <a:xfrm>
            <a:off x="5601000" y="3770338"/>
            <a:ext cx="3312000" cy="432000"/>
          </a:xfrm>
          <a:prstGeom prst="snip2DiagRect">
            <a:avLst>
              <a:gd name="adj1" fmla="val 38878"/>
              <a:gd name="adj2" fmla="val 16667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 수행</a:t>
            </a:r>
          </a:p>
        </p:txBody>
      </p:sp>
      <p:sp>
        <p:nvSpPr>
          <p:cNvPr id="24" name="사각형: 잘린 대각선 방향 모서리 23">
            <a:extLst>
              <a:ext uri="{FF2B5EF4-FFF2-40B4-BE49-F238E27FC236}">
                <a16:creationId xmlns:a16="http://schemas.microsoft.com/office/drawing/2014/main" id="{39783B10-E680-E7EC-2B2C-6EC75DE96CC1}"/>
              </a:ext>
            </a:extLst>
          </p:cNvPr>
          <p:cNvSpPr/>
          <p:nvPr/>
        </p:nvSpPr>
        <p:spPr>
          <a:xfrm>
            <a:off x="5601000" y="4346338"/>
            <a:ext cx="3312000" cy="432000"/>
          </a:xfrm>
          <a:prstGeom prst="snip2DiagRect">
            <a:avLst>
              <a:gd name="adj1" fmla="val 38878"/>
              <a:gd name="adj2" fmla="val 16667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작성 및 검증</a:t>
            </a:r>
          </a:p>
        </p:txBody>
      </p:sp>
      <p:sp>
        <p:nvSpPr>
          <p:cNvPr id="25" name="이등변 삼각형 24">
            <a:extLst>
              <a:ext uri="{FF2B5EF4-FFF2-40B4-BE49-F238E27FC236}">
                <a16:creationId xmlns:a16="http://schemas.microsoft.com/office/drawing/2014/main" id="{DB218FA0-DC73-2BD1-7157-25DAB67A47C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897000" y="3645000"/>
            <a:ext cx="720000" cy="108000"/>
          </a:xfrm>
          <a:prstGeom prst="triangle">
            <a:avLst>
              <a:gd name="adj" fmla="val 50000"/>
            </a:avLst>
          </a:prstGeom>
          <a:solidFill>
            <a:srgbClr val="4C75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983" b="1" i="0" u="none" strike="noStrike" kern="1200" cap="none" spc="-66" normalizeH="0" baseline="0" noProof="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이등변 삼각형 25">
            <a:extLst>
              <a:ext uri="{FF2B5EF4-FFF2-40B4-BE49-F238E27FC236}">
                <a16:creationId xmlns:a16="http://schemas.microsoft.com/office/drawing/2014/main" id="{83E7858A-7EB1-37AA-F007-889125D636F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897000" y="4221000"/>
            <a:ext cx="720000" cy="108000"/>
          </a:xfrm>
          <a:prstGeom prst="triangle">
            <a:avLst>
              <a:gd name="adj" fmla="val 50000"/>
            </a:avLst>
          </a:prstGeom>
          <a:solidFill>
            <a:srgbClr val="4C75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983" b="1" i="0" u="none" strike="noStrike" kern="1200" cap="none" spc="-66" normalizeH="0" baseline="0" noProof="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Freeform 511">
            <a:extLst>
              <a:ext uri="{FF2B5EF4-FFF2-40B4-BE49-F238E27FC236}">
                <a16:creationId xmlns:a16="http://schemas.microsoft.com/office/drawing/2014/main" id="{ED80E70D-A796-D056-D9F8-5DD27A5E8D67}"/>
              </a:ext>
            </a:extLst>
          </p:cNvPr>
          <p:cNvSpPr>
            <a:spLocks noEditPoints="1"/>
          </p:cNvSpPr>
          <p:nvPr/>
        </p:nvSpPr>
        <p:spPr bwMode="auto">
          <a:xfrm>
            <a:off x="5837951" y="3231000"/>
            <a:ext cx="360000" cy="396000"/>
          </a:xfrm>
          <a:custGeom>
            <a:avLst/>
            <a:gdLst>
              <a:gd name="T0" fmla="*/ 102 w 224"/>
              <a:gd name="T1" fmla="*/ 14 h 276"/>
              <a:gd name="T2" fmla="*/ 88 w 224"/>
              <a:gd name="T3" fmla="*/ 0 h 276"/>
              <a:gd name="T4" fmla="*/ 69 w 224"/>
              <a:gd name="T5" fmla="*/ 20 h 276"/>
              <a:gd name="T6" fmla="*/ 51 w 224"/>
              <a:gd name="T7" fmla="*/ 32 h 276"/>
              <a:gd name="T8" fmla="*/ 126 w 224"/>
              <a:gd name="T9" fmla="*/ 32 h 276"/>
              <a:gd name="T10" fmla="*/ 88 w 224"/>
              <a:gd name="T11" fmla="*/ 20 h 276"/>
              <a:gd name="T12" fmla="*/ 94 w 224"/>
              <a:gd name="T13" fmla="*/ 14 h 276"/>
              <a:gd name="T14" fmla="*/ 15 w 224"/>
              <a:gd name="T15" fmla="*/ 248 h 276"/>
              <a:gd name="T16" fmla="*/ 12 w 224"/>
              <a:gd name="T17" fmla="*/ 27 h 276"/>
              <a:gd name="T18" fmla="*/ 63 w 224"/>
              <a:gd name="T19" fmla="*/ 51 h 276"/>
              <a:gd name="T20" fmla="*/ 133 w 224"/>
              <a:gd name="T21" fmla="*/ 27 h 276"/>
              <a:gd name="T22" fmla="*/ 177 w 224"/>
              <a:gd name="T23" fmla="*/ 162 h 276"/>
              <a:gd name="T24" fmla="*/ 157 w 224"/>
              <a:gd name="T25" fmla="*/ 71 h 276"/>
              <a:gd name="T26" fmla="*/ 110 w 224"/>
              <a:gd name="T27" fmla="*/ 228 h 276"/>
              <a:gd name="T28" fmla="*/ 122 w 224"/>
              <a:gd name="T29" fmla="*/ 224 h 276"/>
              <a:gd name="T30" fmla="*/ 173 w 224"/>
              <a:gd name="T31" fmla="*/ 173 h 276"/>
              <a:gd name="T32" fmla="*/ 169 w 224"/>
              <a:gd name="T33" fmla="*/ 252 h 276"/>
              <a:gd name="T34" fmla="*/ 143 w 224"/>
              <a:gd name="T35" fmla="*/ 223 h 276"/>
              <a:gd name="T36" fmla="*/ 195 w 224"/>
              <a:gd name="T37" fmla="*/ 203 h 276"/>
              <a:gd name="T38" fmla="*/ 138 w 224"/>
              <a:gd name="T39" fmla="*/ 138 h 276"/>
              <a:gd name="T40" fmla="*/ 71 w 224"/>
              <a:gd name="T41" fmla="*/ 130 h 276"/>
              <a:gd name="T42" fmla="*/ 141 w 224"/>
              <a:gd name="T43" fmla="*/ 130 h 276"/>
              <a:gd name="T44" fmla="*/ 138 w 224"/>
              <a:gd name="T45" fmla="*/ 102 h 276"/>
              <a:gd name="T46" fmla="*/ 71 w 224"/>
              <a:gd name="T47" fmla="*/ 94 h 276"/>
              <a:gd name="T48" fmla="*/ 141 w 224"/>
              <a:gd name="T49" fmla="*/ 94 h 276"/>
              <a:gd name="T50" fmla="*/ 118 w 224"/>
              <a:gd name="T51" fmla="*/ 169 h 276"/>
              <a:gd name="T52" fmla="*/ 71 w 224"/>
              <a:gd name="T53" fmla="*/ 161 h 276"/>
              <a:gd name="T54" fmla="*/ 122 w 224"/>
              <a:gd name="T55" fmla="*/ 161 h 276"/>
              <a:gd name="T56" fmla="*/ 110 w 224"/>
              <a:gd name="T57" fmla="*/ 205 h 276"/>
              <a:gd name="T58" fmla="*/ 71 w 224"/>
              <a:gd name="T59" fmla="*/ 197 h 276"/>
              <a:gd name="T60" fmla="*/ 114 w 224"/>
              <a:gd name="T61" fmla="*/ 197 h 276"/>
              <a:gd name="T62" fmla="*/ 63 w 224"/>
              <a:gd name="T63" fmla="*/ 88 h 276"/>
              <a:gd name="T64" fmla="*/ 44 w 224"/>
              <a:gd name="T65" fmla="*/ 104 h 276"/>
              <a:gd name="T66" fmla="*/ 39 w 224"/>
              <a:gd name="T67" fmla="*/ 92 h 276"/>
              <a:gd name="T68" fmla="*/ 63 w 224"/>
              <a:gd name="T69" fmla="*/ 83 h 276"/>
              <a:gd name="T70" fmla="*/ 49 w 224"/>
              <a:gd name="T71" fmla="*/ 139 h 276"/>
              <a:gd name="T72" fmla="*/ 35 w 224"/>
              <a:gd name="T73" fmla="*/ 132 h 276"/>
              <a:gd name="T74" fmla="*/ 45 w 224"/>
              <a:gd name="T75" fmla="*/ 132 h 276"/>
              <a:gd name="T76" fmla="*/ 63 w 224"/>
              <a:gd name="T77" fmla="*/ 123 h 276"/>
              <a:gd name="T78" fmla="*/ 46 w 224"/>
              <a:gd name="T79" fmla="*/ 174 h 276"/>
              <a:gd name="T80" fmla="*/ 34 w 224"/>
              <a:gd name="T81" fmla="*/ 161 h 276"/>
              <a:gd name="T82" fmla="*/ 58 w 224"/>
              <a:gd name="T83" fmla="*/ 151 h 276"/>
              <a:gd name="T84" fmla="*/ 63 w 224"/>
              <a:gd name="T85" fmla="*/ 190 h 276"/>
              <a:gd name="T86" fmla="*/ 44 w 224"/>
              <a:gd name="T87" fmla="*/ 207 h 276"/>
              <a:gd name="T88" fmla="*/ 39 w 224"/>
              <a:gd name="T89" fmla="*/ 194 h 276"/>
              <a:gd name="T90" fmla="*/ 63 w 224"/>
              <a:gd name="T91" fmla="*/ 185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24" h="276">
                <a:moveTo>
                  <a:pt x="114" y="20"/>
                </a:moveTo>
                <a:cubicBezTo>
                  <a:pt x="108" y="20"/>
                  <a:pt x="108" y="20"/>
                  <a:pt x="108" y="20"/>
                </a:cubicBezTo>
                <a:cubicBezTo>
                  <a:pt x="105" y="20"/>
                  <a:pt x="102" y="17"/>
                  <a:pt x="102" y="14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6"/>
                  <a:pt x="96" y="0"/>
                  <a:pt x="88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81" y="0"/>
                  <a:pt x="75" y="6"/>
                  <a:pt x="75" y="14"/>
                </a:cubicBezTo>
                <a:cubicBezTo>
                  <a:pt x="75" y="14"/>
                  <a:pt x="75" y="14"/>
                  <a:pt x="75" y="14"/>
                </a:cubicBezTo>
                <a:cubicBezTo>
                  <a:pt x="75" y="17"/>
                  <a:pt x="72" y="20"/>
                  <a:pt x="69" y="20"/>
                </a:cubicBezTo>
                <a:cubicBezTo>
                  <a:pt x="63" y="20"/>
                  <a:pt x="63" y="20"/>
                  <a:pt x="63" y="20"/>
                </a:cubicBezTo>
                <a:cubicBezTo>
                  <a:pt x="56" y="20"/>
                  <a:pt x="51" y="25"/>
                  <a:pt x="51" y="31"/>
                </a:cubicBezTo>
                <a:cubicBezTo>
                  <a:pt x="51" y="32"/>
                  <a:pt x="51" y="32"/>
                  <a:pt x="51" y="32"/>
                </a:cubicBezTo>
                <a:cubicBezTo>
                  <a:pt x="51" y="38"/>
                  <a:pt x="56" y="43"/>
                  <a:pt x="63" y="43"/>
                </a:cubicBezTo>
                <a:cubicBezTo>
                  <a:pt x="114" y="43"/>
                  <a:pt x="114" y="43"/>
                  <a:pt x="114" y="43"/>
                </a:cubicBezTo>
                <a:cubicBezTo>
                  <a:pt x="120" y="43"/>
                  <a:pt x="126" y="38"/>
                  <a:pt x="126" y="32"/>
                </a:cubicBezTo>
                <a:cubicBezTo>
                  <a:pt x="126" y="31"/>
                  <a:pt x="126" y="31"/>
                  <a:pt x="126" y="31"/>
                </a:cubicBezTo>
                <a:cubicBezTo>
                  <a:pt x="126" y="25"/>
                  <a:pt x="120" y="20"/>
                  <a:pt x="114" y="20"/>
                </a:cubicBezTo>
                <a:close/>
                <a:moveTo>
                  <a:pt x="88" y="20"/>
                </a:moveTo>
                <a:cubicBezTo>
                  <a:pt x="85" y="20"/>
                  <a:pt x="82" y="17"/>
                  <a:pt x="82" y="14"/>
                </a:cubicBezTo>
                <a:cubicBezTo>
                  <a:pt x="82" y="10"/>
                  <a:pt x="85" y="8"/>
                  <a:pt x="88" y="8"/>
                </a:cubicBezTo>
                <a:cubicBezTo>
                  <a:pt x="92" y="8"/>
                  <a:pt x="94" y="10"/>
                  <a:pt x="94" y="14"/>
                </a:cubicBezTo>
                <a:cubicBezTo>
                  <a:pt x="94" y="17"/>
                  <a:pt x="92" y="20"/>
                  <a:pt x="88" y="20"/>
                </a:cubicBezTo>
                <a:close/>
                <a:moveTo>
                  <a:pt x="115" y="248"/>
                </a:moveTo>
                <a:cubicBezTo>
                  <a:pt x="15" y="248"/>
                  <a:pt x="15" y="248"/>
                  <a:pt x="15" y="248"/>
                </a:cubicBezTo>
                <a:cubicBezTo>
                  <a:pt x="7" y="248"/>
                  <a:pt x="0" y="241"/>
                  <a:pt x="0" y="232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35"/>
                  <a:pt x="7" y="27"/>
                  <a:pt x="12" y="27"/>
                </a:cubicBezTo>
                <a:cubicBezTo>
                  <a:pt x="43" y="27"/>
                  <a:pt x="43" y="27"/>
                  <a:pt x="43" y="27"/>
                </a:cubicBezTo>
                <a:cubicBezTo>
                  <a:pt x="43" y="29"/>
                  <a:pt x="43" y="30"/>
                  <a:pt x="43" y="32"/>
                </a:cubicBezTo>
                <a:cubicBezTo>
                  <a:pt x="43" y="42"/>
                  <a:pt x="52" y="51"/>
                  <a:pt x="63" y="51"/>
                </a:cubicBezTo>
                <a:cubicBezTo>
                  <a:pt x="114" y="51"/>
                  <a:pt x="114" y="51"/>
                  <a:pt x="114" y="51"/>
                </a:cubicBezTo>
                <a:cubicBezTo>
                  <a:pt x="125" y="51"/>
                  <a:pt x="134" y="42"/>
                  <a:pt x="134" y="31"/>
                </a:cubicBezTo>
                <a:cubicBezTo>
                  <a:pt x="134" y="30"/>
                  <a:pt x="133" y="29"/>
                  <a:pt x="133" y="27"/>
                </a:cubicBezTo>
                <a:cubicBezTo>
                  <a:pt x="157" y="27"/>
                  <a:pt x="157" y="27"/>
                  <a:pt x="157" y="27"/>
                </a:cubicBezTo>
                <a:cubicBezTo>
                  <a:pt x="170" y="27"/>
                  <a:pt x="177" y="35"/>
                  <a:pt x="177" y="43"/>
                </a:cubicBezTo>
                <a:cubicBezTo>
                  <a:pt x="177" y="162"/>
                  <a:pt x="177" y="162"/>
                  <a:pt x="177" y="162"/>
                </a:cubicBezTo>
                <a:cubicBezTo>
                  <a:pt x="176" y="162"/>
                  <a:pt x="174" y="161"/>
                  <a:pt x="173" y="161"/>
                </a:cubicBezTo>
                <a:cubicBezTo>
                  <a:pt x="168" y="161"/>
                  <a:pt x="162" y="162"/>
                  <a:pt x="157" y="163"/>
                </a:cubicBezTo>
                <a:cubicBezTo>
                  <a:pt x="157" y="71"/>
                  <a:pt x="157" y="71"/>
                  <a:pt x="157" y="71"/>
                </a:cubicBezTo>
                <a:cubicBezTo>
                  <a:pt x="19" y="71"/>
                  <a:pt x="19" y="71"/>
                  <a:pt x="19" y="71"/>
                </a:cubicBezTo>
                <a:cubicBezTo>
                  <a:pt x="19" y="228"/>
                  <a:pt x="19" y="228"/>
                  <a:pt x="19" y="228"/>
                </a:cubicBezTo>
                <a:cubicBezTo>
                  <a:pt x="110" y="228"/>
                  <a:pt x="110" y="228"/>
                  <a:pt x="110" y="228"/>
                </a:cubicBezTo>
                <a:cubicBezTo>
                  <a:pt x="111" y="235"/>
                  <a:pt x="112" y="242"/>
                  <a:pt x="115" y="248"/>
                </a:cubicBezTo>
                <a:close/>
                <a:moveTo>
                  <a:pt x="173" y="173"/>
                </a:moveTo>
                <a:cubicBezTo>
                  <a:pt x="145" y="173"/>
                  <a:pt x="122" y="196"/>
                  <a:pt x="122" y="224"/>
                </a:cubicBezTo>
                <a:cubicBezTo>
                  <a:pt x="122" y="253"/>
                  <a:pt x="145" y="276"/>
                  <a:pt x="173" y="276"/>
                </a:cubicBezTo>
                <a:cubicBezTo>
                  <a:pt x="201" y="276"/>
                  <a:pt x="224" y="253"/>
                  <a:pt x="224" y="224"/>
                </a:cubicBezTo>
                <a:cubicBezTo>
                  <a:pt x="224" y="196"/>
                  <a:pt x="201" y="173"/>
                  <a:pt x="173" y="173"/>
                </a:cubicBezTo>
                <a:close/>
                <a:moveTo>
                  <a:pt x="206" y="214"/>
                </a:moveTo>
                <a:cubicBezTo>
                  <a:pt x="175" y="249"/>
                  <a:pt x="175" y="249"/>
                  <a:pt x="175" y="249"/>
                </a:cubicBezTo>
                <a:cubicBezTo>
                  <a:pt x="173" y="251"/>
                  <a:pt x="171" y="252"/>
                  <a:pt x="169" y="252"/>
                </a:cubicBezTo>
                <a:cubicBezTo>
                  <a:pt x="167" y="252"/>
                  <a:pt x="166" y="251"/>
                  <a:pt x="164" y="250"/>
                </a:cubicBezTo>
                <a:cubicBezTo>
                  <a:pt x="144" y="234"/>
                  <a:pt x="144" y="234"/>
                  <a:pt x="144" y="234"/>
                </a:cubicBezTo>
                <a:cubicBezTo>
                  <a:pt x="141" y="232"/>
                  <a:pt x="140" y="227"/>
                  <a:pt x="143" y="223"/>
                </a:cubicBezTo>
                <a:cubicBezTo>
                  <a:pt x="146" y="220"/>
                  <a:pt x="151" y="219"/>
                  <a:pt x="154" y="222"/>
                </a:cubicBezTo>
                <a:cubicBezTo>
                  <a:pt x="168" y="233"/>
                  <a:pt x="168" y="233"/>
                  <a:pt x="168" y="233"/>
                </a:cubicBezTo>
                <a:cubicBezTo>
                  <a:pt x="195" y="203"/>
                  <a:pt x="195" y="203"/>
                  <a:pt x="195" y="203"/>
                </a:cubicBezTo>
                <a:cubicBezTo>
                  <a:pt x="198" y="200"/>
                  <a:pt x="203" y="200"/>
                  <a:pt x="206" y="203"/>
                </a:cubicBezTo>
                <a:cubicBezTo>
                  <a:pt x="209" y="206"/>
                  <a:pt x="209" y="211"/>
                  <a:pt x="206" y="214"/>
                </a:cubicBezTo>
                <a:close/>
                <a:moveTo>
                  <a:pt x="138" y="138"/>
                </a:moveTo>
                <a:cubicBezTo>
                  <a:pt x="75" y="138"/>
                  <a:pt x="75" y="138"/>
                  <a:pt x="75" y="138"/>
                </a:cubicBezTo>
                <a:cubicBezTo>
                  <a:pt x="72" y="138"/>
                  <a:pt x="71" y="136"/>
                  <a:pt x="71" y="134"/>
                </a:cubicBezTo>
                <a:cubicBezTo>
                  <a:pt x="71" y="130"/>
                  <a:pt x="71" y="130"/>
                  <a:pt x="71" y="130"/>
                </a:cubicBezTo>
                <a:cubicBezTo>
                  <a:pt x="71" y="128"/>
                  <a:pt x="72" y="126"/>
                  <a:pt x="75" y="126"/>
                </a:cubicBezTo>
                <a:cubicBezTo>
                  <a:pt x="138" y="126"/>
                  <a:pt x="138" y="126"/>
                  <a:pt x="138" y="126"/>
                </a:cubicBezTo>
                <a:cubicBezTo>
                  <a:pt x="140" y="126"/>
                  <a:pt x="141" y="128"/>
                  <a:pt x="141" y="130"/>
                </a:cubicBezTo>
                <a:cubicBezTo>
                  <a:pt x="141" y="134"/>
                  <a:pt x="141" y="134"/>
                  <a:pt x="141" y="134"/>
                </a:cubicBezTo>
                <a:cubicBezTo>
                  <a:pt x="141" y="136"/>
                  <a:pt x="140" y="138"/>
                  <a:pt x="138" y="138"/>
                </a:cubicBezTo>
                <a:close/>
                <a:moveTo>
                  <a:pt x="138" y="102"/>
                </a:moveTo>
                <a:cubicBezTo>
                  <a:pt x="75" y="102"/>
                  <a:pt x="75" y="102"/>
                  <a:pt x="75" y="102"/>
                </a:cubicBezTo>
                <a:cubicBezTo>
                  <a:pt x="72" y="102"/>
                  <a:pt x="71" y="101"/>
                  <a:pt x="71" y="98"/>
                </a:cubicBezTo>
                <a:cubicBezTo>
                  <a:pt x="71" y="94"/>
                  <a:pt x="71" y="94"/>
                  <a:pt x="71" y="94"/>
                </a:cubicBezTo>
                <a:cubicBezTo>
                  <a:pt x="71" y="92"/>
                  <a:pt x="72" y="91"/>
                  <a:pt x="75" y="91"/>
                </a:cubicBezTo>
                <a:cubicBezTo>
                  <a:pt x="138" y="91"/>
                  <a:pt x="138" y="91"/>
                  <a:pt x="138" y="91"/>
                </a:cubicBezTo>
                <a:cubicBezTo>
                  <a:pt x="140" y="91"/>
                  <a:pt x="141" y="92"/>
                  <a:pt x="141" y="94"/>
                </a:cubicBezTo>
                <a:cubicBezTo>
                  <a:pt x="141" y="98"/>
                  <a:pt x="141" y="98"/>
                  <a:pt x="141" y="98"/>
                </a:cubicBezTo>
                <a:cubicBezTo>
                  <a:pt x="141" y="101"/>
                  <a:pt x="140" y="102"/>
                  <a:pt x="138" y="102"/>
                </a:cubicBezTo>
                <a:close/>
                <a:moveTo>
                  <a:pt x="118" y="169"/>
                </a:moveTo>
                <a:cubicBezTo>
                  <a:pt x="75" y="169"/>
                  <a:pt x="75" y="169"/>
                  <a:pt x="75" y="169"/>
                </a:cubicBezTo>
                <a:cubicBezTo>
                  <a:pt x="72" y="169"/>
                  <a:pt x="71" y="168"/>
                  <a:pt x="71" y="165"/>
                </a:cubicBezTo>
                <a:cubicBezTo>
                  <a:pt x="71" y="161"/>
                  <a:pt x="71" y="161"/>
                  <a:pt x="71" y="161"/>
                </a:cubicBezTo>
                <a:cubicBezTo>
                  <a:pt x="71" y="159"/>
                  <a:pt x="72" y="157"/>
                  <a:pt x="75" y="157"/>
                </a:cubicBezTo>
                <a:cubicBezTo>
                  <a:pt x="118" y="157"/>
                  <a:pt x="118" y="157"/>
                  <a:pt x="118" y="157"/>
                </a:cubicBezTo>
                <a:cubicBezTo>
                  <a:pt x="120" y="157"/>
                  <a:pt x="122" y="159"/>
                  <a:pt x="122" y="161"/>
                </a:cubicBezTo>
                <a:cubicBezTo>
                  <a:pt x="122" y="165"/>
                  <a:pt x="122" y="165"/>
                  <a:pt x="122" y="165"/>
                </a:cubicBezTo>
                <a:cubicBezTo>
                  <a:pt x="122" y="168"/>
                  <a:pt x="120" y="169"/>
                  <a:pt x="118" y="169"/>
                </a:cubicBezTo>
                <a:close/>
                <a:moveTo>
                  <a:pt x="110" y="205"/>
                </a:moveTo>
                <a:cubicBezTo>
                  <a:pt x="75" y="205"/>
                  <a:pt x="75" y="205"/>
                  <a:pt x="75" y="205"/>
                </a:cubicBezTo>
                <a:cubicBezTo>
                  <a:pt x="72" y="205"/>
                  <a:pt x="71" y="203"/>
                  <a:pt x="71" y="201"/>
                </a:cubicBezTo>
                <a:cubicBezTo>
                  <a:pt x="71" y="197"/>
                  <a:pt x="71" y="197"/>
                  <a:pt x="71" y="197"/>
                </a:cubicBezTo>
                <a:cubicBezTo>
                  <a:pt x="71" y="195"/>
                  <a:pt x="72" y="193"/>
                  <a:pt x="75" y="193"/>
                </a:cubicBezTo>
                <a:cubicBezTo>
                  <a:pt x="110" y="193"/>
                  <a:pt x="110" y="193"/>
                  <a:pt x="110" y="193"/>
                </a:cubicBezTo>
                <a:cubicBezTo>
                  <a:pt x="112" y="193"/>
                  <a:pt x="114" y="195"/>
                  <a:pt x="114" y="197"/>
                </a:cubicBezTo>
                <a:cubicBezTo>
                  <a:pt x="114" y="201"/>
                  <a:pt x="114" y="201"/>
                  <a:pt x="114" y="201"/>
                </a:cubicBezTo>
                <a:cubicBezTo>
                  <a:pt x="114" y="203"/>
                  <a:pt x="112" y="205"/>
                  <a:pt x="110" y="205"/>
                </a:cubicBezTo>
                <a:close/>
                <a:moveTo>
                  <a:pt x="63" y="88"/>
                </a:moveTo>
                <a:cubicBezTo>
                  <a:pt x="49" y="104"/>
                  <a:pt x="49" y="104"/>
                  <a:pt x="49" y="104"/>
                </a:cubicBezTo>
                <a:cubicBezTo>
                  <a:pt x="48" y="105"/>
                  <a:pt x="47" y="105"/>
                  <a:pt x="46" y="105"/>
                </a:cubicBezTo>
                <a:cubicBezTo>
                  <a:pt x="45" y="105"/>
                  <a:pt x="44" y="105"/>
                  <a:pt x="44" y="104"/>
                </a:cubicBezTo>
                <a:cubicBezTo>
                  <a:pt x="35" y="97"/>
                  <a:pt x="35" y="97"/>
                  <a:pt x="35" y="97"/>
                </a:cubicBezTo>
                <a:cubicBezTo>
                  <a:pt x="33" y="96"/>
                  <a:pt x="33" y="94"/>
                  <a:pt x="34" y="92"/>
                </a:cubicBezTo>
                <a:cubicBezTo>
                  <a:pt x="35" y="91"/>
                  <a:pt x="37" y="90"/>
                  <a:pt x="39" y="92"/>
                </a:cubicBezTo>
                <a:cubicBezTo>
                  <a:pt x="45" y="97"/>
                  <a:pt x="45" y="97"/>
                  <a:pt x="45" y="97"/>
                </a:cubicBezTo>
                <a:cubicBezTo>
                  <a:pt x="58" y="83"/>
                  <a:pt x="58" y="83"/>
                  <a:pt x="58" y="83"/>
                </a:cubicBezTo>
                <a:cubicBezTo>
                  <a:pt x="59" y="81"/>
                  <a:pt x="61" y="81"/>
                  <a:pt x="63" y="83"/>
                </a:cubicBezTo>
                <a:cubicBezTo>
                  <a:pt x="64" y="84"/>
                  <a:pt x="64" y="86"/>
                  <a:pt x="63" y="88"/>
                </a:cubicBezTo>
                <a:close/>
                <a:moveTo>
                  <a:pt x="63" y="123"/>
                </a:moveTo>
                <a:cubicBezTo>
                  <a:pt x="49" y="139"/>
                  <a:pt x="49" y="139"/>
                  <a:pt x="49" y="139"/>
                </a:cubicBezTo>
                <a:cubicBezTo>
                  <a:pt x="48" y="140"/>
                  <a:pt x="47" y="140"/>
                  <a:pt x="46" y="140"/>
                </a:cubicBezTo>
                <a:cubicBezTo>
                  <a:pt x="45" y="140"/>
                  <a:pt x="44" y="140"/>
                  <a:pt x="44" y="140"/>
                </a:cubicBezTo>
                <a:cubicBezTo>
                  <a:pt x="35" y="132"/>
                  <a:pt x="35" y="132"/>
                  <a:pt x="35" y="132"/>
                </a:cubicBezTo>
                <a:cubicBezTo>
                  <a:pt x="33" y="131"/>
                  <a:pt x="33" y="129"/>
                  <a:pt x="34" y="127"/>
                </a:cubicBezTo>
                <a:cubicBezTo>
                  <a:pt x="35" y="126"/>
                  <a:pt x="37" y="125"/>
                  <a:pt x="39" y="127"/>
                </a:cubicBezTo>
                <a:cubicBezTo>
                  <a:pt x="45" y="132"/>
                  <a:pt x="45" y="132"/>
                  <a:pt x="45" y="132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9" y="116"/>
                  <a:pt x="61" y="116"/>
                  <a:pt x="63" y="118"/>
                </a:cubicBezTo>
                <a:cubicBezTo>
                  <a:pt x="64" y="119"/>
                  <a:pt x="64" y="121"/>
                  <a:pt x="63" y="123"/>
                </a:cubicBezTo>
                <a:close/>
                <a:moveTo>
                  <a:pt x="63" y="156"/>
                </a:moveTo>
                <a:cubicBezTo>
                  <a:pt x="49" y="173"/>
                  <a:pt x="49" y="173"/>
                  <a:pt x="49" y="173"/>
                </a:cubicBezTo>
                <a:cubicBezTo>
                  <a:pt x="48" y="173"/>
                  <a:pt x="47" y="174"/>
                  <a:pt x="46" y="174"/>
                </a:cubicBezTo>
                <a:cubicBezTo>
                  <a:pt x="45" y="174"/>
                  <a:pt x="44" y="174"/>
                  <a:pt x="44" y="173"/>
                </a:cubicBezTo>
                <a:cubicBezTo>
                  <a:pt x="35" y="166"/>
                  <a:pt x="35" y="166"/>
                  <a:pt x="35" y="166"/>
                </a:cubicBezTo>
                <a:cubicBezTo>
                  <a:pt x="33" y="165"/>
                  <a:pt x="33" y="162"/>
                  <a:pt x="34" y="161"/>
                </a:cubicBezTo>
                <a:cubicBezTo>
                  <a:pt x="35" y="159"/>
                  <a:pt x="37" y="159"/>
                  <a:pt x="39" y="160"/>
                </a:cubicBezTo>
                <a:cubicBezTo>
                  <a:pt x="45" y="165"/>
                  <a:pt x="45" y="165"/>
                  <a:pt x="45" y="165"/>
                </a:cubicBezTo>
                <a:cubicBezTo>
                  <a:pt x="58" y="151"/>
                  <a:pt x="58" y="151"/>
                  <a:pt x="58" y="151"/>
                </a:cubicBezTo>
                <a:cubicBezTo>
                  <a:pt x="59" y="150"/>
                  <a:pt x="61" y="150"/>
                  <a:pt x="63" y="151"/>
                </a:cubicBezTo>
                <a:cubicBezTo>
                  <a:pt x="64" y="153"/>
                  <a:pt x="64" y="155"/>
                  <a:pt x="63" y="156"/>
                </a:cubicBezTo>
                <a:close/>
                <a:moveTo>
                  <a:pt x="63" y="190"/>
                </a:moveTo>
                <a:cubicBezTo>
                  <a:pt x="49" y="206"/>
                  <a:pt x="49" y="206"/>
                  <a:pt x="49" y="206"/>
                </a:cubicBezTo>
                <a:cubicBezTo>
                  <a:pt x="48" y="207"/>
                  <a:pt x="47" y="208"/>
                  <a:pt x="46" y="208"/>
                </a:cubicBezTo>
                <a:cubicBezTo>
                  <a:pt x="45" y="208"/>
                  <a:pt x="44" y="207"/>
                  <a:pt x="44" y="207"/>
                </a:cubicBezTo>
                <a:cubicBezTo>
                  <a:pt x="35" y="200"/>
                  <a:pt x="35" y="200"/>
                  <a:pt x="35" y="200"/>
                </a:cubicBezTo>
                <a:cubicBezTo>
                  <a:pt x="33" y="198"/>
                  <a:pt x="33" y="196"/>
                  <a:pt x="34" y="194"/>
                </a:cubicBezTo>
                <a:cubicBezTo>
                  <a:pt x="35" y="193"/>
                  <a:pt x="37" y="193"/>
                  <a:pt x="39" y="194"/>
                </a:cubicBezTo>
                <a:cubicBezTo>
                  <a:pt x="45" y="199"/>
                  <a:pt x="45" y="199"/>
                  <a:pt x="45" y="199"/>
                </a:cubicBezTo>
                <a:cubicBezTo>
                  <a:pt x="58" y="185"/>
                  <a:pt x="58" y="185"/>
                  <a:pt x="58" y="185"/>
                </a:cubicBezTo>
                <a:cubicBezTo>
                  <a:pt x="59" y="184"/>
                  <a:pt x="61" y="184"/>
                  <a:pt x="63" y="185"/>
                </a:cubicBezTo>
                <a:cubicBezTo>
                  <a:pt x="64" y="186"/>
                  <a:pt x="64" y="189"/>
                  <a:pt x="63" y="190"/>
                </a:cubicBezTo>
                <a:close/>
              </a:path>
            </a:pathLst>
          </a:custGeom>
          <a:solidFill>
            <a:srgbClr val="4C75C8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 dirty="0">
              <a:ln>
                <a:solidFill>
                  <a:srgbClr val="184183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Freeform 169">
            <a:extLst>
              <a:ext uri="{FF2B5EF4-FFF2-40B4-BE49-F238E27FC236}">
                <a16:creationId xmlns:a16="http://schemas.microsoft.com/office/drawing/2014/main" id="{7B6F9D1D-76A3-ADC1-066C-D94A7F2B058B}"/>
              </a:ext>
            </a:extLst>
          </p:cNvPr>
          <p:cNvSpPr>
            <a:spLocks noEditPoints="1"/>
          </p:cNvSpPr>
          <p:nvPr/>
        </p:nvSpPr>
        <p:spPr bwMode="auto">
          <a:xfrm>
            <a:off x="5861546" y="4384050"/>
            <a:ext cx="312810" cy="348581"/>
          </a:xfrm>
          <a:custGeom>
            <a:avLst/>
            <a:gdLst>
              <a:gd name="T0" fmla="*/ 195 w 421"/>
              <a:gd name="T1" fmla="*/ 173 h 431"/>
              <a:gd name="T2" fmla="*/ 52 w 421"/>
              <a:gd name="T3" fmla="*/ 159 h 431"/>
              <a:gd name="T4" fmla="*/ 195 w 421"/>
              <a:gd name="T5" fmla="*/ 144 h 431"/>
              <a:gd name="T6" fmla="*/ 285 w 421"/>
              <a:gd name="T7" fmla="*/ 150 h 431"/>
              <a:gd name="T8" fmla="*/ 204 w 421"/>
              <a:gd name="T9" fmla="*/ 385 h 431"/>
              <a:gd name="T10" fmla="*/ 285 w 421"/>
              <a:gd name="T11" fmla="*/ 150 h 431"/>
              <a:gd name="T12" fmla="*/ 264 w 421"/>
              <a:gd name="T13" fmla="*/ 218 h 431"/>
              <a:gd name="T14" fmla="*/ 252 w 421"/>
              <a:gd name="T15" fmla="*/ 219 h 431"/>
              <a:gd name="T16" fmla="*/ 171 w 421"/>
              <a:gd name="T17" fmla="*/ 323 h 431"/>
              <a:gd name="T18" fmla="*/ 183 w 421"/>
              <a:gd name="T19" fmla="*/ 323 h 431"/>
              <a:gd name="T20" fmla="*/ 265 w 421"/>
              <a:gd name="T21" fmla="*/ 219 h 431"/>
              <a:gd name="T22" fmla="*/ 278 w 421"/>
              <a:gd name="T23" fmla="*/ 190 h 431"/>
              <a:gd name="T24" fmla="*/ 278 w 421"/>
              <a:gd name="T25" fmla="*/ 202 h 431"/>
              <a:gd name="T26" fmla="*/ 285 w 421"/>
              <a:gd name="T27" fmla="*/ 205 h 431"/>
              <a:gd name="T28" fmla="*/ 301 w 421"/>
              <a:gd name="T29" fmla="*/ 191 h 431"/>
              <a:gd name="T30" fmla="*/ 282 w 421"/>
              <a:gd name="T31" fmla="*/ 186 h 431"/>
              <a:gd name="T32" fmla="*/ 364 w 421"/>
              <a:gd name="T33" fmla="*/ 207 h 431"/>
              <a:gd name="T34" fmla="*/ 310 w 421"/>
              <a:gd name="T35" fmla="*/ 122 h 431"/>
              <a:gd name="T36" fmla="*/ 414 w 421"/>
              <a:gd name="T37" fmla="*/ 151 h 431"/>
              <a:gd name="T38" fmla="*/ 316 w 421"/>
              <a:gd name="T39" fmla="*/ 115 h 431"/>
              <a:gd name="T40" fmla="*/ 355 w 421"/>
              <a:gd name="T41" fmla="*/ 80 h 431"/>
              <a:gd name="T42" fmla="*/ 412 w 421"/>
              <a:gd name="T43" fmla="*/ 124 h 431"/>
              <a:gd name="T44" fmla="*/ 399 w 421"/>
              <a:gd name="T45" fmla="*/ 139 h 431"/>
              <a:gd name="T46" fmla="*/ 343 w 421"/>
              <a:gd name="T47" fmla="*/ 114 h 431"/>
              <a:gd name="T48" fmla="*/ 399 w 421"/>
              <a:gd name="T49" fmla="*/ 139 h 431"/>
              <a:gd name="T50" fmla="*/ 196 w 421"/>
              <a:gd name="T51" fmla="*/ 395 h 431"/>
              <a:gd name="T52" fmla="*/ 101 w 421"/>
              <a:gd name="T53" fmla="*/ 428 h 431"/>
              <a:gd name="T54" fmla="*/ 123 w 421"/>
              <a:gd name="T55" fmla="*/ 330 h 431"/>
              <a:gd name="T56" fmla="*/ 120 w 421"/>
              <a:gd name="T57" fmla="*/ 387 h 431"/>
              <a:gd name="T58" fmla="*/ 172 w 421"/>
              <a:gd name="T59" fmla="*/ 390 h 431"/>
              <a:gd name="T60" fmla="*/ 105 w 421"/>
              <a:gd name="T61" fmla="*/ 328 h 431"/>
              <a:gd name="T62" fmla="*/ 33 w 421"/>
              <a:gd name="T63" fmla="*/ 357 h 431"/>
              <a:gd name="T64" fmla="*/ 0 w 421"/>
              <a:gd name="T65" fmla="*/ 88 h 431"/>
              <a:gd name="T66" fmla="*/ 73 w 421"/>
              <a:gd name="T67" fmla="*/ 55 h 431"/>
              <a:gd name="T68" fmla="*/ 85 w 421"/>
              <a:gd name="T69" fmla="*/ 41 h 431"/>
              <a:gd name="T70" fmla="*/ 94 w 421"/>
              <a:gd name="T71" fmla="*/ 36 h 431"/>
              <a:gd name="T72" fmla="*/ 166 w 421"/>
              <a:gd name="T73" fmla="*/ 36 h 431"/>
              <a:gd name="T74" fmla="*/ 176 w 421"/>
              <a:gd name="T75" fmla="*/ 41 h 431"/>
              <a:gd name="T76" fmla="*/ 188 w 421"/>
              <a:gd name="T77" fmla="*/ 55 h 431"/>
              <a:gd name="T78" fmla="*/ 259 w 421"/>
              <a:gd name="T79" fmla="*/ 88 h 431"/>
              <a:gd name="T80" fmla="*/ 231 w 421"/>
              <a:gd name="T81" fmla="*/ 182 h 431"/>
              <a:gd name="T82" fmla="*/ 214 w 421"/>
              <a:gd name="T83" fmla="*/ 84 h 431"/>
              <a:gd name="T84" fmla="*/ 188 w 421"/>
              <a:gd name="T85" fmla="*/ 101 h 431"/>
              <a:gd name="T86" fmla="*/ 85 w 421"/>
              <a:gd name="T87" fmla="*/ 113 h 431"/>
              <a:gd name="T88" fmla="*/ 73 w 421"/>
              <a:gd name="T89" fmla="*/ 84 h 431"/>
              <a:gd name="T90" fmla="*/ 30 w 421"/>
              <a:gd name="T91" fmla="*/ 101 h 431"/>
              <a:gd name="T92" fmla="*/ 47 w 421"/>
              <a:gd name="T93" fmla="*/ 328 h 431"/>
              <a:gd name="T94" fmla="*/ 116 w 421"/>
              <a:gd name="T95" fmla="*/ 36 h 431"/>
              <a:gd name="T96" fmla="*/ 144 w 421"/>
              <a:gd name="T97" fmla="*/ 41 h 431"/>
              <a:gd name="T98" fmla="*/ 130 w 421"/>
              <a:gd name="T99" fmla="*/ 22 h 431"/>
              <a:gd name="T100" fmla="*/ 196 w 421"/>
              <a:gd name="T101" fmla="*/ 221 h 431"/>
              <a:gd name="T102" fmla="*/ 195 w 421"/>
              <a:gd name="T103" fmla="*/ 192 h 431"/>
              <a:gd name="T104" fmla="*/ 52 w 421"/>
              <a:gd name="T105" fmla="*/ 206 h 431"/>
              <a:gd name="T106" fmla="*/ 195 w 421"/>
              <a:gd name="T107" fmla="*/ 221 h 431"/>
              <a:gd name="T108" fmla="*/ 52 w 421"/>
              <a:gd name="T109" fmla="*/ 254 h 431"/>
              <a:gd name="T110" fmla="*/ 154 w 421"/>
              <a:gd name="T111" fmla="*/ 268 h 431"/>
              <a:gd name="T112" fmla="*/ 66 w 421"/>
              <a:gd name="T113" fmla="*/ 239 h 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421" h="431">
                <a:moveTo>
                  <a:pt x="210" y="159"/>
                </a:moveTo>
                <a:cubicBezTo>
                  <a:pt x="210" y="166"/>
                  <a:pt x="203" y="173"/>
                  <a:pt x="195" y="173"/>
                </a:cubicBezTo>
                <a:cubicBezTo>
                  <a:pt x="66" y="173"/>
                  <a:pt x="66" y="173"/>
                  <a:pt x="66" y="173"/>
                </a:cubicBezTo>
                <a:cubicBezTo>
                  <a:pt x="58" y="173"/>
                  <a:pt x="52" y="166"/>
                  <a:pt x="52" y="159"/>
                </a:cubicBezTo>
                <a:cubicBezTo>
                  <a:pt x="52" y="151"/>
                  <a:pt x="58" y="144"/>
                  <a:pt x="66" y="144"/>
                </a:cubicBezTo>
                <a:cubicBezTo>
                  <a:pt x="195" y="144"/>
                  <a:pt x="195" y="144"/>
                  <a:pt x="195" y="144"/>
                </a:cubicBezTo>
                <a:cubicBezTo>
                  <a:pt x="203" y="144"/>
                  <a:pt x="210" y="151"/>
                  <a:pt x="210" y="159"/>
                </a:cubicBezTo>
                <a:close/>
                <a:moveTo>
                  <a:pt x="285" y="150"/>
                </a:moveTo>
                <a:cubicBezTo>
                  <a:pt x="357" y="214"/>
                  <a:pt x="357" y="214"/>
                  <a:pt x="357" y="214"/>
                </a:cubicBezTo>
                <a:cubicBezTo>
                  <a:pt x="204" y="385"/>
                  <a:pt x="204" y="385"/>
                  <a:pt x="204" y="385"/>
                </a:cubicBezTo>
                <a:cubicBezTo>
                  <a:pt x="132" y="320"/>
                  <a:pt x="132" y="320"/>
                  <a:pt x="132" y="320"/>
                </a:cubicBezTo>
                <a:lnTo>
                  <a:pt x="285" y="150"/>
                </a:lnTo>
                <a:close/>
                <a:moveTo>
                  <a:pt x="265" y="219"/>
                </a:moveTo>
                <a:cubicBezTo>
                  <a:pt x="264" y="218"/>
                  <a:pt x="264" y="218"/>
                  <a:pt x="264" y="218"/>
                </a:cubicBezTo>
                <a:cubicBezTo>
                  <a:pt x="262" y="217"/>
                  <a:pt x="260" y="216"/>
                  <a:pt x="258" y="216"/>
                </a:cubicBezTo>
                <a:cubicBezTo>
                  <a:pt x="256" y="216"/>
                  <a:pt x="253" y="217"/>
                  <a:pt x="252" y="219"/>
                </a:cubicBezTo>
                <a:cubicBezTo>
                  <a:pt x="170" y="310"/>
                  <a:pt x="170" y="310"/>
                  <a:pt x="170" y="310"/>
                </a:cubicBezTo>
                <a:cubicBezTo>
                  <a:pt x="166" y="314"/>
                  <a:pt x="167" y="320"/>
                  <a:pt x="171" y="323"/>
                </a:cubicBezTo>
                <a:cubicBezTo>
                  <a:pt x="172" y="325"/>
                  <a:pt x="175" y="326"/>
                  <a:pt x="177" y="326"/>
                </a:cubicBezTo>
                <a:cubicBezTo>
                  <a:pt x="179" y="325"/>
                  <a:pt x="181" y="324"/>
                  <a:pt x="183" y="323"/>
                </a:cubicBezTo>
                <a:cubicBezTo>
                  <a:pt x="265" y="231"/>
                  <a:pt x="265" y="231"/>
                  <a:pt x="265" y="231"/>
                </a:cubicBezTo>
                <a:cubicBezTo>
                  <a:pt x="268" y="227"/>
                  <a:pt x="268" y="222"/>
                  <a:pt x="265" y="219"/>
                </a:cubicBezTo>
                <a:close/>
                <a:moveTo>
                  <a:pt x="282" y="186"/>
                </a:moveTo>
                <a:cubicBezTo>
                  <a:pt x="278" y="190"/>
                  <a:pt x="278" y="190"/>
                  <a:pt x="278" y="190"/>
                </a:cubicBezTo>
                <a:cubicBezTo>
                  <a:pt x="276" y="192"/>
                  <a:pt x="275" y="194"/>
                  <a:pt x="275" y="197"/>
                </a:cubicBezTo>
                <a:cubicBezTo>
                  <a:pt x="275" y="199"/>
                  <a:pt x="277" y="201"/>
                  <a:pt x="278" y="202"/>
                </a:cubicBezTo>
                <a:cubicBezTo>
                  <a:pt x="279" y="203"/>
                  <a:pt x="279" y="203"/>
                  <a:pt x="279" y="203"/>
                </a:cubicBezTo>
                <a:cubicBezTo>
                  <a:pt x="280" y="204"/>
                  <a:pt x="283" y="205"/>
                  <a:pt x="285" y="205"/>
                </a:cubicBezTo>
                <a:cubicBezTo>
                  <a:pt x="287" y="205"/>
                  <a:pt x="289" y="204"/>
                  <a:pt x="291" y="202"/>
                </a:cubicBezTo>
                <a:cubicBezTo>
                  <a:pt x="301" y="191"/>
                  <a:pt x="301" y="191"/>
                  <a:pt x="301" y="191"/>
                </a:cubicBezTo>
                <a:cubicBezTo>
                  <a:pt x="294" y="185"/>
                  <a:pt x="294" y="185"/>
                  <a:pt x="294" y="185"/>
                </a:cubicBezTo>
                <a:cubicBezTo>
                  <a:pt x="290" y="182"/>
                  <a:pt x="285" y="182"/>
                  <a:pt x="282" y="186"/>
                </a:cubicBezTo>
                <a:close/>
                <a:moveTo>
                  <a:pt x="292" y="142"/>
                </a:moveTo>
                <a:cubicBezTo>
                  <a:pt x="364" y="207"/>
                  <a:pt x="364" y="207"/>
                  <a:pt x="364" y="207"/>
                </a:cubicBezTo>
                <a:cubicBezTo>
                  <a:pt x="382" y="187"/>
                  <a:pt x="382" y="187"/>
                  <a:pt x="382" y="187"/>
                </a:cubicBezTo>
                <a:cubicBezTo>
                  <a:pt x="310" y="122"/>
                  <a:pt x="310" y="122"/>
                  <a:pt x="310" y="122"/>
                </a:cubicBezTo>
                <a:lnTo>
                  <a:pt x="292" y="142"/>
                </a:lnTo>
                <a:close/>
                <a:moveTo>
                  <a:pt x="414" y="151"/>
                </a:moveTo>
                <a:cubicBezTo>
                  <a:pt x="388" y="180"/>
                  <a:pt x="388" y="180"/>
                  <a:pt x="388" y="180"/>
                </a:cubicBezTo>
                <a:cubicBezTo>
                  <a:pt x="316" y="115"/>
                  <a:pt x="316" y="115"/>
                  <a:pt x="316" y="115"/>
                </a:cubicBezTo>
                <a:cubicBezTo>
                  <a:pt x="342" y="87"/>
                  <a:pt x="342" y="87"/>
                  <a:pt x="342" y="87"/>
                </a:cubicBezTo>
                <a:cubicBezTo>
                  <a:pt x="345" y="83"/>
                  <a:pt x="350" y="81"/>
                  <a:pt x="355" y="80"/>
                </a:cubicBezTo>
                <a:cubicBezTo>
                  <a:pt x="360" y="80"/>
                  <a:pt x="365" y="82"/>
                  <a:pt x="368" y="85"/>
                </a:cubicBezTo>
                <a:cubicBezTo>
                  <a:pt x="412" y="124"/>
                  <a:pt x="412" y="124"/>
                  <a:pt x="412" y="124"/>
                </a:cubicBezTo>
                <a:cubicBezTo>
                  <a:pt x="420" y="132"/>
                  <a:pt x="421" y="144"/>
                  <a:pt x="414" y="151"/>
                </a:cubicBezTo>
                <a:close/>
                <a:moveTo>
                  <a:pt x="399" y="139"/>
                </a:moveTo>
                <a:cubicBezTo>
                  <a:pt x="356" y="99"/>
                  <a:pt x="356" y="99"/>
                  <a:pt x="356" y="99"/>
                </a:cubicBezTo>
                <a:cubicBezTo>
                  <a:pt x="343" y="114"/>
                  <a:pt x="343" y="114"/>
                  <a:pt x="343" y="114"/>
                </a:cubicBezTo>
                <a:cubicBezTo>
                  <a:pt x="387" y="153"/>
                  <a:pt x="387" y="153"/>
                  <a:pt x="387" y="153"/>
                </a:cubicBezTo>
                <a:lnTo>
                  <a:pt x="399" y="139"/>
                </a:lnTo>
                <a:close/>
                <a:moveTo>
                  <a:pt x="123" y="330"/>
                </a:moveTo>
                <a:cubicBezTo>
                  <a:pt x="196" y="395"/>
                  <a:pt x="196" y="395"/>
                  <a:pt x="196" y="395"/>
                </a:cubicBezTo>
                <a:cubicBezTo>
                  <a:pt x="110" y="429"/>
                  <a:pt x="110" y="429"/>
                  <a:pt x="110" y="429"/>
                </a:cubicBezTo>
                <a:cubicBezTo>
                  <a:pt x="107" y="431"/>
                  <a:pt x="103" y="430"/>
                  <a:pt x="101" y="428"/>
                </a:cubicBezTo>
                <a:cubicBezTo>
                  <a:pt x="98" y="425"/>
                  <a:pt x="97" y="422"/>
                  <a:pt x="98" y="418"/>
                </a:cubicBezTo>
                <a:lnTo>
                  <a:pt x="123" y="330"/>
                </a:lnTo>
                <a:close/>
                <a:moveTo>
                  <a:pt x="130" y="353"/>
                </a:moveTo>
                <a:cubicBezTo>
                  <a:pt x="120" y="387"/>
                  <a:pt x="120" y="387"/>
                  <a:pt x="120" y="387"/>
                </a:cubicBezTo>
                <a:cubicBezTo>
                  <a:pt x="139" y="404"/>
                  <a:pt x="139" y="404"/>
                  <a:pt x="139" y="404"/>
                </a:cubicBezTo>
                <a:cubicBezTo>
                  <a:pt x="172" y="390"/>
                  <a:pt x="172" y="390"/>
                  <a:pt x="172" y="390"/>
                </a:cubicBezTo>
                <a:lnTo>
                  <a:pt x="130" y="353"/>
                </a:lnTo>
                <a:close/>
                <a:moveTo>
                  <a:pt x="105" y="328"/>
                </a:moveTo>
                <a:cubicBezTo>
                  <a:pt x="97" y="357"/>
                  <a:pt x="97" y="357"/>
                  <a:pt x="97" y="357"/>
                </a:cubicBezTo>
                <a:cubicBezTo>
                  <a:pt x="33" y="357"/>
                  <a:pt x="33" y="357"/>
                  <a:pt x="33" y="357"/>
                </a:cubicBezTo>
                <a:cubicBezTo>
                  <a:pt x="15" y="357"/>
                  <a:pt x="0" y="343"/>
                  <a:pt x="0" y="325"/>
                </a:cubicBezTo>
                <a:cubicBezTo>
                  <a:pt x="0" y="88"/>
                  <a:pt x="0" y="88"/>
                  <a:pt x="0" y="88"/>
                </a:cubicBezTo>
                <a:cubicBezTo>
                  <a:pt x="0" y="70"/>
                  <a:pt x="15" y="55"/>
                  <a:pt x="33" y="55"/>
                </a:cubicBezTo>
                <a:cubicBezTo>
                  <a:pt x="73" y="55"/>
                  <a:pt x="73" y="55"/>
                  <a:pt x="73" y="55"/>
                </a:cubicBezTo>
                <a:cubicBezTo>
                  <a:pt x="73" y="53"/>
                  <a:pt x="73" y="53"/>
                  <a:pt x="73" y="53"/>
                </a:cubicBezTo>
                <a:cubicBezTo>
                  <a:pt x="73" y="46"/>
                  <a:pt x="78" y="41"/>
                  <a:pt x="85" y="41"/>
                </a:cubicBezTo>
                <a:cubicBezTo>
                  <a:pt x="95" y="41"/>
                  <a:pt x="95" y="41"/>
                  <a:pt x="95" y="41"/>
                </a:cubicBezTo>
                <a:cubicBezTo>
                  <a:pt x="95" y="39"/>
                  <a:pt x="94" y="38"/>
                  <a:pt x="94" y="36"/>
                </a:cubicBezTo>
                <a:cubicBezTo>
                  <a:pt x="94" y="16"/>
                  <a:pt x="111" y="0"/>
                  <a:pt x="130" y="0"/>
                </a:cubicBezTo>
                <a:cubicBezTo>
                  <a:pt x="150" y="0"/>
                  <a:pt x="166" y="16"/>
                  <a:pt x="166" y="36"/>
                </a:cubicBezTo>
                <a:cubicBezTo>
                  <a:pt x="166" y="38"/>
                  <a:pt x="166" y="39"/>
                  <a:pt x="166" y="41"/>
                </a:cubicBezTo>
                <a:cubicBezTo>
                  <a:pt x="176" y="41"/>
                  <a:pt x="176" y="41"/>
                  <a:pt x="176" y="41"/>
                </a:cubicBezTo>
                <a:cubicBezTo>
                  <a:pt x="183" y="41"/>
                  <a:pt x="188" y="46"/>
                  <a:pt x="188" y="53"/>
                </a:cubicBezTo>
                <a:cubicBezTo>
                  <a:pt x="188" y="55"/>
                  <a:pt x="188" y="55"/>
                  <a:pt x="188" y="55"/>
                </a:cubicBezTo>
                <a:cubicBezTo>
                  <a:pt x="227" y="55"/>
                  <a:pt x="227" y="55"/>
                  <a:pt x="227" y="55"/>
                </a:cubicBezTo>
                <a:cubicBezTo>
                  <a:pt x="245" y="55"/>
                  <a:pt x="259" y="70"/>
                  <a:pt x="259" y="88"/>
                </a:cubicBezTo>
                <a:cubicBezTo>
                  <a:pt x="259" y="150"/>
                  <a:pt x="259" y="150"/>
                  <a:pt x="259" y="150"/>
                </a:cubicBezTo>
                <a:cubicBezTo>
                  <a:pt x="231" y="182"/>
                  <a:pt x="231" y="182"/>
                  <a:pt x="231" y="182"/>
                </a:cubicBezTo>
                <a:cubicBezTo>
                  <a:pt x="231" y="101"/>
                  <a:pt x="231" y="101"/>
                  <a:pt x="231" y="101"/>
                </a:cubicBezTo>
                <a:cubicBezTo>
                  <a:pt x="231" y="92"/>
                  <a:pt x="223" y="84"/>
                  <a:pt x="214" y="84"/>
                </a:cubicBezTo>
                <a:cubicBezTo>
                  <a:pt x="188" y="84"/>
                  <a:pt x="188" y="84"/>
                  <a:pt x="188" y="84"/>
                </a:cubicBezTo>
                <a:cubicBezTo>
                  <a:pt x="188" y="101"/>
                  <a:pt x="188" y="101"/>
                  <a:pt x="188" y="101"/>
                </a:cubicBezTo>
                <a:cubicBezTo>
                  <a:pt x="188" y="107"/>
                  <a:pt x="183" y="113"/>
                  <a:pt x="176" y="113"/>
                </a:cubicBezTo>
                <a:cubicBezTo>
                  <a:pt x="85" y="113"/>
                  <a:pt x="85" y="113"/>
                  <a:pt x="85" y="113"/>
                </a:cubicBezTo>
                <a:cubicBezTo>
                  <a:pt x="78" y="113"/>
                  <a:pt x="73" y="107"/>
                  <a:pt x="73" y="101"/>
                </a:cubicBezTo>
                <a:cubicBezTo>
                  <a:pt x="73" y="84"/>
                  <a:pt x="73" y="84"/>
                  <a:pt x="73" y="84"/>
                </a:cubicBezTo>
                <a:cubicBezTo>
                  <a:pt x="47" y="84"/>
                  <a:pt x="47" y="84"/>
                  <a:pt x="47" y="84"/>
                </a:cubicBezTo>
                <a:cubicBezTo>
                  <a:pt x="37" y="84"/>
                  <a:pt x="30" y="92"/>
                  <a:pt x="30" y="101"/>
                </a:cubicBezTo>
                <a:cubicBezTo>
                  <a:pt x="30" y="311"/>
                  <a:pt x="30" y="311"/>
                  <a:pt x="30" y="311"/>
                </a:cubicBezTo>
                <a:cubicBezTo>
                  <a:pt x="30" y="320"/>
                  <a:pt x="37" y="328"/>
                  <a:pt x="47" y="328"/>
                </a:cubicBezTo>
                <a:lnTo>
                  <a:pt x="105" y="328"/>
                </a:lnTo>
                <a:close/>
                <a:moveTo>
                  <a:pt x="116" y="36"/>
                </a:moveTo>
                <a:cubicBezTo>
                  <a:pt x="116" y="38"/>
                  <a:pt x="116" y="39"/>
                  <a:pt x="117" y="41"/>
                </a:cubicBezTo>
                <a:cubicBezTo>
                  <a:pt x="144" y="41"/>
                  <a:pt x="144" y="41"/>
                  <a:pt x="144" y="41"/>
                </a:cubicBezTo>
                <a:cubicBezTo>
                  <a:pt x="144" y="39"/>
                  <a:pt x="145" y="38"/>
                  <a:pt x="145" y="36"/>
                </a:cubicBezTo>
                <a:cubicBezTo>
                  <a:pt x="145" y="28"/>
                  <a:pt x="138" y="22"/>
                  <a:pt x="130" y="22"/>
                </a:cubicBezTo>
                <a:cubicBezTo>
                  <a:pt x="122" y="22"/>
                  <a:pt x="116" y="28"/>
                  <a:pt x="116" y="36"/>
                </a:cubicBezTo>
                <a:close/>
                <a:moveTo>
                  <a:pt x="196" y="221"/>
                </a:moveTo>
                <a:cubicBezTo>
                  <a:pt x="210" y="206"/>
                  <a:pt x="210" y="206"/>
                  <a:pt x="210" y="206"/>
                </a:cubicBezTo>
                <a:cubicBezTo>
                  <a:pt x="209" y="198"/>
                  <a:pt x="203" y="192"/>
                  <a:pt x="195" y="192"/>
                </a:cubicBezTo>
                <a:cubicBezTo>
                  <a:pt x="66" y="192"/>
                  <a:pt x="66" y="192"/>
                  <a:pt x="66" y="192"/>
                </a:cubicBezTo>
                <a:cubicBezTo>
                  <a:pt x="58" y="192"/>
                  <a:pt x="52" y="198"/>
                  <a:pt x="52" y="206"/>
                </a:cubicBezTo>
                <a:cubicBezTo>
                  <a:pt x="52" y="214"/>
                  <a:pt x="58" y="221"/>
                  <a:pt x="66" y="221"/>
                </a:cubicBezTo>
                <a:cubicBezTo>
                  <a:pt x="195" y="221"/>
                  <a:pt x="195" y="221"/>
                  <a:pt x="195" y="221"/>
                </a:cubicBezTo>
                <a:cubicBezTo>
                  <a:pt x="196" y="221"/>
                  <a:pt x="196" y="221"/>
                  <a:pt x="196" y="221"/>
                </a:cubicBezTo>
                <a:close/>
                <a:moveTo>
                  <a:pt x="52" y="254"/>
                </a:moveTo>
                <a:cubicBezTo>
                  <a:pt x="52" y="262"/>
                  <a:pt x="58" y="268"/>
                  <a:pt x="66" y="268"/>
                </a:cubicBezTo>
                <a:cubicBezTo>
                  <a:pt x="154" y="268"/>
                  <a:pt x="154" y="268"/>
                  <a:pt x="154" y="268"/>
                </a:cubicBezTo>
                <a:cubicBezTo>
                  <a:pt x="180" y="239"/>
                  <a:pt x="180" y="239"/>
                  <a:pt x="180" y="239"/>
                </a:cubicBezTo>
                <a:cubicBezTo>
                  <a:pt x="66" y="239"/>
                  <a:pt x="66" y="239"/>
                  <a:pt x="66" y="239"/>
                </a:cubicBezTo>
                <a:cubicBezTo>
                  <a:pt x="58" y="239"/>
                  <a:pt x="52" y="246"/>
                  <a:pt x="52" y="254"/>
                </a:cubicBezTo>
                <a:close/>
              </a:path>
            </a:pathLst>
          </a:custGeom>
          <a:solidFill>
            <a:srgbClr val="4C75C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solidFill>
                  <a:srgbClr val="184183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629C69D-C50B-2D4B-31EA-9D7AF7DF5239}"/>
              </a:ext>
            </a:extLst>
          </p:cNvPr>
          <p:cNvGrpSpPr/>
          <p:nvPr/>
        </p:nvGrpSpPr>
        <p:grpSpPr>
          <a:xfrm>
            <a:off x="5817000" y="3803850"/>
            <a:ext cx="360000" cy="324000"/>
            <a:chOff x="1132209" y="5157428"/>
            <a:chExt cx="437670" cy="470771"/>
          </a:xfrm>
          <a:solidFill>
            <a:srgbClr val="4C75C8"/>
          </a:solidFill>
        </p:grpSpPr>
        <p:sp>
          <p:nvSpPr>
            <p:cNvPr id="30" name="Freeform 275">
              <a:extLst>
                <a:ext uri="{FF2B5EF4-FFF2-40B4-BE49-F238E27FC236}">
                  <a16:creationId xmlns:a16="http://schemas.microsoft.com/office/drawing/2014/main" id="{0187EA07-B847-01AB-C09E-571415C845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2209" y="5247175"/>
              <a:ext cx="402698" cy="381024"/>
            </a:xfrm>
            <a:custGeom>
              <a:avLst/>
              <a:gdLst>
                <a:gd name="T0" fmla="*/ 161 w 380"/>
                <a:gd name="T1" fmla="*/ 246 h 259"/>
                <a:gd name="T2" fmla="*/ 159 w 380"/>
                <a:gd name="T3" fmla="*/ 246 h 259"/>
                <a:gd name="T4" fmla="*/ 158 w 380"/>
                <a:gd name="T5" fmla="*/ 249 h 259"/>
                <a:gd name="T6" fmla="*/ 159 w 380"/>
                <a:gd name="T7" fmla="*/ 251 h 259"/>
                <a:gd name="T8" fmla="*/ 161 w 380"/>
                <a:gd name="T9" fmla="*/ 251 h 259"/>
                <a:gd name="T10" fmla="*/ 218 w 380"/>
                <a:gd name="T11" fmla="*/ 251 h 259"/>
                <a:gd name="T12" fmla="*/ 220 w 380"/>
                <a:gd name="T13" fmla="*/ 251 h 259"/>
                <a:gd name="T14" fmla="*/ 222 w 380"/>
                <a:gd name="T15" fmla="*/ 249 h 259"/>
                <a:gd name="T16" fmla="*/ 220 w 380"/>
                <a:gd name="T17" fmla="*/ 246 h 259"/>
                <a:gd name="T18" fmla="*/ 218 w 380"/>
                <a:gd name="T19" fmla="*/ 246 h 259"/>
                <a:gd name="T20" fmla="*/ 161 w 380"/>
                <a:gd name="T21" fmla="*/ 246 h 259"/>
                <a:gd name="T22" fmla="*/ 143 w 380"/>
                <a:gd name="T23" fmla="*/ 226 h 259"/>
                <a:gd name="T24" fmla="*/ 132 w 380"/>
                <a:gd name="T25" fmla="*/ 238 h 259"/>
                <a:gd name="T26" fmla="*/ 248 w 380"/>
                <a:gd name="T27" fmla="*/ 238 h 259"/>
                <a:gd name="T28" fmla="*/ 236 w 380"/>
                <a:gd name="T29" fmla="*/ 226 h 259"/>
                <a:gd name="T30" fmla="*/ 143 w 380"/>
                <a:gd name="T31" fmla="*/ 226 h 259"/>
                <a:gd name="T32" fmla="*/ 49 w 380"/>
                <a:gd name="T33" fmla="*/ 0 h 259"/>
                <a:gd name="T34" fmla="*/ 207 w 380"/>
                <a:gd name="T35" fmla="*/ 0 h 259"/>
                <a:gd name="T36" fmla="*/ 207 w 380"/>
                <a:gd name="T37" fmla="*/ 12 h 259"/>
                <a:gd name="T38" fmla="*/ 68 w 380"/>
                <a:gd name="T39" fmla="*/ 12 h 259"/>
                <a:gd name="T40" fmla="*/ 62 w 380"/>
                <a:gd name="T41" fmla="*/ 12 h 259"/>
                <a:gd name="T42" fmla="*/ 58 w 380"/>
                <a:gd name="T43" fmla="*/ 14 h 259"/>
                <a:gd name="T44" fmla="*/ 56 w 380"/>
                <a:gd name="T45" fmla="*/ 20 h 259"/>
                <a:gd name="T46" fmla="*/ 55 w 380"/>
                <a:gd name="T47" fmla="*/ 24 h 259"/>
                <a:gd name="T48" fmla="*/ 55 w 380"/>
                <a:gd name="T49" fmla="*/ 170 h 259"/>
                <a:gd name="T50" fmla="*/ 56 w 380"/>
                <a:gd name="T51" fmla="*/ 176 h 259"/>
                <a:gd name="T52" fmla="*/ 58 w 380"/>
                <a:gd name="T53" fmla="*/ 180 h 259"/>
                <a:gd name="T54" fmla="*/ 62 w 380"/>
                <a:gd name="T55" fmla="*/ 181 h 259"/>
                <a:gd name="T56" fmla="*/ 68 w 380"/>
                <a:gd name="T57" fmla="*/ 183 h 259"/>
                <a:gd name="T58" fmla="*/ 312 w 380"/>
                <a:gd name="T59" fmla="*/ 183 h 259"/>
                <a:gd name="T60" fmla="*/ 317 w 380"/>
                <a:gd name="T61" fmla="*/ 181 h 259"/>
                <a:gd name="T62" fmla="*/ 321 w 380"/>
                <a:gd name="T63" fmla="*/ 180 h 259"/>
                <a:gd name="T64" fmla="*/ 323 w 380"/>
                <a:gd name="T65" fmla="*/ 176 h 259"/>
                <a:gd name="T66" fmla="*/ 325 w 380"/>
                <a:gd name="T67" fmla="*/ 170 h 259"/>
                <a:gd name="T68" fmla="*/ 325 w 380"/>
                <a:gd name="T69" fmla="*/ 128 h 259"/>
                <a:gd name="T70" fmla="*/ 345 w 380"/>
                <a:gd name="T71" fmla="*/ 128 h 259"/>
                <a:gd name="T72" fmla="*/ 345 w 380"/>
                <a:gd name="T73" fmla="*/ 181 h 259"/>
                <a:gd name="T74" fmla="*/ 345 w 380"/>
                <a:gd name="T75" fmla="*/ 181 h 259"/>
                <a:gd name="T76" fmla="*/ 345 w 380"/>
                <a:gd name="T77" fmla="*/ 196 h 259"/>
                <a:gd name="T78" fmla="*/ 380 w 380"/>
                <a:gd name="T79" fmla="*/ 238 h 259"/>
                <a:gd name="T80" fmla="*/ 378 w 380"/>
                <a:gd name="T81" fmla="*/ 244 h 259"/>
                <a:gd name="T82" fmla="*/ 376 w 380"/>
                <a:gd name="T83" fmla="*/ 251 h 259"/>
                <a:gd name="T84" fmla="*/ 371 w 380"/>
                <a:gd name="T85" fmla="*/ 255 h 259"/>
                <a:gd name="T86" fmla="*/ 365 w 380"/>
                <a:gd name="T87" fmla="*/ 259 h 259"/>
                <a:gd name="T88" fmla="*/ 358 w 380"/>
                <a:gd name="T89" fmla="*/ 259 h 259"/>
                <a:gd name="T90" fmla="*/ 22 w 380"/>
                <a:gd name="T91" fmla="*/ 259 h 259"/>
                <a:gd name="T92" fmla="*/ 14 w 380"/>
                <a:gd name="T93" fmla="*/ 259 h 259"/>
                <a:gd name="T94" fmla="*/ 9 w 380"/>
                <a:gd name="T95" fmla="*/ 255 h 259"/>
                <a:gd name="T96" fmla="*/ 3 w 380"/>
                <a:gd name="T97" fmla="*/ 251 h 259"/>
                <a:gd name="T98" fmla="*/ 1 w 380"/>
                <a:gd name="T99" fmla="*/ 244 h 259"/>
                <a:gd name="T100" fmla="*/ 0 w 380"/>
                <a:gd name="T101" fmla="*/ 238 h 259"/>
                <a:gd name="T102" fmla="*/ 34 w 380"/>
                <a:gd name="T103" fmla="*/ 196 h 259"/>
                <a:gd name="T104" fmla="*/ 34 w 380"/>
                <a:gd name="T105" fmla="*/ 12 h 259"/>
                <a:gd name="T106" fmla="*/ 36 w 380"/>
                <a:gd name="T107" fmla="*/ 7 h 259"/>
                <a:gd name="T108" fmla="*/ 40 w 380"/>
                <a:gd name="T109" fmla="*/ 3 h 259"/>
                <a:gd name="T110" fmla="*/ 44 w 380"/>
                <a:gd name="T111" fmla="*/ 0 h 259"/>
                <a:gd name="T112" fmla="*/ 49 w 380"/>
                <a:gd name="T113" fmla="*/ 0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80" h="259">
                  <a:moveTo>
                    <a:pt x="161" y="246"/>
                  </a:moveTo>
                  <a:lnTo>
                    <a:pt x="159" y="246"/>
                  </a:lnTo>
                  <a:lnTo>
                    <a:pt x="158" y="249"/>
                  </a:lnTo>
                  <a:lnTo>
                    <a:pt x="159" y="251"/>
                  </a:lnTo>
                  <a:lnTo>
                    <a:pt x="161" y="251"/>
                  </a:lnTo>
                  <a:lnTo>
                    <a:pt x="218" y="251"/>
                  </a:lnTo>
                  <a:lnTo>
                    <a:pt x="220" y="251"/>
                  </a:lnTo>
                  <a:lnTo>
                    <a:pt x="222" y="249"/>
                  </a:lnTo>
                  <a:lnTo>
                    <a:pt x="220" y="246"/>
                  </a:lnTo>
                  <a:lnTo>
                    <a:pt x="218" y="246"/>
                  </a:lnTo>
                  <a:lnTo>
                    <a:pt x="161" y="246"/>
                  </a:lnTo>
                  <a:close/>
                  <a:moveTo>
                    <a:pt x="143" y="226"/>
                  </a:moveTo>
                  <a:lnTo>
                    <a:pt x="132" y="238"/>
                  </a:lnTo>
                  <a:lnTo>
                    <a:pt x="248" y="238"/>
                  </a:lnTo>
                  <a:lnTo>
                    <a:pt x="236" y="226"/>
                  </a:lnTo>
                  <a:lnTo>
                    <a:pt x="143" y="226"/>
                  </a:lnTo>
                  <a:close/>
                  <a:moveTo>
                    <a:pt x="49" y="0"/>
                  </a:moveTo>
                  <a:lnTo>
                    <a:pt x="207" y="0"/>
                  </a:lnTo>
                  <a:lnTo>
                    <a:pt x="207" y="12"/>
                  </a:lnTo>
                  <a:lnTo>
                    <a:pt x="68" y="12"/>
                  </a:lnTo>
                  <a:lnTo>
                    <a:pt x="62" y="12"/>
                  </a:lnTo>
                  <a:lnTo>
                    <a:pt x="58" y="14"/>
                  </a:lnTo>
                  <a:lnTo>
                    <a:pt x="56" y="20"/>
                  </a:lnTo>
                  <a:lnTo>
                    <a:pt x="55" y="24"/>
                  </a:lnTo>
                  <a:lnTo>
                    <a:pt x="55" y="170"/>
                  </a:lnTo>
                  <a:lnTo>
                    <a:pt x="56" y="176"/>
                  </a:lnTo>
                  <a:lnTo>
                    <a:pt x="58" y="180"/>
                  </a:lnTo>
                  <a:lnTo>
                    <a:pt x="62" y="181"/>
                  </a:lnTo>
                  <a:lnTo>
                    <a:pt x="68" y="183"/>
                  </a:lnTo>
                  <a:lnTo>
                    <a:pt x="312" y="183"/>
                  </a:lnTo>
                  <a:lnTo>
                    <a:pt x="317" y="181"/>
                  </a:lnTo>
                  <a:lnTo>
                    <a:pt x="321" y="180"/>
                  </a:lnTo>
                  <a:lnTo>
                    <a:pt x="323" y="176"/>
                  </a:lnTo>
                  <a:lnTo>
                    <a:pt x="325" y="170"/>
                  </a:lnTo>
                  <a:lnTo>
                    <a:pt x="325" y="128"/>
                  </a:lnTo>
                  <a:lnTo>
                    <a:pt x="345" y="128"/>
                  </a:lnTo>
                  <a:lnTo>
                    <a:pt x="345" y="181"/>
                  </a:lnTo>
                  <a:lnTo>
                    <a:pt x="345" y="181"/>
                  </a:lnTo>
                  <a:lnTo>
                    <a:pt x="345" y="196"/>
                  </a:lnTo>
                  <a:lnTo>
                    <a:pt x="380" y="238"/>
                  </a:lnTo>
                  <a:lnTo>
                    <a:pt x="378" y="244"/>
                  </a:lnTo>
                  <a:lnTo>
                    <a:pt x="376" y="251"/>
                  </a:lnTo>
                  <a:lnTo>
                    <a:pt x="371" y="255"/>
                  </a:lnTo>
                  <a:lnTo>
                    <a:pt x="365" y="259"/>
                  </a:lnTo>
                  <a:lnTo>
                    <a:pt x="358" y="259"/>
                  </a:lnTo>
                  <a:lnTo>
                    <a:pt x="22" y="259"/>
                  </a:lnTo>
                  <a:lnTo>
                    <a:pt x="14" y="259"/>
                  </a:lnTo>
                  <a:lnTo>
                    <a:pt x="9" y="255"/>
                  </a:lnTo>
                  <a:lnTo>
                    <a:pt x="3" y="251"/>
                  </a:lnTo>
                  <a:lnTo>
                    <a:pt x="1" y="244"/>
                  </a:lnTo>
                  <a:lnTo>
                    <a:pt x="0" y="238"/>
                  </a:lnTo>
                  <a:lnTo>
                    <a:pt x="34" y="196"/>
                  </a:lnTo>
                  <a:lnTo>
                    <a:pt x="34" y="12"/>
                  </a:lnTo>
                  <a:lnTo>
                    <a:pt x="36" y="7"/>
                  </a:lnTo>
                  <a:lnTo>
                    <a:pt x="40" y="3"/>
                  </a:lnTo>
                  <a:lnTo>
                    <a:pt x="44" y="0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srgbClr val="184183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Rectangle 276">
              <a:extLst>
                <a:ext uri="{FF2B5EF4-FFF2-40B4-BE49-F238E27FC236}">
                  <a16:creationId xmlns:a16="http://schemas.microsoft.com/office/drawing/2014/main" id="{62229CD5-4B76-87F1-9A90-4C4D878B6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9184" y="5397225"/>
              <a:ext cx="30733" cy="44134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srgbClr val="184183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Rectangle 277">
              <a:extLst>
                <a:ext uri="{FF2B5EF4-FFF2-40B4-BE49-F238E27FC236}">
                  <a16:creationId xmlns:a16="http://schemas.microsoft.com/office/drawing/2014/main" id="{B7F70F9B-5A45-4513-3EE4-6B17FBDF3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8259" y="5338379"/>
              <a:ext cx="30733" cy="42664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srgbClr val="184183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Rectangle 278">
              <a:extLst>
                <a:ext uri="{FF2B5EF4-FFF2-40B4-BE49-F238E27FC236}">
                  <a16:creationId xmlns:a16="http://schemas.microsoft.com/office/drawing/2014/main" id="{7BABB16B-CB25-37B0-6EDD-2FE9A65E8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8992" y="5392818"/>
              <a:ext cx="31792" cy="42664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srgbClr val="184183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" name="Rectangle 279">
              <a:extLst>
                <a:ext uri="{FF2B5EF4-FFF2-40B4-BE49-F238E27FC236}">
                  <a16:creationId xmlns:a16="http://schemas.microsoft.com/office/drawing/2014/main" id="{1428E169-2BE9-F717-5FC4-D91A528B6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2306" y="5322204"/>
              <a:ext cx="37091" cy="5149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srgbClr val="184183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7" name="Rectangle 280">
              <a:extLst>
                <a:ext uri="{FF2B5EF4-FFF2-40B4-BE49-F238E27FC236}">
                  <a16:creationId xmlns:a16="http://schemas.microsoft.com/office/drawing/2014/main" id="{C88ECE64-4948-2B95-AC88-8A41120D4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293" y="5166264"/>
              <a:ext cx="37091" cy="50019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srgbClr val="184183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8" name="Rectangle 281">
              <a:extLst>
                <a:ext uri="{FF2B5EF4-FFF2-40B4-BE49-F238E27FC236}">
                  <a16:creationId xmlns:a16="http://schemas.microsoft.com/office/drawing/2014/main" id="{A0C37126-6D99-5C26-38C8-439301586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9589" y="5257474"/>
              <a:ext cx="37091" cy="5149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srgbClr val="184183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9" name="Rectangle 282">
              <a:extLst>
                <a:ext uri="{FF2B5EF4-FFF2-40B4-BE49-F238E27FC236}">
                  <a16:creationId xmlns:a16="http://schemas.microsoft.com/office/drawing/2014/main" id="{F4CC0CFF-0280-2803-4B36-DD9492175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874" y="5235407"/>
              <a:ext cx="51927" cy="73557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srgbClr val="184183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0" name="Rectangle 283">
              <a:extLst>
                <a:ext uri="{FF2B5EF4-FFF2-40B4-BE49-F238E27FC236}">
                  <a16:creationId xmlns:a16="http://schemas.microsoft.com/office/drawing/2014/main" id="{A799CC53-2F88-94A2-4C35-F1FA76DBB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6025" y="5322204"/>
              <a:ext cx="64644" cy="89741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srgbClr val="184183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1" name="Rectangle 284">
              <a:extLst>
                <a:ext uri="{FF2B5EF4-FFF2-40B4-BE49-F238E27FC236}">
                  <a16:creationId xmlns:a16="http://schemas.microsoft.com/office/drawing/2014/main" id="{DF84FB2B-B1A6-8EFE-9AE3-32F791D57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399" y="5157428"/>
              <a:ext cx="79480" cy="107394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srgbClr val="184183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8" name="Rectangle 285">
              <a:extLst>
                <a:ext uri="{FF2B5EF4-FFF2-40B4-BE49-F238E27FC236}">
                  <a16:creationId xmlns:a16="http://schemas.microsoft.com/office/drawing/2014/main" id="{8B5BA2B0-EB29-3463-4292-7A0241B4C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8337" y="5379520"/>
              <a:ext cx="36031" cy="5149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solidFill>
                    <a:srgbClr val="184183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29" name="그림 128">
            <a:extLst>
              <a:ext uri="{FF2B5EF4-FFF2-40B4-BE49-F238E27FC236}">
                <a16:creationId xmlns:a16="http://schemas.microsoft.com/office/drawing/2014/main" id="{9B9D47C1-2F4E-8E1D-CC41-90E258862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200" y="2684625"/>
            <a:ext cx="288000" cy="314054"/>
          </a:xfrm>
          <a:prstGeom prst="rect">
            <a:avLst/>
          </a:prstGeom>
          <a:solidFill>
            <a:srgbClr val="4C75C8"/>
          </a:solidFill>
        </p:spPr>
      </p:pic>
      <p:pic>
        <p:nvPicPr>
          <p:cNvPr id="130" name="Picture 4" descr="C:\Users\hipt3\Desktop\rgererga.png">
            <a:extLst>
              <a:ext uri="{FF2B5EF4-FFF2-40B4-BE49-F238E27FC236}">
                <a16:creationId xmlns:a16="http://schemas.microsoft.com/office/drawing/2014/main" id="{E812B77B-D3E2-B629-A871-293D509E0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H="1">
            <a:off x="4698942" y="3815079"/>
            <a:ext cx="525573" cy="320941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1" name="표 130">
            <a:extLst>
              <a:ext uri="{FF2B5EF4-FFF2-40B4-BE49-F238E27FC236}">
                <a16:creationId xmlns:a16="http://schemas.microsoft.com/office/drawing/2014/main" id="{E78581F3-8445-433A-A871-D3A4DCBCA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927225"/>
              </p:ext>
            </p:extLst>
          </p:nvPr>
        </p:nvGraphicFramePr>
        <p:xfrm>
          <a:off x="1535713" y="5578160"/>
          <a:ext cx="684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0000">
                  <a:extLst>
                    <a:ext uri="{9D8B030D-6E8A-4147-A177-3AD203B41FA5}">
                      <a16:colId xmlns:a16="http://schemas.microsoft.com/office/drawing/2014/main" val="335483623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 취약점 조치 및 재발방지 체계 구축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303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9713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C37FD-1846-86E3-7E36-B33762662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B683FDC-EF8F-CD7F-27CD-72B4D814C332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시스템의 성능 보장과 시스템 </a:t>
            </a:r>
            <a:r>
              <a:rPr lang="ko-KR" altLang="en-US" sz="1600" spc="-9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구현시</a:t>
            </a: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 목표 실현을 위해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제안사는 단계별 시험방안을 제시합니다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167" name="object 2">
            <a:extLst>
              <a:ext uri="{FF2B5EF4-FFF2-40B4-BE49-F238E27FC236}">
                <a16:creationId xmlns:a16="http://schemas.microsoft.com/office/drawing/2014/main" id="{1FB35E4A-540F-2D5A-63D0-636BD52F445A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4.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테스트 및 안정화 방안</a:t>
            </a:r>
          </a:p>
        </p:txBody>
      </p:sp>
      <p:graphicFrame>
        <p:nvGraphicFramePr>
          <p:cNvPr id="3" name="Group 5">
            <a:extLst>
              <a:ext uri="{FF2B5EF4-FFF2-40B4-BE49-F238E27FC236}">
                <a16:creationId xmlns:a16="http://schemas.microsoft.com/office/drawing/2014/main" id="{BFE10878-99B3-88CA-D581-6D36A4A55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886392"/>
              </p:ext>
            </p:extLst>
          </p:nvPr>
        </p:nvGraphicFramePr>
        <p:xfrm>
          <a:off x="642744" y="1701000"/>
          <a:ext cx="8618732" cy="4076000"/>
        </p:xfrm>
        <a:graphic>
          <a:graphicData uri="http://schemas.openxmlformats.org/drawingml/2006/table">
            <a:tbl>
              <a:tblPr/>
              <a:tblGrid>
                <a:gridCol w="1322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4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42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 계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시험 내용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5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</a:pPr>
                      <a:endParaRPr kumimoji="0" lang="en-GB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Wingdings" pitchFamily="2" charset="2"/>
                        <a:buChar char="§"/>
                        <a:tabLst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1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단계 구축 시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Data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가 정확히 입력되었는지를 시험</a:t>
                      </a:r>
                    </a:p>
                    <a:p>
                      <a:pPr marL="95250" marR="0" lvl="0" indent="-9525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Wingdings" pitchFamily="2" charset="2"/>
                        <a:buChar char="§"/>
                        <a:tabLst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각 산술식에 따른 시스템의 연계가 이루어지는지를 시험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제안사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7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</a:pPr>
                      <a:endParaRPr kumimoji="0" lang="en-GB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Wingdings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시스템의 구축 시 각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단위별로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테스트 실시</a:t>
                      </a:r>
                    </a:p>
                    <a:p>
                      <a:pPr marL="87313" marR="0" lvl="0" indent="-87313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Wingdings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각 시스템에 사용되는 응용 소프트웨어 시험실시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제안사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319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</a:pPr>
                      <a:endParaRPr kumimoji="0" lang="en-GB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Wingdings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모듈간의 연결이 제대로 이루어지는지를 시험</a:t>
                      </a:r>
                    </a:p>
                    <a:p>
                      <a:pPr marL="87313" marR="0" lvl="0" indent="-87313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Wingdings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모든 서브 시스템들이 완전한 시스템으로 통합될 때까지 단계적으로 계층을 따라 소프트웨어그룹을 확장하면서 시험</a:t>
                      </a:r>
                    </a:p>
                    <a:p>
                      <a:pPr marL="87313" marR="0" lvl="0" indent="-87313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Wingdings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통합되어야 할 모든 현존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계획하는 정보망과 소프트웨어 및 하드웨어들이 호환적이고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전체 통합시스템으로써 기능수행 여부를 시험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제안사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83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</a:pPr>
                      <a:endParaRPr kumimoji="0" lang="en-GB" altLang="ko-KR" sz="900" b="1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Wingdings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완성된 어플리케이션 소프트웨어를 고객이 요구한 설비에서 시험</a:t>
                      </a:r>
                    </a:p>
                    <a:p>
                      <a:pPr marL="87313" marR="0" lvl="0" indent="-87313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Wingdings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업무기능과 시스템 성능차원에서 다양한 방법으로 시험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Project QA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5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</a:pPr>
                      <a:endParaRPr kumimoji="0" lang="en-GB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Wingdings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고객이 요구한 설비상에서 도입 소프트웨어가 완성되었는지를 시험</a:t>
                      </a:r>
                    </a:p>
                    <a:p>
                      <a:pPr marL="87313" marR="0" lvl="0" indent="-87313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Wingdings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실제 운영환경에서 시험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현업 사용자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95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</a:pPr>
                      <a:endParaRPr kumimoji="0" lang="en-GB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just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Wingdings" pitchFamily="2" charset="2"/>
                        <a:buChar char="§"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프로젝트 종료 후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개월 안정화 지원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제안사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AutoShape 35">
            <a:extLst>
              <a:ext uri="{FF2B5EF4-FFF2-40B4-BE49-F238E27FC236}">
                <a16:creationId xmlns:a16="http://schemas.microsoft.com/office/drawing/2014/main" id="{DD7E1797-45A9-E2B6-F7E6-242662E4964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073669" y="2114999"/>
            <a:ext cx="468000" cy="1224000"/>
          </a:xfrm>
          <a:prstGeom prst="homePlate">
            <a:avLst>
              <a:gd name="adj" fmla="val 20560"/>
            </a:avLst>
          </a:prstGeom>
          <a:solidFill>
            <a:schemeClr val="accent6">
              <a:lumMod val="20000"/>
              <a:lumOff val="80000"/>
            </a:schemeClr>
          </a:solidFill>
          <a:ln w="9525" cap="rnd" algn="ctr">
            <a:noFill/>
            <a:miter lim="800000"/>
            <a:headEnd/>
            <a:tailEnd/>
          </a:ln>
        </p:spPr>
        <p:txBody>
          <a:bodyPr rot="10800000" vert="eaVert" wrap="none" anchor="ctr"/>
          <a:lstStyle/>
          <a:p>
            <a:pPr algn="ctr" fontAlgn="ctr">
              <a:lnSpc>
                <a:spcPct val="125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단위시험</a:t>
            </a:r>
            <a:b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6" name="AutoShape 36">
            <a:extLst>
              <a:ext uri="{FF2B5EF4-FFF2-40B4-BE49-F238E27FC236}">
                <a16:creationId xmlns:a16="http://schemas.microsoft.com/office/drawing/2014/main" id="{FBA4B056-748B-7EDA-B5F8-75497BAE2BB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49669" y="2992635"/>
            <a:ext cx="1116000" cy="1224000"/>
          </a:xfrm>
          <a:prstGeom prst="homePlate">
            <a:avLst>
              <a:gd name="adj" fmla="val 14349"/>
            </a:avLst>
          </a:prstGeom>
          <a:solidFill>
            <a:schemeClr val="accent6">
              <a:lumMod val="40000"/>
              <a:lumOff val="60000"/>
            </a:schemeClr>
          </a:solidFill>
          <a:ln w="9525" cap="rnd" algn="ctr">
            <a:noFill/>
            <a:miter lim="800000"/>
            <a:headEnd/>
            <a:tailEnd/>
          </a:ln>
        </p:spPr>
        <p:txBody>
          <a:bodyPr rot="10800000" vert="eaVert" wrap="none" anchor="ctr"/>
          <a:lstStyle/>
          <a:p>
            <a:pPr algn="ctr" fontAlgn="ctr">
              <a:lnSpc>
                <a:spcPct val="125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통합시험</a:t>
            </a:r>
            <a:b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(3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7" name="AutoShape 37">
            <a:extLst>
              <a:ext uri="{FF2B5EF4-FFF2-40B4-BE49-F238E27FC236}">
                <a16:creationId xmlns:a16="http://schemas.microsoft.com/office/drawing/2014/main" id="{D1F9D8E4-17AC-1906-8D79-9FCDC5F62D9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091669" y="3876230"/>
            <a:ext cx="432000" cy="1224000"/>
          </a:xfrm>
          <a:prstGeom prst="homePlate">
            <a:avLst>
              <a:gd name="adj" fmla="val 32259"/>
            </a:avLst>
          </a:prstGeom>
          <a:solidFill>
            <a:schemeClr val="accent1">
              <a:lumMod val="40000"/>
              <a:lumOff val="60000"/>
            </a:schemeClr>
          </a:solidFill>
          <a:ln w="9525" cap="rnd" algn="ctr">
            <a:noFill/>
            <a:miter lim="800000"/>
            <a:headEnd/>
            <a:tailEnd/>
          </a:ln>
        </p:spPr>
        <p:txBody>
          <a:bodyPr rot="10800000" vert="eaVert" wrap="none" anchor="ctr"/>
          <a:lstStyle/>
          <a:p>
            <a:pPr algn="ctr" fontAlgn="ctr">
              <a:lnSpc>
                <a:spcPct val="125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시스템시험</a:t>
            </a:r>
            <a:b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(4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8" name="AutoShape 38">
            <a:extLst>
              <a:ext uri="{FF2B5EF4-FFF2-40B4-BE49-F238E27FC236}">
                <a16:creationId xmlns:a16="http://schemas.microsoft.com/office/drawing/2014/main" id="{E2C0BDF5-F0F2-5C5B-3E76-A8245BCA296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073669" y="4419768"/>
            <a:ext cx="468000" cy="1224000"/>
          </a:xfrm>
          <a:prstGeom prst="homePlate">
            <a:avLst>
              <a:gd name="adj" fmla="val 27861"/>
            </a:avLst>
          </a:prstGeom>
          <a:solidFill>
            <a:schemeClr val="accent1">
              <a:lumMod val="60000"/>
              <a:lumOff val="40000"/>
            </a:schemeClr>
          </a:solidFill>
          <a:ln w="9525" cap="rnd" algn="ctr">
            <a:noFill/>
            <a:miter lim="800000"/>
            <a:headEnd/>
            <a:tailEnd/>
          </a:ln>
        </p:spPr>
        <p:txBody>
          <a:bodyPr rot="10800000" vert="eaVert" wrap="none" anchor="ctr"/>
          <a:lstStyle/>
          <a:p>
            <a:pPr algn="ctr" fontAlgn="ctr">
              <a:lnSpc>
                <a:spcPct val="125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인수시험</a:t>
            </a:r>
            <a:b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(5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9" name="AutoShape 39">
            <a:extLst>
              <a:ext uri="{FF2B5EF4-FFF2-40B4-BE49-F238E27FC236}">
                <a16:creationId xmlns:a16="http://schemas.microsoft.com/office/drawing/2014/main" id="{4B7B5A03-063C-C9EC-8062-29DD2F0A63A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109669" y="1621599"/>
            <a:ext cx="396000" cy="1224000"/>
          </a:xfrm>
          <a:prstGeom prst="homePlate">
            <a:avLst>
              <a:gd name="adj" fmla="val 20560"/>
            </a:avLst>
          </a:prstGeom>
          <a:solidFill>
            <a:schemeClr val="bg1">
              <a:lumMod val="95000"/>
            </a:schemeClr>
          </a:solidFill>
          <a:ln w="9525" cap="rnd" algn="ctr">
            <a:noFill/>
            <a:miter lim="800000"/>
            <a:headEnd/>
            <a:tailEnd/>
          </a:ln>
        </p:spPr>
        <p:txBody>
          <a:bodyPr rot="10800000" vert="eaVert" wrap="none" anchor="ctr"/>
          <a:lstStyle/>
          <a:p>
            <a:pPr algn="ctr" fontAlgn="ctr">
              <a:lnSpc>
                <a:spcPct val="125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자료입력시험</a:t>
            </a:r>
            <a:b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(1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A9D11FA0-0C6C-7E9A-A89F-D39D404B9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094" y="5950670"/>
            <a:ext cx="8618732" cy="359725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tIns="90000" bIns="90000" anchor="b"/>
          <a:lstStyle/>
          <a:p>
            <a:pPr eaLnBrk="0" latinLnBrk="0" hangingPunct="0"/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기능에 대한 단위시험과 전체시스템을 연결한 통합시험은 각 작업 단계별로 필요한 참여인력에 의해 단계적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순차적으로 계획하여 실시합니다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2" name="AutoShape 21" descr="밝은 상향 대각선">
            <a:extLst>
              <a:ext uri="{FF2B5EF4-FFF2-40B4-BE49-F238E27FC236}">
                <a16:creationId xmlns:a16="http://schemas.microsoft.com/office/drawing/2014/main" id="{BDC4211C-336E-F4EB-48D7-7A85E381417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44331" y="5826860"/>
            <a:ext cx="2148669" cy="195810"/>
          </a:xfrm>
          <a:prstGeom prst="roundRect">
            <a:avLst>
              <a:gd name="adj" fmla="val 50000"/>
            </a:avLst>
          </a:prstGeom>
          <a:solidFill>
            <a:srgbClr val="4C75C8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/>
            <a:r>
              <a:rPr kumimoji="0"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시험 시 고려사항</a:t>
            </a:r>
          </a:p>
        </p:txBody>
      </p:sp>
      <p:sp>
        <p:nvSpPr>
          <p:cNvPr id="23" name="AutoShape 38">
            <a:extLst>
              <a:ext uri="{FF2B5EF4-FFF2-40B4-BE49-F238E27FC236}">
                <a16:creationId xmlns:a16="http://schemas.microsoft.com/office/drawing/2014/main" id="{13138F79-87ED-D27A-7296-C45CDFA8A76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109669" y="4931769"/>
            <a:ext cx="396000" cy="1224000"/>
          </a:xfrm>
          <a:prstGeom prst="homePlate">
            <a:avLst>
              <a:gd name="adj" fmla="val 27861"/>
            </a:avLst>
          </a:prstGeom>
          <a:solidFill>
            <a:schemeClr val="tx2">
              <a:lumMod val="50000"/>
            </a:schemeClr>
          </a:solidFill>
          <a:ln w="9525" cap="rnd" algn="ctr">
            <a:noFill/>
            <a:miter lim="800000"/>
            <a:headEnd/>
            <a:tailEnd/>
          </a:ln>
        </p:spPr>
        <p:txBody>
          <a:bodyPr rot="10800000" vert="eaVert" wrap="none" anchor="ctr"/>
          <a:lstStyle/>
          <a:p>
            <a:pPr algn="ctr" fontAlgn="ctr">
              <a:lnSpc>
                <a:spcPct val="125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안정화</a:t>
            </a:r>
            <a:b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(6</a:t>
            </a: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616570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DF8A1-C401-538B-355B-EC1EFF5F3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0D799BD-26FE-5BCA-CF3A-93B236476606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안정적인 운영지원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안정화 기간 기술지원 전담 인원을 통해 지원합니다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167" name="object 2">
            <a:extLst>
              <a:ext uri="{FF2B5EF4-FFF2-40B4-BE49-F238E27FC236}">
                <a16:creationId xmlns:a16="http://schemas.microsoft.com/office/drawing/2014/main" id="{CD77DEF5-6C2A-8947-E9B2-F368FDEA4D94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4.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테스트 및 안정화 방안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CAB6401-20B6-1FBC-7B08-9FF34ED19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532216"/>
              </p:ext>
            </p:extLst>
          </p:nvPr>
        </p:nvGraphicFramePr>
        <p:xfrm>
          <a:off x="640129" y="1701000"/>
          <a:ext cx="8639248" cy="2385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413044276"/>
                    </a:ext>
                  </a:extLst>
                </a:gridCol>
                <a:gridCol w="4535248">
                  <a:extLst>
                    <a:ext uri="{9D8B030D-6E8A-4147-A177-3AD203B41FA5}">
                      <a16:colId xmlns:a16="http://schemas.microsoft.com/office/drawing/2014/main" val="2818989513"/>
                    </a:ext>
                  </a:extLst>
                </a:gridCol>
                <a:gridCol w="3024000">
                  <a:extLst>
                    <a:ext uri="{9D8B030D-6E8A-4147-A177-3AD203B41FA5}">
                      <a16:colId xmlns:a16="http://schemas.microsoft.com/office/drawing/2014/main" val="859577024"/>
                    </a:ext>
                  </a:extLst>
                </a:gridCol>
              </a:tblGrid>
              <a:tr h="373925">
                <a:tc>
                  <a:txBody>
                    <a:bodyPr/>
                    <a:lstStyle/>
                    <a:p>
                      <a:pPr marL="0" marR="0" lvl="0" indent="0" algn="ctr" defTabSz="10365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b="1" kern="1200" dirty="0">
                          <a:ln>
                            <a:solidFill>
                              <a:srgbClr val="C94A11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지원 단계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7D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7D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5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b="1" kern="1200" dirty="0">
                          <a:ln>
                            <a:solidFill>
                              <a:srgbClr val="C94A11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지원 내역 및 절차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7D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7D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5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b="1" kern="1200" dirty="0">
                          <a:ln>
                            <a:solidFill>
                              <a:srgbClr val="C94A11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지원 방법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7D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E7D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316511"/>
                  </a:ext>
                </a:extLst>
              </a:tr>
              <a:tr h="776458">
                <a:tc>
                  <a:txBody>
                    <a:bodyPr/>
                    <a:lstStyle/>
                    <a:p>
                      <a:pPr marL="0" marR="0" lvl="0" indent="0" algn="ctr" defTabSz="10365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kern="0" spc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기술 지원</a:t>
                      </a:r>
                      <a:endParaRPr kumimoji="1" lang="en-US" altLang="ko-KR" sz="1100" b="0" kern="0" spc="0" dirty="0">
                        <a:ln>
                          <a:solidFill>
                            <a:srgbClr val="2A8ECC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10365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kern="0" spc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전담 인원</a:t>
                      </a:r>
                      <a:endParaRPr kumimoji="1" lang="en-US" altLang="ko-KR" sz="1100" b="0" kern="0" spc="0" dirty="0">
                        <a:ln>
                          <a:solidFill>
                            <a:srgbClr val="2A8ECC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7D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 algn="l" defTabSz="1036501" rtl="0" eaLnBrk="1" fontAlgn="ctr" latinLnBrk="1" hangingPunct="1">
                        <a:lnSpc>
                          <a:spcPts val="1500"/>
                        </a:lnSpc>
                        <a:spcAft>
                          <a:spcPts val="2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kern="0" spc="-50" baseline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시스템 안정화를 통한 안정적인 운영 기반 형성</a:t>
                      </a:r>
                      <a:endParaRPr kumimoji="1" lang="en-US" altLang="ko-KR" sz="1000" b="0" kern="0" spc="-50" baseline="0" dirty="0">
                        <a:ln>
                          <a:solidFill>
                            <a:srgbClr val="2A8ECC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0000" indent="-90000" algn="l" defTabSz="1036501" rtl="0" eaLnBrk="1" fontAlgn="ctr" latinLnBrk="1" hangingPunct="1">
                        <a:lnSpc>
                          <a:spcPts val="1500"/>
                        </a:lnSpc>
                        <a:spcAft>
                          <a:spcPts val="2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kern="0" spc="-50" baseline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시스템 단위 기술</a:t>
                      </a:r>
                      <a:r>
                        <a:rPr kumimoji="1" lang="en-US" altLang="ko-KR" sz="1000" b="0" kern="0" spc="-50" baseline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kern="0" spc="-50" baseline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기능별 하자보수계획 수립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7D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l" defTabSz="1036501" rtl="0" eaLnBrk="1" fontAlgn="ctr" latinLnBrk="1" hangingPunct="1">
                        <a:lnSpc>
                          <a:spcPts val="1500"/>
                        </a:lnSpc>
                        <a:spcAft>
                          <a:spcPts val="2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kern="0" spc="-50" baseline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운영상 문제점에 대한 개선안 제시</a:t>
                      </a:r>
                      <a:endParaRPr kumimoji="1" lang="en-US" altLang="ko-KR" sz="1000" b="0" kern="0" spc="-50" baseline="0" dirty="0">
                        <a:ln>
                          <a:solidFill>
                            <a:srgbClr val="2A8ECC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0000" indent="-90000" algn="l" defTabSz="1036501" rtl="0" eaLnBrk="1" fontAlgn="ctr" latinLnBrk="1" hangingPunct="1">
                        <a:lnSpc>
                          <a:spcPts val="1500"/>
                        </a:lnSpc>
                        <a:spcAft>
                          <a:spcPts val="2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kern="0" spc="-50" baseline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기초 데이터 점검</a:t>
                      </a:r>
                      <a:endParaRPr kumimoji="1" lang="en-US" altLang="ko-KR" sz="1000" b="0" kern="0" spc="-50" baseline="0" dirty="0">
                        <a:ln>
                          <a:solidFill>
                            <a:srgbClr val="2A8ECC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0000" indent="-90000" algn="l" defTabSz="1036501" rtl="0" eaLnBrk="1" fontAlgn="ctr" latinLnBrk="1" hangingPunct="1">
                        <a:lnSpc>
                          <a:spcPts val="1500"/>
                        </a:lnSpc>
                        <a:spcAft>
                          <a:spcPts val="2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kern="0" spc="-50" baseline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정기 예방 점검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E7D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356436"/>
                  </a:ext>
                </a:extLst>
              </a:tr>
              <a:tr h="1235387">
                <a:tc>
                  <a:txBody>
                    <a:bodyPr/>
                    <a:lstStyle/>
                    <a:p>
                      <a:pPr marL="0" marR="0" lvl="0" indent="0" algn="ctr" defTabSz="10365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kern="0" spc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사전 예방</a:t>
                      </a:r>
                      <a:br>
                        <a:rPr kumimoji="1" lang="en-US" altLang="ko-KR" sz="1100" b="0" kern="0" spc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ko-KR" altLang="en-US" sz="1100" b="0" kern="0" spc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활동 지원</a:t>
                      </a:r>
                      <a:endParaRPr kumimoji="1" lang="en-US" altLang="ko-KR" sz="1100" b="0" kern="0" spc="0" dirty="0">
                        <a:ln>
                          <a:solidFill>
                            <a:srgbClr val="2A8ECC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 algn="l" defTabSz="1036501" rtl="0" eaLnBrk="1" fontAlgn="ctr" latinLnBrk="1" hangingPunct="1">
                        <a:lnSpc>
                          <a:spcPts val="1500"/>
                        </a:lnSpc>
                        <a:spcAft>
                          <a:spcPts val="2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kern="0" spc="-50" baseline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사전예방 절차에 따른 지원</a:t>
                      </a:r>
                      <a:endParaRPr kumimoji="1" lang="en-US" altLang="ko-KR" sz="1000" b="0" kern="0" spc="-50" baseline="0" dirty="0">
                        <a:ln>
                          <a:solidFill>
                            <a:srgbClr val="2A8ECC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0000" indent="-90000" algn="l" defTabSz="1036501" rtl="0" eaLnBrk="1" fontAlgn="ctr" latinLnBrk="1" hangingPunct="1">
                        <a:lnSpc>
                          <a:spcPts val="1500"/>
                        </a:lnSpc>
                        <a:spcAft>
                          <a:spcPts val="2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kern="0" spc="-50" baseline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장애 점검 및 발생한 고객 요구사항 협의 후 조치 계획 수립 및 보고서 작성</a:t>
                      </a:r>
                      <a:endParaRPr kumimoji="1" lang="en-US" altLang="ko-KR" sz="1000" b="0" kern="0" spc="-50" baseline="0" dirty="0">
                        <a:ln>
                          <a:solidFill>
                            <a:srgbClr val="2A8ECC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0000" indent="-90000" algn="l" defTabSz="1036501" rtl="0" eaLnBrk="1" fontAlgn="ctr" latinLnBrk="1" hangingPunct="1">
                        <a:lnSpc>
                          <a:spcPts val="1500"/>
                        </a:lnSpc>
                        <a:spcAft>
                          <a:spcPts val="2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kern="0" spc="-50" baseline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조치 활동 수행 후 조치 완료 보고서 작성</a:t>
                      </a:r>
                      <a:endParaRPr kumimoji="1" lang="en-US" altLang="ko-KR" sz="1000" b="0" kern="0" spc="-50" baseline="0" dirty="0">
                        <a:ln>
                          <a:solidFill>
                            <a:srgbClr val="2A8ECC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0000" indent="-90000" algn="l" defTabSz="1036501" rtl="0" eaLnBrk="1" fontAlgn="ctr" latinLnBrk="1" hangingPunct="1">
                        <a:lnSpc>
                          <a:spcPts val="1500"/>
                        </a:lnSpc>
                        <a:spcAft>
                          <a:spcPts val="2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kern="0" spc="-50" baseline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보증 활동 종결 시 최종 결과를 고객 측에 확인한 후 활동결과를 관리</a:t>
                      </a:r>
                      <a:endParaRPr kumimoji="1" lang="en-US" altLang="ko-KR" sz="1000" b="0" kern="0" spc="-50" baseline="0" dirty="0">
                        <a:ln>
                          <a:solidFill>
                            <a:srgbClr val="2A8ECC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 algn="l" defTabSz="1036501" rtl="0" eaLnBrk="1" fontAlgn="ctr" latinLnBrk="1" hangingPunct="1">
                        <a:lnSpc>
                          <a:spcPts val="1500"/>
                        </a:lnSpc>
                        <a:spcAft>
                          <a:spcPts val="2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kern="0" spc="-50" baseline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 오류 수정</a:t>
                      </a:r>
                      <a:endParaRPr kumimoji="1" lang="en-US" altLang="ko-KR" sz="1000" b="0" kern="0" spc="-50" baseline="0" dirty="0">
                        <a:ln>
                          <a:solidFill>
                            <a:srgbClr val="2A8ECC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0000" indent="-90000" algn="l" defTabSz="1036501" rtl="0" eaLnBrk="1" fontAlgn="ctr" latinLnBrk="1" hangingPunct="1">
                        <a:lnSpc>
                          <a:spcPts val="1500"/>
                        </a:lnSpc>
                        <a:spcAft>
                          <a:spcPts val="2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kern="0" spc="-50" baseline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장애 발생시 유형 분석 및 조치</a:t>
                      </a:r>
                      <a:endParaRPr kumimoji="1" lang="en-US" altLang="ko-KR" sz="1000" b="0" kern="0" spc="-50" baseline="0" dirty="0">
                        <a:ln>
                          <a:solidFill>
                            <a:srgbClr val="2A8ECC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0000" indent="-90000" algn="l" defTabSz="1036501" rtl="0" eaLnBrk="1" fontAlgn="ctr" latinLnBrk="1" hangingPunct="1">
                        <a:lnSpc>
                          <a:spcPts val="1500"/>
                        </a:lnSpc>
                        <a:spcAft>
                          <a:spcPts val="2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kern="0" spc="-50" baseline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고객요구사항 협의 후 조치계획 수립</a:t>
                      </a:r>
                      <a:endParaRPr kumimoji="1" lang="en-US" altLang="ko-KR" sz="1000" b="0" kern="0" spc="-50" baseline="0" dirty="0">
                        <a:ln>
                          <a:solidFill>
                            <a:srgbClr val="2A8ECC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0000" indent="-90000" algn="l" defTabSz="1036501" rtl="0" eaLnBrk="1" fontAlgn="ctr" latinLnBrk="1" hangingPunct="1">
                        <a:lnSpc>
                          <a:spcPts val="1500"/>
                        </a:lnSpc>
                        <a:spcAft>
                          <a:spcPts val="2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kern="0" spc="-50" baseline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운영상 발생한 문제점에 대한 개선방안 제시</a:t>
                      </a:r>
                      <a:endParaRPr kumimoji="1" lang="en-US" altLang="ko-KR" sz="1000" b="0" kern="0" spc="-50" baseline="0" dirty="0">
                        <a:ln>
                          <a:solidFill>
                            <a:srgbClr val="2A8ECC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0000" indent="-90000" algn="l" defTabSz="1036501" rtl="0" eaLnBrk="1" fontAlgn="ctr" latinLnBrk="1" hangingPunct="1">
                        <a:lnSpc>
                          <a:spcPts val="1500"/>
                        </a:lnSpc>
                        <a:spcAft>
                          <a:spcPts val="20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b="0" kern="0" spc="-50" baseline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정기</a:t>
                      </a:r>
                      <a:r>
                        <a:rPr kumimoji="1" lang="en-US" altLang="ko-KR" sz="1000" b="0" kern="0" spc="-50" baseline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kern="0" spc="-50" baseline="0" dirty="0">
                          <a:ln>
                            <a:solidFill>
                              <a:srgbClr val="2A8ECC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 정기 예방 점검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722532"/>
                  </a:ext>
                </a:extLst>
              </a:tr>
            </a:tbl>
          </a:graphicData>
        </a:graphic>
      </p:graphicFrame>
      <p:sp>
        <p:nvSpPr>
          <p:cNvPr id="12" name="Text Box 44">
            <a:extLst>
              <a:ext uri="{FF2B5EF4-FFF2-40B4-BE49-F238E27FC236}">
                <a16:creationId xmlns:a16="http://schemas.microsoft.com/office/drawing/2014/main" id="{2C3E00C9-4E23-3AB4-8569-9B699A40972C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07201" y="4367648"/>
            <a:ext cx="3469800" cy="265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/>
          <a:lstStyle/>
          <a:p>
            <a:pPr marL="0" marR="0" lvl="0" indent="0" algn="l" defTabSz="1474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오픈 후 지원</a:t>
            </a:r>
            <a:endParaRPr kumimoji="1" lang="en-US" altLang="ko-KR" sz="1400" b="0" i="0" u="none" strike="noStrike" kern="120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화살표: 갈매기형 수장 15">
            <a:extLst>
              <a:ext uri="{FF2B5EF4-FFF2-40B4-BE49-F238E27FC236}">
                <a16:creationId xmlns:a16="http://schemas.microsoft.com/office/drawing/2014/main" id="{C2BD404B-0848-2CE1-5C74-BBE035ABC2ED}"/>
              </a:ext>
            </a:extLst>
          </p:cNvPr>
          <p:cNvSpPr/>
          <p:nvPr/>
        </p:nvSpPr>
        <p:spPr>
          <a:xfrm>
            <a:off x="684374" y="4428913"/>
            <a:ext cx="152831" cy="165649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94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ACBEC35-68AD-849D-4AB1-E51804ED5885}"/>
              </a:ext>
            </a:extLst>
          </p:cNvPr>
          <p:cNvSpPr/>
          <p:nvPr/>
        </p:nvSpPr>
        <p:spPr>
          <a:xfrm>
            <a:off x="797856" y="4727648"/>
            <a:ext cx="270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기준정보 설정 지원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DDA56EF-4570-A09E-5CC0-51DFD194F1CF}"/>
              </a:ext>
            </a:extLst>
          </p:cNvPr>
          <p:cNvSpPr/>
          <p:nvPr/>
        </p:nvSpPr>
        <p:spPr>
          <a:xfrm>
            <a:off x="3666563" y="4727648"/>
            <a:ext cx="270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운영평가 시 기술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3338967-1F61-7B98-69E7-680496EE574B}"/>
              </a:ext>
            </a:extLst>
          </p:cNvPr>
          <p:cNvSpPr/>
          <p:nvPr/>
        </p:nvSpPr>
        <p:spPr>
          <a:xfrm>
            <a:off x="6531752" y="4727648"/>
            <a:ext cx="270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감사 대응 시 기술 지원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B61A6-5406-1FCA-7E6C-52D4D672B0C1}"/>
              </a:ext>
            </a:extLst>
          </p:cNvPr>
          <p:cNvSpPr txBox="1"/>
          <p:nvPr/>
        </p:nvSpPr>
        <p:spPr>
          <a:xfrm>
            <a:off x="729375" y="5179073"/>
            <a:ext cx="2614818" cy="812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인사정보 및 조직도 반영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Scoping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및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RCM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정보 등록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3)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모집단 및 증빙요청 프로세스 설정 지원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4)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평가자 및 결재선 구성 지원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E7D4A1-EC45-040C-76B2-EB9D337B7EB0}"/>
              </a:ext>
            </a:extLst>
          </p:cNvPr>
          <p:cNvSpPr txBox="1"/>
          <p:nvPr/>
        </p:nvSpPr>
        <p:spPr>
          <a:xfrm>
            <a:off x="3609375" y="5179073"/>
            <a:ext cx="2274982" cy="628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및 사용자 오류 대응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기준정보 변경 관리 지원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3)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사용자 문의 및 운영 가이드 지원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D84130-2B1C-5AB2-8426-A5D451CF4723}"/>
              </a:ext>
            </a:extLst>
          </p:cNvPr>
          <p:cNvSpPr txBox="1"/>
          <p:nvPr/>
        </p:nvSpPr>
        <p:spPr>
          <a:xfrm>
            <a:off x="6489375" y="5179073"/>
            <a:ext cx="3125623" cy="812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감사인용 열람 권한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계정 관리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통제 수행 이력 및 증빙자료 제공 지원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3)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감사요청자료 및 시스템데이터 추출지원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4)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평가 결과 보고서 제공</a:t>
            </a:r>
          </a:p>
        </p:txBody>
      </p:sp>
    </p:spTree>
    <p:extLst>
      <p:ext uri="{BB962C8B-B14F-4D97-AF65-F5344CB8AC3E}">
        <p14:creationId xmlns:p14="http://schemas.microsoft.com/office/powerpoint/2010/main" val="15428653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905D5-2329-94CC-BA75-1708E3B62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6936DFE-7829-CCCE-94B6-038885E55381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교육 및 기술지원 방안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사용자 맞춤형 교육훈련 및 지식전수를 하겠습니다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167" name="object 2">
            <a:extLst>
              <a:ext uri="{FF2B5EF4-FFF2-40B4-BE49-F238E27FC236}">
                <a16:creationId xmlns:a16="http://schemas.microsoft.com/office/drawing/2014/main" id="{B9AB5B36-7315-CB62-4A38-4BFA3EA303DC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5.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담당자 교육</a:t>
            </a:r>
          </a:p>
        </p:txBody>
      </p:sp>
      <p:sp>
        <p:nvSpPr>
          <p:cNvPr id="213" name="자유형: 도형 139">
            <a:extLst>
              <a:ext uri="{FF2B5EF4-FFF2-40B4-BE49-F238E27FC236}">
                <a16:creationId xmlns:a16="http://schemas.microsoft.com/office/drawing/2014/main" id="{FE8193CC-7738-FEC4-AD98-49AB35304D03}"/>
              </a:ext>
            </a:extLst>
          </p:cNvPr>
          <p:cNvSpPr/>
          <p:nvPr/>
        </p:nvSpPr>
        <p:spPr bwMode="auto">
          <a:xfrm>
            <a:off x="1368595" y="3248466"/>
            <a:ext cx="6932593" cy="2193369"/>
          </a:xfrm>
          <a:custGeom>
            <a:avLst/>
            <a:gdLst>
              <a:gd name="connsiteX0" fmla="*/ 0 w 6336000"/>
              <a:gd name="connsiteY0" fmla="*/ 2988332 h 2988332"/>
              <a:gd name="connsiteX1" fmla="*/ 6336000 w 6336000"/>
              <a:gd name="connsiteY1" fmla="*/ 2988332 h 2988332"/>
              <a:gd name="connsiteX2" fmla="*/ 6336000 w 6336000"/>
              <a:gd name="connsiteY2" fmla="*/ 869746 h 2988332"/>
              <a:gd name="connsiteX3" fmla="*/ 3168000 w 6336000"/>
              <a:gd name="connsiteY3" fmla="*/ 0 h 2988332"/>
              <a:gd name="connsiteX4" fmla="*/ 0 w 6336000"/>
              <a:gd name="connsiteY4" fmla="*/ 869746 h 2988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6000" h="2988332">
                <a:moveTo>
                  <a:pt x="0" y="2988332"/>
                </a:moveTo>
                <a:lnTo>
                  <a:pt x="6336000" y="2988332"/>
                </a:lnTo>
                <a:lnTo>
                  <a:pt x="6336000" y="869746"/>
                </a:lnTo>
                <a:lnTo>
                  <a:pt x="3168000" y="0"/>
                </a:lnTo>
                <a:lnTo>
                  <a:pt x="0" y="869746"/>
                </a:lnTo>
                <a:close/>
              </a:path>
            </a:pathLst>
          </a:custGeom>
          <a:solidFill>
            <a:schemeClr val="bg1"/>
          </a:solidFill>
          <a:ln w="6350" algn="ctr">
            <a:noFill/>
            <a:miter lim="800000"/>
            <a:headEnd/>
            <a:tailEnd/>
          </a:ln>
          <a:effectLst/>
        </p:spPr>
        <p:txBody>
          <a:bodyPr lIns="36727" tIns="36727" rIns="36727" bIns="36727" anchor="ctr"/>
          <a:lstStyle/>
          <a:p>
            <a:pPr algn="ctr" defTabSz="911817"/>
            <a:endParaRPr kumimoji="1" lang="ko-KR" altLang="en-US" sz="1122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8C7B65A-B600-A6AB-273B-97BFC9A5C032}"/>
              </a:ext>
            </a:extLst>
          </p:cNvPr>
          <p:cNvSpPr txBox="1"/>
          <p:nvPr/>
        </p:nvSpPr>
        <p:spPr>
          <a:xfrm>
            <a:off x="2808985" y="1662668"/>
            <a:ext cx="4288033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1100" spc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sz="1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실질적 교육훈련을 통한</a:t>
            </a:r>
            <a:endParaRPr lang="en-US" altLang="ko-KR" sz="1800" spc="-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800" b="1" spc="-1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llehche_v2" panose="02020603020101020101" pitchFamily="18" charset="-127"/>
              </a:rPr>
              <a:t>「연결 내부회계관리 시스템」 운영 역량 강화</a:t>
            </a:r>
          </a:p>
        </p:txBody>
      </p:sp>
      <p:sp>
        <p:nvSpPr>
          <p:cNvPr id="217" name="자유형: 도형 280">
            <a:extLst>
              <a:ext uri="{FF2B5EF4-FFF2-40B4-BE49-F238E27FC236}">
                <a16:creationId xmlns:a16="http://schemas.microsoft.com/office/drawing/2014/main" id="{B3631662-40BD-A9B7-7FE0-79216F4D6DCF}"/>
              </a:ext>
            </a:extLst>
          </p:cNvPr>
          <p:cNvSpPr/>
          <p:nvPr/>
        </p:nvSpPr>
        <p:spPr>
          <a:xfrm>
            <a:off x="2017843" y="3174307"/>
            <a:ext cx="6043805" cy="259364"/>
          </a:xfrm>
          <a:custGeom>
            <a:avLst/>
            <a:gdLst>
              <a:gd name="connsiteX0" fmla="*/ 0 w 4013200"/>
              <a:gd name="connsiteY0" fmla="*/ 457200 h 482600"/>
              <a:gd name="connsiteX1" fmla="*/ 0 w 4013200"/>
              <a:gd name="connsiteY1" fmla="*/ 0 h 482600"/>
              <a:gd name="connsiteX2" fmla="*/ 4013200 w 4013200"/>
              <a:gd name="connsiteY2" fmla="*/ 0 h 482600"/>
              <a:gd name="connsiteX3" fmla="*/ 4013200 w 4013200"/>
              <a:gd name="connsiteY3" fmla="*/ 482600 h 482600"/>
              <a:gd name="connsiteX0" fmla="*/ 0 w 4013200"/>
              <a:gd name="connsiteY0" fmla="*/ 457200 h 457201"/>
              <a:gd name="connsiteX1" fmla="*/ 0 w 4013200"/>
              <a:gd name="connsiteY1" fmla="*/ 0 h 457201"/>
              <a:gd name="connsiteX2" fmla="*/ 4013200 w 4013200"/>
              <a:gd name="connsiteY2" fmla="*/ 0 h 457201"/>
              <a:gd name="connsiteX3" fmla="*/ 4013200 w 4013200"/>
              <a:gd name="connsiteY3" fmla="*/ 429377 h 457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3200" h="457201">
                <a:moveTo>
                  <a:pt x="0" y="457200"/>
                </a:moveTo>
                <a:lnTo>
                  <a:pt x="0" y="0"/>
                </a:lnTo>
                <a:lnTo>
                  <a:pt x="4013200" y="0"/>
                </a:lnTo>
                <a:lnTo>
                  <a:pt x="4013200" y="429377"/>
                </a:lnTo>
              </a:path>
            </a:pathLst>
          </a:custGeom>
          <a:noFill/>
          <a:ln w="19050">
            <a:solidFill>
              <a:schemeClr val="bg1">
                <a:lumMod val="75000"/>
              </a:schemeClr>
            </a:solidFill>
            <a:prstDash val="solid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26941" dir="2700000" algn="ctr" rotWithShape="0">
                    <a:srgbClr val="BDBDBD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8" name="Rectangle 26">
            <a:extLst>
              <a:ext uri="{FF2B5EF4-FFF2-40B4-BE49-F238E27FC236}">
                <a16:creationId xmlns:a16="http://schemas.microsoft.com/office/drawing/2014/main" id="{00309FEB-0679-4207-5AC9-65E982199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6911" y="3083577"/>
            <a:ext cx="4796185" cy="24622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 defTabSz="954887"/>
            <a:r>
              <a:rPr lang="ko-KR" altLang="en-US" sz="1600" b="1" spc="-100" dirty="0">
                <a:latin typeface="맑은 고딕" panose="020B0503020000020004" pitchFamily="50" charset="-127"/>
                <a:ea typeface="맑은 고딕" panose="020B0503020000020004" pitchFamily="50" charset="-127"/>
                <a:cs typeface="ollehche_v2" panose="02020603020101020101" pitchFamily="18" charset="-127"/>
              </a:rPr>
              <a:t>｜   교육 대상 별  차별화된 사용자 밀착 교육 실시   ｜</a:t>
            </a:r>
          </a:p>
        </p:txBody>
      </p:sp>
      <p:sp>
        <p:nvSpPr>
          <p:cNvPr id="219" name="타원 90">
            <a:extLst>
              <a:ext uri="{FF2B5EF4-FFF2-40B4-BE49-F238E27FC236}">
                <a16:creationId xmlns:a16="http://schemas.microsoft.com/office/drawing/2014/main" id="{13E4BBE6-5DE5-DA33-9D8B-8C84A8AEE6B7}"/>
              </a:ext>
            </a:extLst>
          </p:cNvPr>
          <p:cNvSpPr/>
          <p:nvPr/>
        </p:nvSpPr>
        <p:spPr>
          <a:xfrm>
            <a:off x="1972898" y="3150990"/>
            <a:ext cx="108000" cy="108000"/>
          </a:xfrm>
          <a:prstGeom prst="ellipse">
            <a:avLst/>
          </a:prstGeom>
          <a:solidFill>
            <a:srgbClr val="99D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0" name="사각형: 둥근 모서리 351">
            <a:extLst>
              <a:ext uri="{FF2B5EF4-FFF2-40B4-BE49-F238E27FC236}">
                <a16:creationId xmlns:a16="http://schemas.microsoft.com/office/drawing/2014/main" id="{34A447F4-8709-CBFA-3501-188D6F29EF8E}"/>
              </a:ext>
            </a:extLst>
          </p:cNvPr>
          <p:cNvSpPr/>
          <p:nvPr/>
        </p:nvSpPr>
        <p:spPr>
          <a:xfrm>
            <a:off x="1151320" y="2341381"/>
            <a:ext cx="2880000" cy="576000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pPr algn="ctr" latinLnBrk="0"/>
            <a:endParaRPr kumimoji="1"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21" name="사각형: 둥근 모서리 354">
            <a:extLst>
              <a:ext uri="{FF2B5EF4-FFF2-40B4-BE49-F238E27FC236}">
                <a16:creationId xmlns:a16="http://schemas.microsoft.com/office/drawing/2014/main" id="{D6068C5A-2702-144D-A34A-156D083299EF}"/>
              </a:ext>
            </a:extLst>
          </p:cNvPr>
          <p:cNvSpPr/>
          <p:nvPr/>
        </p:nvSpPr>
        <p:spPr>
          <a:xfrm>
            <a:off x="3504784" y="2341381"/>
            <a:ext cx="2880000" cy="576000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pPr algn="ctr" latinLnBrk="0"/>
            <a:endParaRPr kumimoji="1"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22" name="사각형: 둥근 모서리 355">
            <a:extLst>
              <a:ext uri="{FF2B5EF4-FFF2-40B4-BE49-F238E27FC236}">
                <a16:creationId xmlns:a16="http://schemas.microsoft.com/office/drawing/2014/main" id="{3B4B229F-7DCF-3672-E8E5-A4764008D4BC}"/>
              </a:ext>
            </a:extLst>
          </p:cNvPr>
          <p:cNvSpPr/>
          <p:nvPr/>
        </p:nvSpPr>
        <p:spPr>
          <a:xfrm>
            <a:off x="5858249" y="2341381"/>
            <a:ext cx="2880000" cy="576000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pPr algn="ctr" latinLnBrk="0"/>
            <a:endParaRPr kumimoji="1"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23" name="직사각형 94">
            <a:extLst>
              <a:ext uri="{FF2B5EF4-FFF2-40B4-BE49-F238E27FC236}">
                <a16:creationId xmlns:a16="http://schemas.microsoft.com/office/drawing/2014/main" id="{EA104776-0A87-7456-5CA3-EF4F6DC95D3F}"/>
              </a:ext>
            </a:extLst>
          </p:cNvPr>
          <p:cNvSpPr/>
          <p:nvPr/>
        </p:nvSpPr>
        <p:spPr>
          <a:xfrm>
            <a:off x="1562152" y="2422292"/>
            <a:ext cx="1788631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 latinLnBrk="0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교육대상자 역할별</a:t>
            </a:r>
          </a:p>
          <a:p>
            <a:pPr algn="ctr" latinLnBrk="0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차별화 교육 실시</a:t>
            </a:r>
          </a:p>
        </p:txBody>
      </p:sp>
      <p:sp>
        <p:nvSpPr>
          <p:cNvPr id="224" name="직사각형 96">
            <a:extLst>
              <a:ext uri="{FF2B5EF4-FFF2-40B4-BE49-F238E27FC236}">
                <a16:creationId xmlns:a16="http://schemas.microsoft.com/office/drawing/2014/main" id="{5B790E1E-428C-948C-E8BE-65DE277722FA}"/>
              </a:ext>
            </a:extLst>
          </p:cNvPr>
          <p:cNvSpPr/>
          <p:nvPr/>
        </p:nvSpPr>
        <p:spPr>
          <a:xfrm>
            <a:off x="6561189" y="2422292"/>
            <a:ext cx="1879206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 latinLnBrk="0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안정화와</a:t>
            </a:r>
          </a:p>
          <a:p>
            <a:pPr algn="ctr" latinLnBrk="0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자체 운영 능력 확보</a:t>
            </a:r>
          </a:p>
        </p:txBody>
      </p:sp>
      <p:sp>
        <p:nvSpPr>
          <p:cNvPr id="228" name="타원 100">
            <a:extLst>
              <a:ext uri="{FF2B5EF4-FFF2-40B4-BE49-F238E27FC236}">
                <a16:creationId xmlns:a16="http://schemas.microsoft.com/office/drawing/2014/main" id="{5F76BB0B-F684-DE82-0D9A-D8F97F245495}"/>
              </a:ext>
            </a:extLst>
          </p:cNvPr>
          <p:cNvSpPr/>
          <p:nvPr/>
        </p:nvSpPr>
        <p:spPr bwMode="auto">
          <a:xfrm>
            <a:off x="896602" y="3497701"/>
            <a:ext cx="1980000" cy="1655784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bg1">
                <a:lumMod val="75000"/>
                <a:alpha val="50000"/>
              </a:schemeClr>
            </a:solidFill>
          </a:ln>
          <a:effectLst>
            <a:outerShdw blurRad="127000" dist="127000" dir="2700000" algn="tl" rotWithShape="0">
              <a:schemeClr val="bg1">
                <a:lumMod val="75000"/>
                <a:alpha val="15000"/>
              </a:schemeClr>
            </a:outerShdw>
          </a:effectLst>
        </p:spPr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9" name="타원 101">
            <a:extLst>
              <a:ext uri="{FF2B5EF4-FFF2-40B4-BE49-F238E27FC236}">
                <a16:creationId xmlns:a16="http://schemas.microsoft.com/office/drawing/2014/main" id="{57442DB8-12DD-9613-F989-6738D3AC08FC}"/>
              </a:ext>
            </a:extLst>
          </p:cNvPr>
          <p:cNvSpPr/>
          <p:nvPr/>
        </p:nvSpPr>
        <p:spPr bwMode="auto">
          <a:xfrm>
            <a:off x="2941925" y="3497701"/>
            <a:ext cx="1980000" cy="1655784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bg1">
                <a:lumMod val="75000"/>
                <a:alpha val="50000"/>
              </a:schemeClr>
            </a:solidFill>
          </a:ln>
          <a:effectLst>
            <a:outerShdw blurRad="127000" dist="127000" dir="2700000" algn="tl" rotWithShape="0">
              <a:schemeClr val="bg1">
                <a:lumMod val="75000"/>
                <a:alpha val="15000"/>
              </a:schemeClr>
            </a:outerShdw>
          </a:effectLst>
        </p:spPr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0" name="타원 102">
            <a:extLst>
              <a:ext uri="{FF2B5EF4-FFF2-40B4-BE49-F238E27FC236}">
                <a16:creationId xmlns:a16="http://schemas.microsoft.com/office/drawing/2014/main" id="{D703239C-CD1E-6FA6-0EB2-D25CB728B5DC}"/>
              </a:ext>
            </a:extLst>
          </p:cNvPr>
          <p:cNvSpPr/>
          <p:nvPr/>
        </p:nvSpPr>
        <p:spPr bwMode="auto">
          <a:xfrm>
            <a:off x="4987248" y="3497701"/>
            <a:ext cx="1980000" cy="1655784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bg1">
                <a:lumMod val="75000"/>
                <a:alpha val="50000"/>
              </a:schemeClr>
            </a:solidFill>
          </a:ln>
          <a:effectLst>
            <a:outerShdw blurRad="127000" dist="127000" dir="2700000" algn="tl" rotWithShape="0">
              <a:schemeClr val="bg1">
                <a:lumMod val="75000"/>
                <a:alpha val="15000"/>
              </a:schemeClr>
            </a:outerShdw>
          </a:effectLst>
        </p:spPr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1" name="양쪽 모서리가 둥근 사각형 95">
            <a:extLst>
              <a:ext uri="{FF2B5EF4-FFF2-40B4-BE49-F238E27FC236}">
                <a16:creationId xmlns:a16="http://schemas.microsoft.com/office/drawing/2014/main" id="{398E7BAB-7473-ADA7-F053-A6A1D483D445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06447" y="3801388"/>
            <a:ext cx="113785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 latinLnBrk="0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전문가에 의한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latinLnBrk="0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교육훈련 실시</a:t>
            </a:r>
          </a:p>
        </p:txBody>
      </p:sp>
      <p:sp>
        <p:nvSpPr>
          <p:cNvPr id="232" name="양쪽 모서리가 둥근 사각형 95">
            <a:extLst>
              <a:ext uri="{FF2B5EF4-FFF2-40B4-BE49-F238E27FC236}">
                <a16:creationId xmlns:a16="http://schemas.microsoft.com/office/drawing/2014/main" id="{0CC306E0-3B5B-A09A-F55F-4C8800B0454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510865" y="3909114"/>
            <a:ext cx="76905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 latinLnBrk="0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교육지원</a:t>
            </a:r>
          </a:p>
        </p:txBody>
      </p:sp>
      <p:sp>
        <p:nvSpPr>
          <p:cNvPr id="233" name="양쪽 모서리가 둥근 사각형 95">
            <a:extLst>
              <a:ext uri="{FF2B5EF4-FFF2-40B4-BE49-F238E27FC236}">
                <a16:creationId xmlns:a16="http://schemas.microsoft.com/office/drawing/2014/main" id="{E9024585-BC6A-2226-7AE0-2DD28F0FAB43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59981" y="3801388"/>
            <a:ext cx="113785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 latinLnBrk="0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맞춤형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latinLnBrk="0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교육훈련 실시</a:t>
            </a:r>
          </a:p>
        </p:txBody>
      </p:sp>
      <p:sp>
        <p:nvSpPr>
          <p:cNvPr id="242" name="타원 114">
            <a:extLst>
              <a:ext uri="{FF2B5EF4-FFF2-40B4-BE49-F238E27FC236}">
                <a16:creationId xmlns:a16="http://schemas.microsoft.com/office/drawing/2014/main" id="{904B1E94-223F-5045-3303-630E392CDC87}"/>
              </a:ext>
            </a:extLst>
          </p:cNvPr>
          <p:cNvSpPr/>
          <p:nvPr/>
        </p:nvSpPr>
        <p:spPr bwMode="auto">
          <a:xfrm>
            <a:off x="7032571" y="3497701"/>
            <a:ext cx="1980000" cy="1655784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bg1">
                <a:lumMod val="75000"/>
                <a:alpha val="50000"/>
              </a:schemeClr>
            </a:solidFill>
          </a:ln>
          <a:effectLst>
            <a:outerShdw blurRad="127000" dist="127000" dir="2700000" algn="tl" rotWithShape="0">
              <a:schemeClr val="bg1">
                <a:lumMod val="75000"/>
                <a:alpha val="15000"/>
              </a:schemeClr>
            </a:outerShdw>
          </a:effectLst>
        </p:spPr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3" name="양쪽 모서리가 둥근 사각형 95">
            <a:extLst>
              <a:ext uri="{FF2B5EF4-FFF2-40B4-BE49-F238E27FC236}">
                <a16:creationId xmlns:a16="http://schemas.microsoft.com/office/drawing/2014/main" id="{0CD0F94D-D343-92B0-DAB2-0CC26AD9C5A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52914" y="3801388"/>
            <a:ext cx="113785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 latinLnBrk="0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교육 대상별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latinLnBrk="0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교육과정</a:t>
            </a:r>
          </a:p>
        </p:txBody>
      </p:sp>
      <p:sp>
        <p:nvSpPr>
          <p:cNvPr id="256" name="타원 1">
            <a:extLst>
              <a:ext uri="{FF2B5EF4-FFF2-40B4-BE49-F238E27FC236}">
                <a16:creationId xmlns:a16="http://schemas.microsoft.com/office/drawing/2014/main" id="{0F1B3D6D-267C-16EE-5CDB-261BB8F24B8F}"/>
              </a:ext>
            </a:extLst>
          </p:cNvPr>
          <p:cNvSpPr/>
          <p:nvPr/>
        </p:nvSpPr>
        <p:spPr>
          <a:xfrm>
            <a:off x="7997810" y="3150990"/>
            <a:ext cx="108000" cy="108000"/>
          </a:xfrm>
          <a:prstGeom prst="ellipse">
            <a:avLst/>
          </a:prstGeom>
          <a:solidFill>
            <a:srgbClr val="99D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7" name="직사각형 95">
            <a:extLst>
              <a:ext uri="{FF2B5EF4-FFF2-40B4-BE49-F238E27FC236}">
                <a16:creationId xmlns:a16="http://schemas.microsoft.com/office/drawing/2014/main" id="{61C3761E-64EB-8415-89AA-0BF2C34D7177}"/>
              </a:ext>
            </a:extLst>
          </p:cNvPr>
          <p:cNvSpPr/>
          <p:nvPr/>
        </p:nvSpPr>
        <p:spPr>
          <a:xfrm>
            <a:off x="3906582" y="2530013"/>
            <a:ext cx="2098807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 latinLnBrk="0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사용 능력 제고</a:t>
            </a:r>
          </a:p>
        </p:txBody>
      </p:sp>
      <p:sp>
        <p:nvSpPr>
          <p:cNvPr id="258" name="더하기 기호 359">
            <a:extLst>
              <a:ext uri="{FF2B5EF4-FFF2-40B4-BE49-F238E27FC236}">
                <a16:creationId xmlns:a16="http://schemas.microsoft.com/office/drawing/2014/main" id="{15A6BF3D-FC73-22A0-BFD3-FE42BEA08E62}"/>
              </a:ext>
            </a:extLst>
          </p:cNvPr>
          <p:cNvSpPr/>
          <p:nvPr/>
        </p:nvSpPr>
        <p:spPr>
          <a:xfrm>
            <a:off x="3678919" y="2534756"/>
            <a:ext cx="180000" cy="180000"/>
          </a:xfrm>
          <a:prstGeom prst="mathPlus">
            <a:avLst>
              <a:gd name="adj1" fmla="val 814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9" name="더하기 기호 360">
            <a:extLst>
              <a:ext uri="{FF2B5EF4-FFF2-40B4-BE49-F238E27FC236}">
                <a16:creationId xmlns:a16="http://schemas.microsoft.com/office/drawing/2014/main" id="{E566FB6D-7245-FA6B-3F28-36D512DF1AA0}"/>
              </a:ext>
            </a:extLst>
          </p:cNvPr>
          <p:cNvSpPr/>
          <p:nvPr/>
        </p:nvSpPr>
        <p:spPr>
          <a:xfrm>
            <a:off x="6038447" y="2534756"/>
            <a:ext cx="180000" cy="180000"/>
          </a:xfrm>
          <a:prstGeom prst="mathPlus">
            <a:avLst>
              <a:gd name="adj1" fmla="val 814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61" name="직선 연결선 106">
            <a:extLst>
              <a:ext uri="{FF2B5EF4-FFF2-40B4-BE49-F238E27FC236}">
                <a16:creationId xmlns:a16="http://schemas.microsoft.com/office/drawing/2014/main" id="{26A6075A-9234-66F9-5A82-AF1BD84D9714}"/>
              </a:ext>
            </a:extLst>
          </p:cNvPr>
          <p:cNvCxnSpPr/>
          <p:nvPr/>
        </p:nvCxnSpPr>
        <p:spPr bwMode="auto">
          <a:xfrm>
            <a:off x="946218" y="4341994"/>
            <a:ext cx="8100000" cy="0"/>
          </a:xfrm>
          <a:prstGeom prst="line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4" name="타원 109">
            <a:extLst>
              <a:ext uri="{FF2B5EF4-FFF2-40B4-BE49-F238E27FC236}">
                <a16:creationId xmlns:a16="http://schemas.microsoft.com/office/drawing/2014/main" id="{D525CBC9-9B75-B22F-9E4E-7BB00E015409}"/>
              </a:ext>
            </a:extLst>
          </p:cNvPr>
          <p:cNvSpPr/>
          <p:nvPr/>
        </p:nvSpPr>
        <p:spPr>
          <a:xfrm>
            <a:off x="855723" y="4289115"/>
            <a:ext cx="108000" cy="108000"/>
          </a:xfrm>
          <a:prstGeom prst="ellipse">
            <a:avLst/>
          </a:prstGeom>
          <a:solidFill>
            <a:srgbClr val="4DB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0" name="타원 109">
            <a:extLst>
              <a:ext uri="{FF2B5EF4-FFF2-40B4-BE49-F238E27FC236}">
                <a16:creationId xmlns:a16="http://schemas.microsoft.com/office/drawing/2014/main" id="{DDEA9258-9585-AF26-1226-D29E02FBA92D}"/>
              </a:ext>
            </a:extLst>
          </p:cNvPr>
          <p:cNvSpPr/>
          <p:nvPr/>
        </p:nvSpPr>
        <p:spPr>
          <a:xfrm>
            <a:off x="2861117" y="4289115"/>
            <a:ext cx="108000" cy="108000"/>
          </a:xfrm>
          <a:prstGeom prst="ellipse">
            <a:avLst/>
          </a:prstGeom>
          <a:solidFill>
            <a:srgbClr val="4DB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1" name="타원 109">
            <a:extLst>
              <a:ext uri="{FF2B5EF4-FFF2-40B4-BE49-F238E27FC236}">
                <a16:creationId xmlns:a16="http://schemas.microsoft.com/office/drawing/2014/main" id="{1CF73D65-4203-AD9A-A6A2-BDE43C7E6BB8}"/>
              </a:ext>
            </a:extLst>
          </p:cNvPr>
          <p:cNvSpPr/>
          <p:nvPr/>
        </p:nvSpPr>
        <p:spPr>
          <a:xfrm>
            <a:off x="4904611" y="4289115"/>
            <a:ext cx="108000" cy="108000"/>
          </a:xfrm>
          <a:prstGeom prst="ellipse">
            <a:avLst/>
          </a:prstGeom>
          <a:solidFill>
            <a:srgbClr val="4DB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2" name="타원 109">
            <a:extLst>
              <a:ext uri="{FF2B5EF4-FFF2-40B4-BE49-F238E27FC236}">
                <a16:creationId xmlns:a16="http://schemas.microsoft.com/office/drawing/2014/main" id="{BBE136D2-7F63-C7A6-1F30-DAA93DFA67F5}"/>
              </a:ext>
            </a:extLst>
          </p:cNvPr>
          <p:cNvSpPr/>
          <p:nvPr/>
        </p:nvSpPr>
        <p:spPr>
          <a:xfrm>
            <a:off x="6948105" y="4289115"/>
            <a:ext cx="108000" cy="108000"/>
          </a:xfrm>
          <a:prstGeom prst="ellipse">
            <a:avLst/>
          </a:prstGeom>
          <a:solidFill>
            <a:srgbClr val="4DB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3" name="타원 109">
            <a:extLst>
              <a:ext uri="{FF2B5EF4-FFF2-40B4-BE49-F238E27FC236}">
                <a16:creationId xmlns:a16="http://schemas.microsoft.com/office/drawing/2014/main" id="{329FFE9D-EAA7-0581-930A-BD1D765545E8}"/>
              </a:ext>
            </a:extLst>
          </p:cNvPr>
          <p:cNvSpPr/>
          <p:nvPr/>
        </p:nvSpPr>
        <p:spPr>
          <a:xfrm>
            <a:off x="8953500" y="4289115"/>
            <a:ext cx="108000" cy="108000"/>
          </a:xfrm>
          <a:prstGeom prst="ellipse">
            <a:avLst/>
          </a:prstGeom>
          <a:solidFill>
            <a:srgbClr val="4DB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74" name="그림 112">
            <a:extLst>
              <a:ext uri="{FF2B5EF4-FFF2-40B4-BE49-F238E27FC236}">
                <a16:creationId xmlns:a16="http://schemas.microsoft.com/office/drawing/2014/main" id="{32E870F1-34E1-EAF6-DD0B-A457571B45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720" y="4521928"/>
            <a:ext cx="409521" cy="427491"/>
          </a:xfrm>
          <a:prstGeom prst="rect">
            <a:avLst/>
          </a:prstGeom>
        </p:spPr>
      </p:pic>
      <p:pic>
        <p:nvPicPr>
          <p:cNvPr id="275" name="그림 113">
            <a:extLst>
              <a:ext uri="{FF2B5EF4-FFF2-40B4-BE49-F238E27FC236}">
                <a16:creationId xmlns:a16="http://schemas.microsoft.com/office/drawing/2014/main" id="{591C0FAF-13D1-2C1E-AF2B-3F094A95B0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99" y="4521928"/>
            <a:ext cx="385697" cy="406045"/>
          </a:xfrm>
          <a:prstGeom prst="rect">
            <a:avLst/>
          </a:prstGeom>
        </p:spPr>
      </p:pic>
      <p:pic>
        <p:nvPicPr>
          <p:cNvPr id="276" name="그림 119">
            <a:extLst>
              <a:ext uri="{FF2B5EF4-FFF2-40B4-BE49-F238E27FC236}">
                <a16:creationId xmlns:a16="http://schemas.microsoft.com/office/drawing/2014/main" id="{85BEAAC3-CC2F-176B-B86F-82BB8D57C1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407" y="4521928"/>
            <a:ext cx="317836" cy="344535"/>
          </a:xfrm>
          <a:prstGeom prst="rect">
            <a:avLst/>
          </a:prstGeom>
        </p:spPr>
      </p:pic>
      <p:pic>
        <p:nvPicPr>
          <p:cNvPr id="277" name="그림 120">
            <a:extLst>
              <a:ext uri="{FF2B5EF4-FFF2-40B4-BE49-F238E27FC236}">
                <a16:creationId xmlns:a16="http://schemas.microsoft.com/office/drawing/2014/main" id="{3BE2A93E-D18A-A684-5E84-C50A5BA4901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007" y="4521928"/>
            <a:ext cx="399314" cy="439144"/>
          </a:xfrm>
          <a:prstGeom prst="rect">
            <a:avLst/>
          </a:prstGeom>
        </p:spPr>
      </p:pic>
      <p:sp>
        <p:nvSpPr>
          <p:cNvPr id="278" name="TextBox 277">
            <a:extLst>
              <a:ext uri="{FF2B5EF4-FFF2-40B4-BE49-F238E27FC236}">
                <a16:creationId xmlns:a16="http://schemas.microsoft.com/office/drawing/2014/main" id="{D3957F90-A0CB-B259-E4A1-9D29C2768C59}"/>
              </a:ext>
            </a:extLst>
          </p:cNvPr>
          <p:cNvSpPr txBox="1"/>
          <p:nvPr/>
        </p:nvSpPr>
        <p:spPr>
          <a:xfrm>
            <a:off x="965199" y="5274021"/>
            <a:ext cx="1800000" cy="7540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5250" indent="-95250">
              <a:lnSpc>
                <a:spcPct val="110000"/>
              </a:lnSpc>
              <a:buClr>
                <a:srgbClr val="075261"/>
              </a:buClr>
              <a:buSzPct val="80000"/>
              <a:buFont typeface="Rix고딕 EB" pitchFamily="18" charset="-127"/>
              <a:buChar char="I"/>
              <a:defRPr sz="1000" kern="0" spc="-2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  <a:lvl2pPr marL="88900" lvl="1" indent="-88900" defTabSz="777514" fontAlgn="base" latinLnBrk="0">
              <a:spcBef>
                <a:spcPts val="2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2pPr>
          </a:lstStyle>
          <a:p>
            <a:pPr lvl="1"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역할 별 매뉴얼 제공</a:t>
            </a:r>
            <a:b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운영자</a:t>
            </a: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</a:t>
            </a:r>
            <a:endParaRPr lang="en-US" altLang="ko-KR" sz="1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기능별 상세 매뉴얼</a:t>
            </a:r>
            <a:b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업무 절차 매뉴얼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598A03A4-5541-BE36-D0EA-0EE11A123211}"/>
              </a:ext>
            </a:extLst>
          </p:cNvPr>
          <p:cNvSpPr txBox="1"/>
          <p:nvPr/>
        </p:nvSpPr>
        <p:spPr>
          <a:xfrm>
            <a:off x="3009000" y="5274021"/>
            <a:ext cx="2360568" cy="9233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5250" indent="-95250">
              <a:lnSpc>
                <a:spcPct val="110000"/>
              </a:lnSpc>
              <a:buClr>
                <a:srgbClr val="075261"/>
              </a:buClr>
              <a:buSzPct val="80000"/>
              <a:buFont typeface="Rix고딕 EB" pitchFamily="18" charset="-127"/>
              <a:buChar char="I"/>
              <a:defRPr sz="1000" kern="0" spc="-2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  <a:lvl2pPr marL="88900" lvl="1" indent="-88900" defTabSz="777514" fontAlgn="base" latinLnBrk="0">
              <a:spcBef>
                <a:spcPts val="2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2pPr>
          </a:lstStyle>
          <a:p>
            <a:pPr lvl="1"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해외법인 교육 훈련</a:t>
            </a:r>
            <a:b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매뉴얼</a:t>
            </a: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영어</a:t>
            </a: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중국어</a:t>
            </a: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법인 교육 훈련</a:t>
            </a:r>
            <a:b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모회사 관점 교육</a:t>
            </a:r>
            <a:b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자회사 관점 교육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25ED5675-454B-62C3-4062-F644D519ED8F}"/>
              </a:ext>
            </a:extLst>
          </p:cNvPr>
          <p:cNvSpPr txBox="1"/>
          <p:nvPr/>
        </p:nvSpPr>
        <p:spPr>
          <a:xfrm>
            <a:off x="5129170" y="5274021"/>
            <a:ext cx="18000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5250" indent="-95250">
              <a:lnSpc>
                <a:spcPct val="110000"/>
              </a:lnSpc>
              <a:buClr>
                <a:srgbClr val="075261"/>
              </a:buClr>
              <a:buSzPct val="80000"/>
              <a:buFont typeface="Rix고딕 EB" pitchFamily="18" charset="-127"/>
              <a:buChar char="I"/>
              <a:defRPr sz="1000" kern="0" spc="-2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  <a:lvl2pPr marL="88900" lvl="1" indent="-88900" defTabSz="777514" fontAlgn="base" latinLnBrk="0">
              <a:spcBef>
                <a:spcPts val="2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2pPr>
          </a:lstStyle>
          <a:p>
            <a:pPr lvl="1"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내부통제 전문가 교육실시</a:t>
            </a:r>
          </a:p>
          <a:p>
            <a:pPr lvl="1"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풍부한 교육 경험을 통한 체계적인 교육체계 구축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F0B01178-13ED-FA18-4359-7A165C337B57}"/>
              </a:ext>
            </a:extLst>
          </p:cNvPr>
          <p:cNvSpPr txBox="1"/>
          <p:nvPr/>
        </p:nvSpPr>
        <p:spPr>
          <a:xfrm>
            <a:off x="7093937" y="5274021"/>
            <a:ext cx="2268000" cy="7540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5250" indent="-95250">
              <a:lnSpc>
                <a:spcPct val="110000"/>
              </a:lnSpc>
              <a:buClr>
                <a:srgbClr val="075261"/>
              </a:buClr>
              <a:buSzPct val="80000"/>
              <a:buFont typeface="Rix고딕 EB" pitchFamily="18" charset="-127"/>
              <a:buChar char="I"/>
              <a:defRPr sz="1000" kern="0" spc="-2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  <a:lvl2pPr marL="88900" lvl="1" indent="-88900" defTabSz="777514" fontAlgn="base" latinLnBrk="0">
              <a:spcBef>
                <a:spcPts val="2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2pPr>
          </a:lstStyle>
          <a:p>
            <a:pPr lvl="1"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전담부서 대상 운영자 교육</a:t>
            </a:r>
            <a:b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운영관리 및 시스템 전반의 교육</a:t>
            </a:r>
            <a:endParaRPr lang="en-US" altLang="ko-KR" sz="1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 사용자 대상 교육</a:t>
            </a:r>
            <a:b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평가</a:t>
            </a: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증빙 제출 등</a:t>
            </a:r>
            <a:endParaRPr lang="en-US" altLang="ko-KR" sz="1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94C35-5485-0874-2A8D-37CB67CF9564}"/>
              </a:ext>
            </a:extLst>
          </p:cNvPr>
          <p:cNvSpPr txBox="1"/>
          <p:nvPr/>
        </p:nvSpPr>
        <p:spPr>
          <a:xfrm>
            <a:off x="6465000" y="6115942"/>
            <a:ext cx="28969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번역은 본 제안에 포함되어 있지 않습니다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80039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F5E1E-4DEB-5F9D-9F5F-847712CA0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BF2CA8D-A708-3E35-EAA4-6C7A7E6EC9E4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6.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유지보수 및 라이선스 정책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36D3AA3-E58D-C850-A638-8F0986D843EA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안정적인 시스템 운영을 위해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유지보수 체계를 확립하여 책임감 있는 지원을 하겠습니다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932CE16-AF63-7B0A-211E-C959F1DFA655}"/>
              </a:ext>
            </a:extLst>
          </p:cNvPr>
          <p:cNvSpPr txBox="1"/>
          <p:nvPr/>
        </p:nvSpPr>
        <p:spPr>
          <a:xfrm>
            <a:off x="3521106" y="1788190"/>
            <a:ext cx="2854949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1100" spc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 defTabSz="914400"/>
            <a:r>
              <a:rPr lang="ko-KR" altLang="en-US" sz="1800" b="1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효율적인 </a:t>
            </a:r>
            <a:r>
              <a:rPr lang="ko-KR" altLang="en-US" sz="1800" b="1" spc="-100" dirty="0">
                <a:ln>
                  <a:solidFill>
                    <a:srgbClr val="74BBE2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llehche_v2" panose="02020603020101020101" pitchFamily="18" charset="-127"/>
              </a:rPr>
              <a:t>유지보수 체계 확립</a:t>
            </a: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4BC9D38E-29A5-FE22-112A-BB016B283F8A}"/>
              </a:ext>
            </a:extLst>
          </p:cNvPr>
          <p:cNvGrpSpPr/>
          <p:nvPr/>
        </p:nvGrpSpPr>
        <p:grpSpPr>
          <a:xfrm>
            <a:off x="2641675" y="1647459"/>
            <a:ext cx="4613811" cy="448178"/>
            <a:chOff x="2375619" y="3792910"/>
            <a:chExt cx="3144099" cy="540060"/>
          </a:xfrm>
        </p:grpSpPr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B40DB068-81AF-D1AB-DCAF-2D2F11588B91}"/>
                </a:ext>
              </a:extLst>
            </p:cNvPr>
            <p:cNvCxnSpPr/>
            <p:nvPr/>
          </p:nvCxnSpPr>
          <p:spPr>
            <a:xfrm>
              <a:off x="2462414" y="3792910"/>
              <a:ext cx="0" cy="540060"/>
            </a:xfrm>
            <a:prstGeom prst="line">
              <a:avLst/>
            </a:prstGeom>
            <a:noFill/>
            <a:ln w="12700" algn="ctr">
              <a:gradFill>
                <a:gsLst>
                  <a:gs pos="100000">
                    <a:srgbClr val="5B9BD5">
                      <a:lumMod val="5000"/>
                      <a:lumOff val="95000"/>
                      <a:alpha val="0"/>
                    </a:srgbClr>
                  </a:gs>
                  <a:gs pos="15000">
                    <a:sysClr val="window" lastClr="FFFFFF">
                      <a:lumMod val="75000"/>
                    </a:sysClr>
                  </a:gs>
                </a:gsLst>
                <a:lin ang="5400000" scaled="0"/>
              </a:gradFill>
              <a:miter lim="800000"/>
              <a:headEnd/>
              <a:tailEnd/>
            </a:ln>
            <a:effectLst/>
          </p:spPr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11D433CE-0CC8-BC95-23B0-98FCABCCC736}"/>
                </a:ext>
              </a:extLst>
            </p:cNvPr>
            <p:cNvCxnSpPr>
              <a:cxnSpLocks/>
            </p:cNvCxnSpPr>
            <p:nvPr/>
          </p:nvCxnSpPr>
          <p:spPr>
            <a:xfrm>
              <a:off x="2375619" y="3865050"/>
              <a:ext cx="3144099" cy="0"/>
            </a:xfrm>
            <a:prstGeom prst="line">
              <a:avLst/>
            </a:prstGeom>
            <a:noFill/>
            <a:ln w="19050" algn="ctr">
              <a:gradFill>
                <a:gsLst>
                  <a:gs pos="100000">
                    <a:srgbClr val="5B9BD5">
                      <a:lumMod val="5000"/>
                      <a:lumOff val="95000"/>
                      <a:alpha val="0"/>
                    </a:srgbClr>
                  </a:gs>
                  <a:gs pos="15000">
                    <a:sysClr val="window" lastClr="FFFFFF">
                      <a:lumMod val="75000"/>
                    </a:sysClr>
                  </a:gs>
                </a:gsLst>
                <a:lin ang="0" scaled="0"/>
              </a:gradFill>
              <a:miter lim="800000"/>
              <a:headEnd/>
              <a:tailEnd/>
            </a:ln>
            <a:effectLst/>
          </p:spPr>
        </p:cxnSp>
        <p:grpSp>
          <p:nvGrpSpPr>
            <p:cNvPr id="162" name="그룹 161">
              <a:extLst>
                <a:ext uri="{FF2B5EF4-FFF2-40B4-BE49-F238E27FC236}">
                  <a16:creationId xmlns:a16="http://schemas.microsoft.com/office/drawing/2014/main" id="{0BC39AB3-EA3C-94F4-8742-8A852966CB5A}"/>
                </a:ext>
              </a:extLst>
            </p:cNvPr>
            <p:cNvGrpSpPr/>
            <p:nvPr/>
          </p:nvGrpSpPr>
          <p:grpSpPr>
            <a:xfrm>
              <a:off x="2426414" y="3829050"/>
              <a:ext cx="72000" cy="72000"/>
              <a:chOff x="2424180" y="3846817"/>
              <a:chExt cx="45720" cy="45726"/>
            </a:xfrm>
          </p:grpSpPr>
          <p:cxnSp>
            <p:nvCxnSpPr>
              <p:cNvPr id="163" name="직선 연결선 162">
                <a:extLst>
                  <a:ext uri="{FF2B5EF4-FFF2-40B4-BE49-F238E27FC236}">
                    <a16:creationId xmlns:a16="http://schemas.microsoft.com/office/drawing/2014/main" id="{2D08E573-DE9B-B679-1530-83AAB4916A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4180" y="3869680"/>
                <a:ext cx="45720" cy="0"/>
              </a:xfrm>
              <a:prstGeom prst="line">
                <a:avLst/>
              </a:prstGeom>
              <a:noFill/>
              <a:ln w="25400" cap="rnd" cmpd="sng" algn="ctr">
                <a:solidFill>
                  <a:srgbClr val="E7E6E6">
                    <a:lumMod val="75000"/>
                  </a:srgbClr>
                </a:solidFill>
                <a:prstDash val="solid"/>
                <a:round/>
              </a:ln>
              <a:effectLst/>
            </p:spPr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743B1243-0140-E6B5-85B5-65340C63F1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7040" y="3846817"/>
                <a:ext cx="0" cy="45726"/>
              </a:xfrm>
              <a:prstGeom prst="line">
                <a:avLst/>
              </a:prstGeom>
              <a:noFill/>
              <a:ln w="25400" cap="rnd" cmpd="sng" algn="ctr">
                <a:solidFill>
                  <a:sysClr val="window" lastClr="FFFFFF">
                    <a:lumMod val="50000"/>
                    <a:alpha val="70000"/>
                  </a:sysClr>
                </a:solidFill>
                <a:prstDash val="solid"/>
                <a:round/>
              </a:ln>
              <a:effectLst/>
            </p:spPr>
          </p:cxnSp>
        </p:grpSp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4AFD2486-DCE9-9C6F-47DB-0F2FA4FEEF91}"/>
              </a:ext>
            </a:extLst>
          </p:cNvPr>
          <p:cNvGrpSpPr/>
          <p:nvPr/>
        </p:nvGrpSpPr>
        <p:grpSpPr>
          <a:xfrm>
            <a:off x="2477712" y="1757742"/>
            <a:ext cx="4941737" cy="448178"/>
            <a:chOff x="2153126" y="3439106"/>
            <a:chExt cx="3367566" cy="540060"/>
          </a:xfrm>
        </p:grpSpPr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8C1C30B9-C5EC-BCDE-570F-05AB33DAC613}"/>
                </a:ext>
              </a:extLst>
            </p:cNvPr>
            <p:cNvCxnSpPr/>
            <p:nvPr/>
          </p:nvCxnSpPr>
          <p:spPr>
            <a:xfrm flipH="1" flipV="1">
              <a:off x="5433896" y="3439106"/>
              <a:ext cx="0" cy="540060"/>
            </a:xfrm>
            <a:prstGeom prst="line">
              <a:avLst/>
            </a:prstGeom>
            <a:noFill/>
            <a:ln w="12700" algn="ctr">
              <a:gradFill>
                <a:gsLst>
                  <a:gs pos="100000">
                    <a:srgbClr val="5B9BD5">
                      <a:lumMod val="5000"/>
                      <a:lumOff val="95000"/>
                      <a:alpha val="0"/>
                    </a:srgbClr>
                  </a:gs>
                  <a:gs pos="15000">
                    <a:sysClr val="window" lastClr="FFFFFF">
                      <a:lumMod val="75000"/>
                    </a:sysClr>
                  </a:gs>
                </a:gsLst>
                <a:lin ang="5400000" scaled="0"/>
              </a:gradFill>
              <a:miter lim="800000"/>
              <a:headEnd/>
              <a:tailEnd/>
            </a:ln>
            <a:effectLst/>
          </p:spPr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9CA890AA-D24F-9E4B-6FD4-8EB7FE0825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3126" y="3907026"/>
              <a:ext cx="3367566" cy="0"/>
            </a:xfrm>
            <a:prstGeom prst="line">
              <a:avLst/>
            </a:prstGeom>
            <a:noFill/>
            <a:ln w="19050" algn="ctr">
              <a:gradFill>
                <a:gsLst>
                  <a:gs pos="100000">
                    <a:srgbClr val="5B9BD5">
                      <a:lumMod val="5000"/>
                      <a:lumOff val="95000"/>
                      <a:alpha val="0"/>
                    </a:srgbClr>
                  </a:gs>
                  <a:gs pos="15000">
                    <a:sysClr val="window" lastClr="FFFFFF">
                      <a:lumMod val="75000"/>
                    </a:sysClr>
                  </a:gs>
                </a:gsLst>
                <a:lin ang="0" scaled="0"/>
              </a:gradFill>
              <a:miter lim="800000"/>
              <a:headEnd/>
              <a:tailEnd/>
            </a:ln>
            <a:effectLst/>
          </p:spPr>
        </p:cxnSp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655BFC6D-A30E-9E06-B044-216CC7356A96}"/>
                </a:ext>
              </a:extLst>
            </p:cNvPr>
            <p:cNvGrpSpPr/>
            <p:nvPr/>
          </p:nvGrpSpPr>
          <p:grpSpPr>
            <a:xfrm flipH="1" flipV="1">
              <a:off x="5397896" y="3871026"/>
              <a:ext cx="72000" cy="72000"/>
              <a:chOff x="2424180" y="3846817"/>
              <a:chExt cx="45720" cy="45726"/>
            </a:xfrm>
          </p:grpSpPr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17408AEE-5894-4E82-28B7-83D0DCBB4D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4180" y="3869680"/>
                <a:ext cx="45720" cy="0"/>
              </a:xfrm>
              <a:prstGeom prst="line">
                <a:avLst/>
              </a:prstGeom>
              <a:noFill/>
              <a:ln w="25400" cap="rnd" cmpd="sng" algn="ctr">
                <a:solidFill>
                  <a:srgbClr val="E7E6E6">
                    <a:lumMod val="75000"/>
                  </a:srgbClr>
                </a:solidFill>
                <a:prstDash val="solid"/>
                <a:round/>
              </a:ln>
              <a:effectLst/>
            </p:spPr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DC0301D2-6CA8-B645-4CA8-A1FB8BC6FD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7040" y="3846817"/>
                <a:ext cx="0" cy="45726"/>
              </a:xfrm>
              <a:prstGeom prst="line">
                <a:avLst/>
              </a:prstGeom>
              <a:noFill/>
              <a:ln w="25400" cap="rnd" cmpd="sng" algn="ctr">
                <a:solidFill>
                  <a:sysClr val="window" lastClr="FFFFFF">
                    <a:lumMod val="50000"/>
                    <a:alpha val="70000"/>
                  </a:sysClr>
                </a:solidFill>
                <a:prstDash val="solid"/>
                <a:round/>
              </a:ln>
              <a:effectLst/>
            </p:spPr>
          </p:cxnSp>
        </p:grpSp>
      </p:grpSp>
      <p:sp>
        <p:nvSpPr>
          <p:cNvPr id="178" name="사각형: 둥근 위쪽 모서리 138">
            <a:extLst>
              <a:ext uri="{FF2B5EF4-FFF2-40B4-BE49-F238E27FC236}">
                <a16:creationId xmlns:a16="http://schemas.microsoft.com/office/drawing/2014/main" id="{A996ABC8-4920-0A59-0CA7-D3E97747A3B6}"/>
              </a:ext>
            </a:extLst>
          </p:cNvPr>
          <p:cNvSpPr/>
          <p:nvPr/>
        </p:nvSpPr>
        <p:spPr>
          <a:xfrm>
            <a:off x="641156" y="2248670"/>
            <a:ext cx="8642350" cy="4068000"/>
          </a:xfrm>
          <a:prstGeom prst="round2SameRect">
            <a:avLst>
              <a:gd name="adj1" fmla="val 2010"/>
              <a:gd name="adj2" fmla="val 0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dirty="0">
              <a:solidFill>
                <a:schemeClr val="l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3" name="오각형 85">
            <a:extLst>
              <a:ext uri="{FF2B5EF4-FFF2-40B4-BE49-F238E27FC236}">
                <a16:creationId xmlns:a16="http://schemas.microsoft.com/office/drawing/2014/main" id="{CD34CFCA-EE37-61A5-0748-12806562D649}"/>
              </a:ext>
            </a:extLst>
          </p:cNvPr>
          <p:cNvSpPr/>
          <p:nvPr/>
        </p:nvSpPr>
        <p:spPr>
          <a:xfrm rot="16200000" flipV="1">
            <a:off x="3294441" y="374182"/>
            <a:ext cx="3348000" cy="8388000"/>
          </a:xfrm>
          <a:prstGeom prst="homePlate">
            <a:avLst>
              <a:gd name="adj" fmla="val 1233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1" name="사각형: 둥근 모서리 351">
            <a:extLst>
              <a:ext uri="{FF2B5EF4-FFF2-40B4-BE49-F238E27FC236}">
                <a16:creationId xmlns:a16="http://schemas.microsoft.com/office/drawing/2014/main" id="{4F101999-4B0F-3372-994A-1F1185B4E0D2}"/>
              </a:ext>
            </a:extLst>
          </p:cNvPr>
          <p:cNvSpPr/>
          <p:nvPr/>
        </p:nvSpPr>
        <p:spPr>
          <a:xfrm>
            <a:off x="782069" y="2309863"/>
            <a:ext cx="2520000" cy="540000"/>
          </a:xfrm>
          <a:prstGeom prst="roundRect">
            <a:avLst>
              <a:gd name="adj" fmla="val 50000"/>
            </a:avLst>
          </a:prstGeom>
          <a:solidFill>
            <a:schemeClr val="accent1">
              <a:alpha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pPr algn="ctr" latinLnBrk="0"/>
            <a:endParaRPr kumimoji="1" lang="ko-KR" altLang="en-US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53" name="사각형: 둥근 모서리 351">
            <a:extLst>
              <a:ext uri="{FF2B5EF4-FFF2-40B4-BE49-F238E27FC236}">
                <a16:creationId xmlns:a16="http://schemas.microsoft.com/office/drawing/2014/main" id="{0933DDC4-9CF8-A5A9-D21C-C6A000E0D82F}"/>
              </a:ext>
            </a:extLst>
          </p:cNvPr>
          <p:cNvSpPr/>
          <p:nvPr/>
        </p:nvSpPr>
        <p:spPr>
          <a:xfrm>
            <a:off x="2733799" y="2309863"/>
            <a:ext cx="2520000" cy="540000"/>
          </a:xfrm>
          <a:prstGeom prst="roundRect">
            <a:avLst>
              <a:gd name="adj" fmla="val 50000"/>
            </a:avLst>
          </a:prstGeom>
          <a:solidFill>
            <a:schemeClr val="accent1">
              <a:alpha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pPr algn="ctr" latinLnBrk="0"/>
            <a:endParaRPr kumimoji="1" lang="ko-KR" altLang="en-US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55" name="사각형: 둥근 모서리 351">
            <a:extLst>
              <a:ext uri="{FF2B5EF4-FFF2-40B4-BE49-F238E27FC236}">
                <a16:creationId xmlns:a16="http://schemas.microsoft.com/office/drawing/2014/main" id="{5C07B053-90FC-8456-F159-F2B02EA3C776}"/>
              </a:ext>
            </a:extLst>
          </p:cNvPr>
          <p:cNvSpPr/>
          <p:nvPr/>
        </p:nvSpPr>
        <p:spPr>
          <a:xfrm>
            <a:off x="4685529" y="2309863"/>
            <a:ext cx="2520000" cy="540000"/>
          </a:xfrm>
          <a:prstGeom prst="roundRect">
            <a:avLst>
              <a:gd name="adj" fmla="val 50000"/>
            </a:avLst>
          </a:prstGeom>
          <a:solidFill>
            <a:schemeClr val="accent1">
              <a:alpha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pPr algn="ctr" latinLnBrk="0"/>
            <a:endParaRPr kumimoji="1" lang="ko-KR" altLang="en-US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57" name="사각형: 둥근 모서리 351">
            <a:extLst>
              <a:ext uri="{FF2B5EF4-FFF2-40B4-BE49-F238E27FC236}">
                <a16:creationId xmlns:a16="http://schemas.microsoft.com/office/drawing/2014/main" id="{F8F328EF-B3D7-210E-3526-E88C4698CCEC}"/>
              </a:ext>
            </a:extLst>
          </p:cNvPr>
          <p:cNvSpPr/>
          <p:nvPr/>
        </p:nvSpPr>
        <p:spPr>
          <a:xfrm>
            <a:off x="6637260" y="2309863"/>
            <a:ext cx="2520000" cy="540000"/>
          </a:xfrm>
          <a:prstGeom prst="roundRect">
            <a:avLst>
              <a:gd name="adj" fmla="val 50000"/>
            </a:avLst>
          </a:prstGeom>
          <a:solidFill>
            <a:schemeClr val="accent1">
              <a:alpha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pPr algn="ctr" latinLnBrk="0"/>
            <a:endParaRPr kumimoji="1" lang="ko-KR" altLang="en-US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68" name="더하기 기호 359">
            <a:extLst>
              <a:ext uri="{FF2B5EF4-FFF2-40B4-BE49-F238E27FC236}">
                <a16:creationId xmlns:a16="http://schemas.microsoft.com/office/drawing/2014/main" id="{4301E1C6-7399-03C9-6F25-487AC0116A67}"/>
              </a:ext>
            </a:extLst>
          </p:cNvPr>
          <p:cNvSpPr/>
          <p:nvPr/>
        </p:nvSpPr>
        <p:spPr>
          <a:xfrm>
            <a:off x="2932470" y="2488098"/>
            <a:ext cx="180000" cy="180000"/>
          </a:xfrm>
          <a:prstGeom prst="mathPlus">
            <a:avLst>
              <a:gd name="adj1" fmla="val 814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9" name="더하기 기호 359">
            <a:extLst>
              <a:ext uri="{FF2B5EF4-FFF2-40B4-BE49-F238E27FC236}">
                <a16:creationId xmlns:a16="http://schemas.microsoft.com/office/drawing/2014/main" id="{C1D89F4C-5AFB-724A-6B41-D2032256322E}"/>
              </a:ext>
            </a:extLst>
          </p:cNvPr>
          <p:cNvSpPr/>
          <p:nvPr/>
        </p:nvSpPr>
        <p:spPr>
          <a:xfrm>
            <a:off x="4867024" y="2488098"/>
            <a:ext cx="180000" cy="180000"/>
          </a:xfrm>
          <a:prstGeom prst="mathPlus">
            <a:avLst>
              <a:gd name="adj1" fmla="val 814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0" name="더하기 기호 359">
            <a:extLst>
              <a:ext uri="{FF2B5EF4-FFF2-40B4-BE49-F238E27FC236}">
                <a16:creationId xmlns:a16="http://schemas.microsoft.com/office/drawing/2014/main" id="{1ED0B762-6711-6697-BB0A-EA83408E9459}"/>
              </a:ext>
            </a:extLst>
          </p:cNvPr>
          <p:cNvSpPr/>
          <p:nvPr/>
        </p:nvSpPr>
        <p:spPr>
          <a:xfrm>
            <a:off x="6838897" y="2488098"/>
            <a:ext cx="180000" cy="180000"/>
          </a:xfrm>
          <a:prstGeom prst="mathPlus">
            <a:avLst>
              <a:gd name="adj1" fmla="val 814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1" name="직사각형 102">
            <a:extLst>
              <a:ext uri="{FF2B5EF4-FFF2-40B4-BE49-F238E27FC236}">
                <a16:creationId xmlns:a16="http://schemas.microsoft.com/office/drawing/2014/main" id="{763B73BB-6BD0-131E-343C-3A9D48F03323}"/>
              </a:ext>
            </a:extLst>
          </p:cNvPr>
          <p:cNvSpPr/>
          <p:nvPr/>
        </p:nvSpPr>
        <p:spPr>
          <a:xfrm>
            <a:off x="1119925" y="2384210"/>
            <a:ext cx="1453686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 latinLnBrk="0"/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후 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년간</a:t>
            </a:r>
            <a:endParaRPr lang="en-US" altLang="ko-KR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latinLnBrk="0"/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무상 하자보수 지원</a:t>
            </a:r>
          </a:p>
        </p:txBody>
      </p:sp>
      <p:sp>
        <p:nvSpPr>
          <p:cNvPr id="272" name="직사각형 104">
            <a:extLst>
              <a:ext uri="{FF2B5EF4-FFF2-40B4-BE49-F238E27FC236}">
                <a16:creationId xmlns:a16="http://schemas.microsoft.com/office/drawing/2014/main" id="{3B0A9819-38A9-0441-20E8-EE87063FCD36}"/>
              </a:ext>
            </a:extLst>
          </p:cNvPr>
          <p:cNvSpPr/>
          <p:nvPr/>
        </p:nvSpPr>
        <p:spPr>
          <a:xfrm>
            <a:off x="3344645" y="2384210"/>
            <a:ext cx="1312146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 latinLnBrk="0"/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장애발생 시</a:t>
            </a:r>
          </a:p>
          <a:p>
            <a:pPr algn="ctr" latinLnBrk="0"/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최단시간 내 복구</a:t>
            </a:r>
          </a:p>
        </p:txBody>
      </p:sp>
      <p:sp>
        <p:nvSpPr>
          <p:cNvPr id="273" name="직사각형 106">
            <a:extLst>
              <a:ext uri="{FF2B5EF4-FFF2-40B4-BE49-F238E27FC236}">
                <a16:creationId xmlns:a16="http://schemas.microsoft.com/office/drawing/2014/main" id="{A4EB9645-9AA6-1D4D-4438-8B0F30BE531C}"/>
              </a:ext>
            </a:extLst>
          </p:cNvPr>
          <p:cNvSpPr/>
          <p:nvPr/>
        </p:nvSpPr>
        <p:spPr>
          <a:xfrm>
            <a:off x="5274604" y="2384210"/>
            <a:ext cx="1312146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 latinLnBrk="0"/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하자보수</a:t>
            </a:r>
          </a:p>
          <a:p>
            <a:pPr algn="ctr" latinLnBrk="0"/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체계가동</a:t>
            </a:r>
          </a:p>
        </p:txBody>
      </p:sp>
      <p:sp>
        <p:nvSpPr>
          <p:cNvPr id="274" name="직사각형 14">
            <a:extLst>
              <a:ext uri="{FF2B5EF4-FFF2-40B4-BE49-F238E27FC236}">
                <a16:creationId xmlns:a16="http://schemas.microsoft.com/office/drawing/2014/main" id="{35261AEA-9C71-6C3F-6B39-814A252F43AF}"/>
              </a:ext>
            </a:extLst>
          </p:cNvPr>
          <p:cNvSpPr/>
          <p:nvPr/>
        </p:nvSpPr>
        <p:spPr>
          <a:xfrm>
            <a:off x="7297866" y="2384210"/>
            <a:ext cx="1312146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 latinLnBrk="0"/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원격관리를 통한</a:t>
            </a:r>
          </a:p>
          <a:p>
            <a:pPr algn="ctr" latinLnBrk="0"/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장애예방</a:t>
            </a:r>
          </a:p>
        </p:txBody>
      </p:sp>
      <p:sp>
        <p:nvSpPr>
          <p:cNvPr id="279" name="자유형: 도형 280">
            <a:extLst>
              <a:ext uri="{FF2B5EF4-FFF2-40B4-BE49-F238E27FC236}">
                <a16:creationId xmlns:a16="http://schemas.microsoft.com/office/drawing/2014/main" id="{A26625C2-690D-B517-39D9-CAD2B0AACCAC}"/>
              </a:ext>
            </a:extLst>
          </p:cNvPr>
          <p:cNvSpPr/>
          <p:nvPr/>
        </p:nvSpPr>
        <p:spPr>
          <a:xfrm>
            <a:off x="1933866" y="3211625"/>
            <a:ext cx="6043805" cy="259364"/>
          </a:xfrm>
          <a:custGeom>
            <a:avLst/>
            <a:gdLst>
              <a:gd name="connsiteX0" fmla="*/ 0 w 4013200"/>
              <a:gd name="connsiteY0" fmla="*/ 457200 h 482600"/>
              <a:gd name="connsiteX1" fmla="*/ 0 w 4013200"/>
              <a:gd name="connsiteY1" fmla="*/ 0 h 482600"/>
              <a:gd name="connsiteX2" fmla="*/ 4013200 w 4013200"/>
              <a:gd name="connsiteY2" fmla="*/ 0 h 482600"/>
              <a:gd name="connsiteX3" fmla="*/ 4013200 w 4013200"/>
              <a:gd name="connsiteY3" fmla="*/ 482600 h 482600"/>
              <a:gd name="connsiteX0" fmla="*/ 0 w 4013200"/>
              <a:gd name="connsiteY0" fmla="*/ 457200 h 457201"/>
              <a:gd name="connsiteX1" fmla="*/ 0 w 4013200"/>
              <a:gd name="connsiteY1" fmla="*/ 0 h 457201"/>
              <a:gd name="connsiteX2" fmla="*/ 4013200 w 4013200"/>
              <a:gd name="connsiteY2" fmla="*/ 0 h 457201"/>
              <a:gd name="connsiteX3" fmla="*/ 4013200 w 4013200"/>
              <a:gd name="connsiteY3" fmla="*/ 429377 h 457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3200" h="457201">
                <a:moveTo>
                  <a:pt x="0" y="457200"/>
                </a:moveTo>
                <a:lnTo>
                  <a:pt x="0" y="0"/>
                </a:lnTo>
                <a:lnTo>
                  <a:pt x="4013200" y="0"/>
                </a:lnTo>
                <a:lnTo>
                  <a:pt x="4013200" y="429377"/>
                </a:lnTo>
              </a:path>
            </a:pathLst>
          </a:custGeom>
          <a:noFill/>
          <a:ln w="19050">
            <a:solidFill>
              <a:schemeClr val="bg1">
                <a:lumMod val="75000"/>
              </a:schemeClr>
            </a:solidFill>
            <a:prstDash val="solid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26941" dir="2700000" algn="ctr" rotWithShape="0">
                    <a:srgbClr val="BDBDBD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3B49835C-B0E5-FDF1-42E0-9B66028FB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7972" y="3055578"/>
            <a:ext cx="1954061" cy="24622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 defTabSz="954887"/>
            <a:r>
              <a:rPr lang="ko-KR" altLang="en-US" sz="1600" b="1" spc="-100" dirty="0">
                <a:latin typeface="맑은 고딕" panose="020B0503020000020004" pitchFamily="50" charset="-127"/>
                <a:ea typeface="맑은 고딕" panose="020B0503020000020004" pitchFamily="50" charset="-127"/>
                <a:cs typeface="ollehche_v2" panose="02020603020101020101" pitchFamily="18" charset="-127"/>
              </a:rPr>
              <a:t>｜   유지관리 전략   ｜</a:t>
            </a:r>
          </a:p>
        </p:txBody>
      </p:sp>
      <p:sp>
        <p:nvSpPr>
          <p:cNvPr id="281" name="타원 90">
            <a:extLst>
              <a:ext uri="{FF2B5EF4-FFF2-40B4-BE49-F238E27FC236}">
                <a16:creationId xmlns:a16="http://schemas.microsoft.com/office/drawing/2014/main" id="{E326614D-9ED7-D2F5-23C3-BC84D9AB6150}"/>
              </a:ext>
            </a:extLst>
          </p:cNvPr>
          <p:cNvSpPr/>
          <p:nvPr/>
        </p:nvSpPr>
        <p:spPr>
          <a:xfrm>
            <a:off x="1879588" y="3178977"/>
            <a:ext cx="108000" cy="108000"/>
          </a:xfrm>
          <a:prstGeom prst="ellipse">
            <a:avLst/>
          </a:prstGeom>
          <a:solidFill>
            <a:srgbClr val="99D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2" name="타원 1">
            <a:extLst>
              <a:ext uri="{FF2B5EF4-FFF2-40B4-BE49-F238E27FC236}">
                <a16:creationId xmlns:a16="http://schemas.microsoft.com/office/drawing/2014/main" id="{3CBE7A4C-DD3E-C051-D7F4-3846C6064B1A}"/>
              </a:ext>
            </a:extLst>
          </p:cNvPr>
          <p:cNvSpPr/>
          <p:nvPr/>
        </p:nvSpPr>
        <p:spPr>
          <a:xfrm>
            <a:off x="7932493" y="3178977"/>
            <a:ext cx="108000" cy="108000"/>
          </a:xfrm>
          <a:prstGeom prst="ellipse">
            <a:avLst/>
          </a:prstGeom>
          <a:solidFill>
            <a:srgbClr val="99D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9" name="타원 100">
            <a:extLst>
              <a:ext uri="{FF2B5EF4-FFF2-40B4-BE49-F238E27FC236}">
                <a16:creationId xmlns:a16="http://schemas.microsoft.com/office/drawing/2014/main" id="{3EC79F1C-2A3B-CAA2-7DD6-4A1FB0332098}"/>
              </a:ext>
            </a:extLst>
          </p:cNvPr>
          <p:cNvSpPr/>
          <p:nvPr/>
        </p:nvSpPr>
        <p:spPr bwMode="auto">
          <a:xfrm>
            <a:off x="896602" y="3357736"/>
            <a:ext cx="1980000" cy="1655784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bg1">
                <a:lumMod val="75000"/>
                <a:alpha val="50000"/>
              </a:schemeClr>
            </a:solidFill>
          </a:ln>
          <a:effectLst>
            <a:outerShdw blurRad="127000" dist="127000" dir="2700000" algn="tl" rotWithShape="0">
              <a:schemeClr val="bg1">
                <a:lumMod val="75000"/>
                <a:alpha val="15000"/>
              </a:schemeClr>
            </a:outerShdw>
          </a:effectLst>
        </p:spPr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0" name="타원 101">
            <a:extLst>
              <a:ext uri="{FF2B5EF4-FFF2-40B4-BE49-F238E27FC236}">
                <a16:creationId xmlns:a16="http://schemas.microsoft.com/office/drawing/2014/main" id="{5D19BCB4-5F89-45B9-72F0-708F43442D0B}"/>
              </a:ext>
            </a:extLst>
          </p:cNvPr>
          <p:cNvSpPr/>
          <p:nvPr/>
        </p:nvSpPr>
        <p:spPr bwMode="auto">
          <a:xfrm>
            <a:off x="2941925" y="3357736"/>
            <a:ext cx="1980000" cy="1655784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bg1">
                <a:lumMod val="75000"/>
                <a:alpha val="50000"/>
              </a:schemeClr>
            </a:solidFill>
          </a:ln>
          <a:effectLst>
            <a:outerShdw blurRad="127000" dist="127000" dir="2700000" algn="tl" rotWithShape="0">
              <a:schemeClr val="bg1">
                <a:lumMod val="75000"/>
                <a:alpha val="15000"/>
              </a:schemeClr>
            </a:outerShdw>
          </a:effectLst>
        </p:spPr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1" name="타원 102">
            <a:extLst>
              <a:ext uri="{FF2B5EF4-FFF2-40B4-BE49-F238E27FC236}">
                <a16:creationId xmlns:a16="http://schemas.microsoft.com/office/drawing/2014/main" id="{A489E3B3-8026-1C77-5D88-F1E6FF34A1A9}"/>
              </a:ext>
            </a:extLst>
          </p:cNvPr>
          <p:cNvSpPr/>
          <p:nvPr/>
        </p:nvSpPr>
        <p:spPr bwMode="auto">
          <a:xfrm>
            <a:off x="4987248" y="3357736"/>
            <a:ext cx="1980000" cy="1655784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bg1">
                <a:lumMod val="75000"/>
                <a:alpha val="50000"/>
              </a:schemeClr>
            </a:solidFill>
          </a:ln>
          <a:effectLst>
            <a:outerShdw blurRad="127000" dist="127000" dir="2700000" algn="tl" rotWithShape="0">
              <a:schemeClr val="bg1">
                <a:lumMod val="75000"/>
                <a:alpha val="15000"/>
              </a:schemeClr>
            </a:outerShdw>
          </a:effectLst>
        </p:spPr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2" name="양쪽 모서리가 둥근 사각형 95">
            <a:extLst>
              <a:ext uri="{FF2B5EF4-FFF2-40B4-BE49-F238E27FC236}">
                <a16:creationId xmlns:a16="http://schemas.microsoft.com/office/drawing/2014/main" id="{823EEEC9-96EF-B034-02CC-999CD6B01381}"/>
              </a:ext>
            </a:extLst>
          </p:cNvPr>
          <p:cNvSpPr>
            <a:spLocks noChangeArrowheads="1"/>
          </p:cNvSpPr>
          <p:nvPr/>
        </p:nvSpPr>
        <p:spPr bwMode="gray">
          <a:xfrm>
            <a:off x="5275818" y="3553701"/>
            <a:ext cx="1404000" cy="6463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 latinLnBrk="0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유지보수 체계 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및 조직구성 운영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3" name="양쪽 모서리가 둥근 사각형 95">
            <a:extLst>
              <a:ext uri="{FF2B5EF4-FFF2-40B4-BE49-F238E27FC236}">
                <a16:creationId xmlns:a16="http://schemas.microsoft.com/office/drawing/2014/main" id="{533F9880-2F3B-FC03-8BE1-54E1D9B9BF2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315620" y="3661423"/>
            <a:ext cx="114158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 latinLnBrk="0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검수 후 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latinLnBrk="0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안정화 지원</a:t>
            </a:r>
          </a:p>
        </p:txBody>
      </p:sp>
      <p:sp>
        <p:nvSpPr>
          <p:cNvPr id="294" name="양쪽 모서리가 둥근 사각형 95">
            <a:extLst>
              <a:ext uri="{FF2B5EF4-FFF2-40B4-BE49-F238E27FC236}">
                <a16:creationId xmlns:a16="http://schemas.microsoft.com/office/drawing/2014/main" id="{E31E3BB6-0CA0-9723-041D-768E4928C7D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59981" y="3661423"/>
            <a:ext cx="113785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 latinLnBrk="0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신속한 지원체계 운영</a:t>
            </a:r>
          </a:p>
        </p:txBody>
      </p:sp>
      <p:sp>
        <p:nvSpPr>
          <p:cNvPr id="295" name="타원 114">
            <a:extLst>
              <a:ext uri="{FF2B5EF4-FFF2-40B4-BE49-F238E27FC236}">
                <a16:creationId xmlns:a16="http://schemas.microsoft.com/office/drawing/2014/main" id="{7A8D81FA-2512-2D16-0EEA-B1CEE3F87097}"/>
              </a:ext>
            </a:extLst>
          </p:cNvPr>
          <p:cNvSpPr/>
          <p:nvPr/>
        </p:nvSpPr>
        <p:spPr bwMode="auto">
          <a:xfrm>
            <a:off x="7032571" y="3357736"/>
            <a:ext cx="1980000" cy="1655784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bg1">
                <a:lumMod val="75000"/>
                <a:alpha val="50000"/>
              </a:schemeClr>
            </a:solidFill>
          </a:ln>
          <a:effectLst>
            <a:outerShdw blurRad="127000" dist="127000" dir="2700000" algn="tl" rotWithShape="0">
              <a:schemeClr val="bg1">
                <a:lumMod val="75000"/>
                <a:alpha val="15000"/>
              </a:schemeClr>
            </a:outerShdw>
          </a:effectLst>
        </p:spPr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6" name="양쪽 모서리가 둥근 사각형 95">
            <a:extLst>
              <a:ext uri="{FF2B5EF4-FFF2-40B4-BE49-F238E27FC236}">
                <a16:creationId xmlns:a16="http://schemas.microsoft.com/office/drawing/2014/main" id="{C60FBC44-09D7-2F87-5216-0A82BFB2EB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52914" y="3661423"/>
            <a:ext cx="113785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 latinLnBrk="0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원격을 통한 장애 점검</a:t>
            </a:r>
          </a:p>
        </p:txBody>
      </p:sp>
      <p:cxnSp>
        <p:nvCxnSpPr>
          <p:cNvPr id="297" name="직선 연결선 106">
            <a:extLst>
              <a:ext uri="{FF2B5EF4-FFF2-40B4-BE49-F238E27FC236}">
                <a16:creationId xmlns:a16="http://schemas.microsoft.com/office/drawing/2014/main" id="{1B0AD12A-5054-C08B-6429-E0119D8C0204}"/>
              </a:ext>
            </a:extLst>
          </p:cNvPr>
          <p:cNvCxnSpPr/>
          <p:nvPr/>
        </p:nvCxnSpPr>
        <p:spPr bwMode="auto">
          <a:xfrm>
            <a:off x="946218" y="4202029"/>
            <a:ext cx="8100000" cy="0"/>
          </a:xfrm>
          <a:prstGeom prst="line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8" name="타원 109">
            <a:extLst>
              <a:ext uri="{FF2B5EF4-FFF2-40B4-BE49-F238E27FC236}">
                <a16:creationId xmlns:a16="http://schemas.microsoft.com/office/drawing/2014/main" id="{C4DA39F1-29FE-1997-C75A-CE3254A34226}"/>
              </a:ext>
            </a:extLst>
          </p:cNvPr>
          <p:cNvSpPr/>
          <p:nvPr/>
        </p:nvSpPr>
        <p:spPr>
          <a:xfrm>
            <a:off x="855723" y="4149150"/>
            <a:ext cx="108000" cy="108000"/>
          </a:xfrm>
          <a:prstGeom prst="ellipse">
            <a:avLst/>
          </a:prstGeom>
          <a:solidFill>
            <a:srgbClr val="4DB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9" name="타원 109">
            <a:extLst>
              <a:ext uri="{FF2B5EF4-FFF2-40B4-BE49-F238E27FC236}">
                <a16:creationId xmlns:a16="http://schemas.microsoft.com/office/drawing/2014/main" id="{3C7C1700-9938-6F55-75E5-A7DDED1C6143}"/>
              </a:ext>
            </a:extLst>
          </p:cNvPr>
          <p:cNvSpPr/>
          <p:nvPr/>
        </p:nvSpPr>
        <p:spPr>
          <a:xfrm>
            <a:off x="2861117" y="4149150"/>
            <a:ext cx="108000" cy="108000"/>
          </a:xfrm>
          <a:prstGeom prst="ellipse">
            <a:avLst/>
          </a:prstGeom>
          <a:solidFill>
            <a:srgbClr val="4DB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0" name="타원 109">
            <a:extLst>
              <a:ext uri="{FF2B5EF4-FFF2-40B4-BE49-F238E27FC236}">
                <a16:creationId xmlns:a16="http://schemas.microsoft.com/office/drawing/2014/main" id="{DB1D346B-8756-E001-44BE-F20E15C7966F}"/>
              </a:ext>
            </a:extLst>
          </p:cNvPr>
          <p:cNvSpPr/>
          <p:nvPr/>
        </p:nvSpPr>
        <p:spPr>
          <a:xfrm>
            <a:off x="4904611" y="4149150"/>
            <a:ext cx="108000" cy="108000"/>
          </a:xfrm>
          <a:prstGeom prst="ellipse">
            <a:avLst/>
          </a:prstGeom>
          <a:solidFill>
            <a:srgbClr val="4DB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1" name="타원 109">
            <a:extLst>
              <a:ext uri="{FF2B5EF4-FFF2-40B4-BE49-F238E27FC236}">
                <a16:creationId xmlns:a16="http://schemas.microsoft.com/office/drawing/2014/main" id="{28628896-ABB7-F4C0-F6B2-3D09ADF20648}"/>
              </a:ext>
            </a:extLst>
          </p:cNvPr>
          <p:cNvSpPr/>
          <p:nvPr/>
        </p:nvSpPr>
        <p:spPr>
          <a:xfrm>
            <a:off x="6948105" y="4149150"/>
            <a:ext cx="108000" cy="108000"/>
          </a:xfrm>
          <a:prstGeom prst="ellipse">
            <a:avLst/>
          </a:prstGeom>
          <a:solidFill>
            <a:srgbClr val="4DB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2" name="타원 109">
            <a:extLst>
              <a:ext uri="{FF2B5EF4-FFF2-40B4-BE49-F238E27FC236}">
                <a16:creationId xmlns:a16="http://schemas.microsoft.com/office/drawing/2014/main" id="{8CDD8425-2B3C-0297-F113-A8456F14CD8C}"/>
              </a:ext>
            </a:extLst>
          </p:cNvPr>
          <p:cNvSpPr/>
          <p:nvPr/>
        </p:nvSpPr>
        <p:spPr>
          <a:xfrm>
            <a:off x="8953500" y="4149150"/>
            <a:ext cx="108000" cy="108000"/>
          </a:xfrm>
          <a:prstGeom prst="ellipse">
            <a:avLst/>
          </a:prstGeom>
          <a:solidFill>
            <a:srgbClr val="4DB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04" name="그림 113">
            <a:extLst>
              <a:ext uri="{FF2B5EF4-FFF2-40B4-BE49-F238E27FC236}">
                <a16:creationId xmlns:a16="http://schemas.microsoft.com/office/drawing/2014/main" id="{6818F02A-0219-E2A7-9AEE-6E49FB689B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99" y="4378280"/>
            <a:ext cx="385697" cy="406045"/>
          </a:xfrm>
          <a:prstGeom prst="rect">
            <a:avLst/>
          </a:prstGeom>
        </p:spPr>
      </p:pic>
      <p:pic>
        <p:nvPicPr>
          <p:cNvPr id="305" name="그림 119">
            <a:extLst>
              <a:ext uri="{FF2B5EF4-FFF2-40B4-BE49-F238E27FC236}">
                <a16:creationId xmlns:a16="http://schemas.microsoft.com/office/drawing/2014/main" id="{82C69FF1-4D28-ED2C-E193-720539B73C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407" y="4378280"/>
            <a:ext cx="317836" cy="344535"/>
          </a:xfrm>
          <a:prstGeom prst="rect">
            <a:avLst/>
          </a:prstGeom>
        </p:spPr>
      </p:pic>
      <p:pic>
        <p:nvPicPr>
          <p:cNvPr id="306" name="그림 120">
            <a:extLst>
              <a:ext uri="{FF2B5EF4-FFF2-40B4-BE49-F238E27FC236}">
                <a16:creationId xmlns:a16="http://schemas.microsoft.com/office/drawing/2014/main" id="{455347D8-7BA1-BEC3-0F05-12A30FC0C9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589" y="4378280"/>
            <a:ext cx="399314" cy="439144"/>
          </a:xfrm>
          <a:prstGeom prst="rect">
            <a:avLst/>
          </a:prstGeom>
        </p:spPr>
      </p:pic>
      <p:sp>
        <p:nvSpPr>
          <p:cNvPr id="311" name="TextBox 310">
            <a:extLst>
              <a:ext uri="{FF2B5EF4-FFF2-40B4-BE49-F238E27FC236}">
                <a16:creationId xmlns:a16="http://schemas.microsoft.com/office/drawing/2014/main" id="{50ED6282-1DF7-A226-2863-B9BC9223F30C}"/>
              </a:ext>
            </a:extLst>
          </p:cNvPr>
          <p:cNvSpPr txBox="1"/>
          <p:nvPr/>
        </p:nvSpPr>
        <p:spPr>
          <a:xfrm>
            <a:off x="965960" y="5112686"/>
            <a:ext cx="1800000" cy="9618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5250" indent="-95250">
              <a:lnSpc>
                <a:spcPct val="110000"/>
              </a:lnSpc>
              <a:buClr>
                <a:srgbClr val="075261"/>
              </a:buClr>
              <a:buSzPct val="80000"/>
              <a:buFont typeface="Rix고딕 EB" pitchFamily="18" charset="-127"/>
              <a:buChar char="I"/>
              <a:defRPr sz="1000" kern="0" spc="-2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  <a:lvl2pPr marL="88900" lvl="1" indent="-88900" defTabSz="777514" fontAlgn="base" latinLnBrk="0">
              <a:spcBef>
                <a:spcPts val="2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2pPr>
          </a:lstStyle>
          <a:p>
            <a:pPr lvl="1">
              <a:spcBef>
                <a:spcPts val="100"/>
              </a:spcBef>
            </a:pPr>
            <a:r>
              <a:rPr lang="ko-KR" altLang="en-US" spc="-3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핵심인력 하자보수 지원</a:t>
            </a:r>
            <a:endParaRPr lang="en-US" altLang="ko-KR" spc="-3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Bef>
                <a:spcPts val="100"/>
              </a:spcBef>
            </a:pPr>
            <a:r>
              <a:rPr lang="ko-KR" altLang="en-US" spc="-3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전담 기술지원 하자 지원 역할</a:t>
            </a:r>
          </a:p>
          <a:p>
            <a:pPr marL="260350" lvl="1" indent="-171450">
              <a:spcBef>
                <a:spcPts val="100"/>
              </a:spcBef>
              <a:buFont typeface="Wingdings" panose="05000000000000000000" pitchFamily="2" charset="2"/>
              <a:buChar char="Ø"/>
              <a:defRPr/>
            </a:pPr>
            <a:r>
              <a:rPr kumimoji="1" lang="ko-KR" altLang="en-US" spc="-3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안정화 지원</a:t>
            </a:r>
          </a:p>
          <a:p>
            <a:pPr marL="260350" lvl="1" indent="-171450">
              <a:spcBef>
                <a:spcPts val="100"/>
              </a:spcBef>
              <a:buFont typeface="Wingdings" panose="05000000000000000000" pitchFamily="2" charset="2"/>
              <a:buChar char="Ø"/>
              <a:defRPr/>
            </a:pPr>
            <a:r>
              <a:rPr kumimoji="1" lang="ko-KR" altLang="en-US" spc="-3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제안사 지원 조직과</a:t>
            </a:r>
            <a:br>
              <a:rPr kumimoji="1" lang="ko-KR" altLang="en-US" spc="-3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1" lang="ko-KR" altLang="en-US" spc="-3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원활한 의사소통</a:t>
            </a:r>
            <a:endParaRPr kumimoji="1" lang="en-US" altLang="ko-KR" spc="-3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0F8500F3-9630-DCF5-1052-D97C389C417B}"/>
              </a:ext>
            </a:extLst>
          </p:cNvPr>
          <p:cNvSpPr txBox="1"/>
          <p:nvPr/>
        </p:nvSpPr>
        <p:spPr>
          <a:xfrm>
            <a:off x="3020955" y="5112686"/>
            <a:ext cx="1872000" cy="11028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5250" indent="-95250">
              <a:lnSpc>
                <a:spcPct val="110000"/>
              </a:lnSpc>
              <a:buClr>
                <a:srgbClr val="075261"/>
              </a:buClr>
              <a:buSzPct val="80000"/>
              <a:buFont typeface="Rix고딕 EB" pitchFamily="18" charset="-127"/>
              <a:buChar char="I"/>
              <a:defRPr sz="1000" kern="0" spc="-2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  <a:lvl2pPr marL="88900" lvl="1" indent="-88900" defTabSz="777514" fontAlgn="base" latinLnBrk="0">
              <a:spcBef>
                <a:spcPts val="2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2pPr>
          </a:lstStyle>
          <a:p>
            <a:pPr lvl="1">
              <a:spcBef>
                <a:spcPts val="100"/>
              </a:spcBef>
            </a:pPr>
            <a:r>
              <a:rPr lang="ko-KR" altLang="en-US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수행사 전담 기술지원 부서 및 솔루션 담당자의 지속적인 지원</a:t>
            </a:r>
          </a:p>
          <a:p>
            <a:pPr lvl="1">
              <a:spcBef>
                <a:spcPts val="100"/>
              </a:spcBef>
            </a:pPr>
            <a:r>
              <a:rPr lang="ko-KR" altLang="en-US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신속한 비상연락 지원체계 구축</a:t>
            </a:r>
          </a:p>
          <a:p>
            <a:pPr lvl="1">
              <a:spcBef>
                <a:spcPts val="100"/>
              </a:spcBef>
            </a:pPr>
            <a:r>
              <a:rPr lang="ko-KR" altLang="en-US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지원태세 유지를 위한 비상연락체계 유지 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01D5A831-4ADA-25E2-76EB-E1C3FCB6C8B1}"/>
              </a:ext>
            </a:extLst>
          </p:cNvPr>
          <p:cNvSpPr txBox="1"/>
          <p:nvPr/>
        </p:nvSpPr>
        <p:spPr>
          <a:xfrm>
            <a:off x="5038870" y="5112686"/>
            <a:ext cx="1980000" cy="9618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5250" indent="-95250">
              <a:lnSpc>
                <a:spcPct val="110000"/>
              </a:lnSpc>
              <a:buClr>
                <a:srgbClr val="075261"/>
              </a:buClr>
              <a:buSzPct val="80000"/>
              <a:buFont typeface="Rix고딕 EB" pitchFamily="18" charset="-127"/>
              <a:buChar char="I"/>
              <a:defRPr sz="1000" kern="0" spc="-2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  <a:lvl2pPr marL="88900" lvl="1" indent="-88900" defTabSz="777514" fontAlgn="base" latinLnBrk="0">
              <a:spcBef>
                <a:spcPts val="2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2pPr>
          </a:lstStyle>
          <a:p>
            <a:pPr lvl="1">
              <a:spcBef>
                <a:spcPts val="100"/>
              </a:spcBef>
            </a:pPr>
            <a:r>
              <a:rPr lang="ko-KR" altLang="en-US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완벽한 유지보수 이행을 위한 절차 정립 필요</a:t>
            </a:r>
          </a:p>
          <a:p>
            <a:pPr lvl="1">
              <a:spcBef>
                <a:spcPts val="100"/>
              </a:spcBef>
            </a:pPr>
            <a:r>
              <a:rPr lang="ko-KR" altLang="en-US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참여인력 중심 조직 구성</a:t>
            </a:r>
          </a:p>
          <a:p>
            <a:pPr lvl="1">
              <a:spcBef>
                <a:spcPts val="100"/>
              </a:spcBef>
            </a:pPr>
            <a:r>
              <a:rPr lang="ko-KR" altLang="en-US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하자보수 전담 조직 구성</a:t>
            </a:r>
            <a:endParaRPr lang="en-US" altLang="ko-KR" spc="-3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Bef>
                <a:spcPts val="100"/>
              </a:spcBef>
            </a:pPr>
            <a:r>
              <a:rPr lang="en-US" altLang="ko-KR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lang="en-US" altLang="ko-KR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/2</a:t>
            </a:r>
            <a:r>
              <a:rPr lang="ko-KR" altLang="en-US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</a:t>
            </a:r>
            <a:r>
              <a:rPr lang="en-US" altLang="ko-KR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/3</a:t>
            </a:r>
            <a:r>
              <a:rPr lang="ko-KR" altLang="en-US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병렬적 유지보수 체계 구성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F66A308D-7369-1A97-47C0-63CD0486F057}"/>
              </a:ext>
            </a:extLst>
          </p:cNvPr>
          <p:cNvSpPr txBox="1"/>
          <p:nvPr/>
        </p:nvSpPr>
        <p:spPr>
          <a:xfrm>
            <a:off x="7187218" y="5074585"/>
            <a:ext cx="2088000" cy="12311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5250" indent="-95250">
              <a:lnSpc>
                <a:spcPct val="110000"/>
              </a:lnSpc>
              <a:buClr>
                <a:srgbClr val="075261"/>
              </a:buClr>
              <a:buSzPct val="80000"/>
              <a:buFont typeface="Rix고딕 EB" pitchFamily="18" charset="-127"/>
              <a:buChar char="I"/>
              <a:defRPr sz="1000" kern="0" spc="-2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  <a:lvl2pPr marL="88900" lvl="1" indent="-88900" defTabSz="777514" fontAlgn="base" latinLnBrk="0">
              <a:spcBef>
                <a:spcPts val="2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2pPr>
          </a:lstStyle>
          <a:p>
            <a:pPr lvl="1">
              <a:spcBef>
                <a:spcPts val="0"/>
              </a:spcBef>
            </a:pPr>
            <a:r>
              <a:rPr lang="ko-KR" altLang="en-US" spc="-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원격지원</a:t>
            </a:r>
          </a:p>
          <a:p>
            <a:pPr marL="260350" lvl="1" indent="-171450"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1" lang="ko-KR" altLang="en-US" spc="-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장애발생 방지</a:t>
            </a:r>
          </a:p>
          <a:p>
            <a:pPr marL="260350" lvl="1" indent="-171450"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1" lang="ko-KR" altLang="en-US" spc="-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상태 파악</a:t>
            </a:r>
          </a:p>
          <a:p>
            <a:pPr marL="260350" lvl="1" indent="-171450"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kumimoji="1" lang="ko-KR" altLang="en-US" spc="-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무상유지관리 기간 중 최신소스 업데이트</a:t>
            </a:r>
            <a:endParaRPr lang="ko-KR" altLang="en-US" spc="-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Bef>
                <a:spcPts val="0"/>
              </a:spcBef>
            </a:pPr>
            <a:r>
              <a:rPr lang="ko-KR" altLang="en-US" spc="-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긴급 장애 시 비상연락체계를 통한 신속한 장애처리 및 복구지원</a:t>
            </a:r>
          </a:p>
        </p:txBody>
      </p:sp>
      <p:pic>
        <p:nvPicPr>
          <p:cNvPr id="315" name="그림 100">
            <a:extLst>
              <a:ext uri="{FF2B5EF4-FFF2-40B4-BE49-F238E27FC236}">
                <a16:creationId xmlns:a16="http://schemas.microsoft.com/office/drawing/2014/main" id="{E1C9E4F5-ADFD-5D59-8222-D58B490658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286" y="4378280"/>
            <a:ext cx="318817" cy="41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2157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80869-2ABE-99C1-2194-9CFF67124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9F162F4-1C8A-183B-468C-DED89A143085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안정적인 시스템 운영을 위해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장애 발생 시 표준 절차를 적용하여 신속한 장애 처리 지원을 하겠습니다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</a:p>
        </p:txBody>
      </p:sp>
      <p:sp>
        <p:nvSpPr>
          <p:cNvPr id="460" name="오각형 85">
            <a:extLst>
              <a:ext uri="{FF2B5EF4-FFF2-40B4-BE49-F238E27FC236}">
                <a16:creationId xmlns:a16="http://schemas.microsoft.com/office/drawing/2014/main" id="{B0783C80-149C-C288-C5D3-5FC1A20EA65A}"/>
              </a:ext>
            </a:extLst>
          </p:cNvPr>
          <p:cNvSpPr/>
          <p:nvPr/>
        </p:nvSpPr>
        <p:spPr>
          <a:xfrm flipV="1">
            <a:off x="650488" y="1726162"/>
            <a:ext cx="5106502" cy="4500000"/>
          </a:xfrm>
          <a:prstGeom prst="homePlate">
            <a:avLst>
              <a:gd name="adj" fmla="val 119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rgbClr val="3333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1" name="Rectangle 4">
            <a:extLst>
              <a:ext uri="{FF2B5EF4-FFF2-40B4-BE49-F238E27FC236}">
                <a16:creationId xmlns:a16="http://schemas.microsoft.com/office/drawing/2014/main" id="{B150771B-02C3-8B62-5CAA-3D00E358F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4800" y="1797405"/>
            <a:ext cx="3060000" cy="4500000"/>
          </a:xfrm>
          <a:prstGeom prst="roundRect">
            <a:avLst>
              <a:gd name="adj" fmla="val 1759"/>
            </a:avLst>
          </a:prstGeom>
          <a:solidFill>
            <a:schemeClr val="bg1">
              <a:lumMod val="95000"/>
            </a:schemeClr>
          </a:solidFill>
          <a:ln w="6350" algn="ctr">
            <a:noFill/>
            <a:miter lim="800000"/>
            <a:headEnd/>
            <a:tailEnd/>
          </a:ln>
          <a:effectLst/>
        </p:spPr>
        <p:txBody>
          <a:bodyPr lIns="72000" tIns="324000" rIns="36000" bIns="36000" anchor="t" anchorCtr="0"/>
          <a:lstStyle/>
          <a:p>
            <a:pPr marL="88900" marR="0" lvl="0" indent="-88900" defTabSz="777514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80808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2" name="LcShp 28" descr="어두운 상향 대각선">
            <a:extLst>
              <a:ext uri="{FF2B5EF4-FFF2-40B4-BE49-F238E27FC236}">
                <a16:creationId xmlns:a16="http://schemas.microsoft.com/office/drawing/2014/main" id="{E669C3DB-6262-AE8B-A4E7-C5D4CC971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4800" y="1700807"/>
            <a:ext cx="3060000" cy="324000"/>
          </a:xfrm>
          <a:prstGeom prst="round2SameRect">
            <a:avLst/>
          </a:prstGeom>
          <a:solidFill>
            <a:srgbClr val="0032A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36000" tIns="36000" rIns="36000" bIns="36000" rtlCol="0" anchor="ctr"/>
          <a:lstStyle/>
          <a:p>
            <a:pPr marL="0" marR="0" lvl="1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장애 처리 활동수행</a:t>
            </a:r>
          </a:p>
        </p:txBody>
      </p:sp>
      <p:grpSp>
        <p:nvGrpSpPr>
          <p:cNvPr id="463" name="그룹 462">
            <a:extLst>
              <a:ext uri="{FF2B5EF4-FFF2-40B4-BE49-F238E27FC236}">
                <a16:creationId xmlns:a16="http://schemas.microsoft.com/office/drawing/2014/main" id="{50A13F5E-7A10-F237-3C7A-E2FB387E7B59}"/>
              </a:ext>
            </a:extLst>
          </p:cNvPr>
          <p:cNvGrpSpPr/>
          <p:nvPr/>
        </p:nvGrpSpPr>
        <p:grpSpPr>
          <a:xfrm>
            <a:off x="6089203" y="2095199"/>
            <a:ext cx="1110747" cy="153888"/>
            <a:chOff x="5280101" y="3316227"/>
            <a:chExt cx="762064" cy="153888"/>
          </a:xfrm>
        </p:grpSpPr>
        <p:grpSp>
          <p:nvGrpSpPr>
            <p:cNvPr id="464" name="그룹 463">
              <a:extLst>
                <a:ext uri="{FF2B5EF4-FFF2-40B4-BE49-F238E27FC236}">
                  <a16:creationId xmlns:a16="http://schemas.microsoft.com/office/drawing/2014/main" id="{AFEEE030-F471-4F2D-6846-A92B451C12A7}"/>
                </a:ext>
              </a:extLst>
            </p:cNvPr>
            <p:cNvGrpSpPr/>
            <p:nvPr/>
          </p:nvGrpSpPr>
          <p:grpSpPr>
            <a:xfrm>
              <a:off x="5280101" y="3317284"/>
              <a:ext cx="151572" cy="151774"/>
              <a:chOff x="10704917" y="3476042"/>
              <a:chExt cx="151572" cy="151774"/>
            </a:xfrm>
          </p:grpSpPr>
          <p:pic>
            <p:nvPicPr>
              <p:cNvPr id="466" name="그림 43">
                <a:extLst>
                  <a:ext uri="{FF2B5EF4-FFF2-40B4-BE49-F238E27FC236}">
                    <a16:creationId xmlns:a16="http://schemas.microsoft.com/office/drawing/2014/main" id="{5152FFD1-74AB-46EC-BA66-248B196ECC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4917" y="3476042"/>
                <a:ext cx="151572" cy="1517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51C99FDF-A69E-48EC-9F65-F2FE4DB1B484}"/>
                  </a:ext>
                </a:extLst>
              </p:cNvPr>
              <p:cNvSpPr txBox="1"/>
              <p:nvPr/>
            </p:nvSpPr>
            <p:spPr bwMode="auto">
              <a:xfrm>
                <a:off x="10758706" y="3482682"/>
                <a:ext cx="43992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914400">
                  <a:defRPr/>
                </a:pPr>
                <a:r>
                  <a:rPr lang="en-US" altLang="ko-KR" sz="900" dirty="0"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</a:t>
                </a:r>
                <a:endParaRPr lang="ko-KR" altLang="en-US" sz="900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465" name="Text Box 40">
              <a:extLst>
                <a:ext uri="{FF2B5EF4-FFF2-40B4-BE49-F238E27FC236}">
                  <a16:creationId xmlns:a16="http://schemas.microsoft.com/office/drawing/2014/main" id="{D484E1F5-93AA-5698-FBDE-67AF2225EB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3471" y="3316227"/>
              <a:ext cx="55869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spAutoFit/>
            </a:bodyPr>
            <a:lstStyle>
              <a:defPPr>
                <a:defRPr lang="ko-KR"/>
              </a:defPPr>
              <a:lvl1pPr algn="ctr" latinLnBrk="0">
                <a:spcBef>
                  <a:spcPts val="0"/>
                </a:spcBef>
                <a:spcAft>
                  <a:spcPts val="0"/>
                </a:spcAft>
                <a:defRPr sz="1000" spc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algn="l" defTabSz="914400"/>
              <a:r>
                <a:rPr lang="ko-KR" altLang="en-US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장애내용 접수</a:t>
              </a:r>
            </a:p>
          </p:txBody>
        </p:sp>
      </p:grpSp>
      <p:grpSp>
        <p:nvGrpSpPr>
          <p:cNvPr id="468" name="그룹 467">
            <a:extLst>
              <a:ext uri="{FF2B5EF4-FFF2-40B4-BE49-F238E27FC236}">
                <a16:creationId xmlns:a16="http://schemas.microsoft.com/office/drawing/2014/main" id="{3EEC0666-D645-EC73-A756-934090F67377}"/>
              </a:ext>
            </a:extLst>
          </p:cNvPr>
          <p:cNvGrpSpPr/>
          <p:nvPr/>
        </p:nvGrpSpPr>
        <p:grpSpPr>
          <a:xfrm>
            <a:off x="6089203" y="2506137"/>
            <a:ext cx="2560273" cy="539600"/>
            <a:chOff x="5256001" y="3316227"/>
            <a:chExt cx="1756559" cy="539600"/>
          </a:xfrm>
        </p:grpSpPr>
        <p:grpSp>
          <p:nvGrpSpPr>
            <p:cNvPr id="469" name="그룹 468">
              <a:extLst>
                <a:ext uri="{FF2B5EF4-FFF2-40B4-BE49-F238E27FC236}">
                  <a16:creationId xmlns:a16="http://schemas.microsoft.com/office/drawing/2014/main" id="{FA9D1717-8714-BE4F-95C9-4E44444C0F7F}"/>
                </a:ext>
              </a:extLst>
            </p:cNvPr>
            <p:cNvGrpSpPr/>
            <p:nvPr/>
          </p:nvGrpSpPr>
          <p:grpSpPr>
            <a:xfrm>
              <a:off x="5256001" y="3316227"/>
              <a:ext cx="931433" cy="153888"/>
              <a:chOff x="5280101" y="3316227"/>
              <a:chExt cx="931433" cy="153888"/>
            </a:xfrm>
          </p:grpSpPr>
          <p:grpSp>
            <p:nvGrpSpPr>
              <p:cNvPr id="471" name="그룹 470">
                <a:extLst>
                  <a:ext uri="{FF2B5EF4-FFF2-40B4-BE49-F238E27FC236}">
                    <a16:creationId xmlns:a16="http://schemas.microsoft.com/office/drawing/2014/main" id="{490C06BA-BE25-63FA-3A52-5DB9C140DE94}"/>
                  </a:ext>
                </a:extLst>
              </p:cNvPr>
              <p:cNvGrpSpPr/>
              <p:nvPr/>
            </p:nvGrpSpPr>
            <p:grpSpPr>
              <a:xfrm>
                <a:off x="5280101" y="3317284"/>
                <a:ext cx="151572" cy="151774"/>
                <a:chOff x="10704917" y="3476042"/>
                <a:chExt cx="151572" cy="151774"/>
              </a:xfrm>
            </p:grpSpPr>
            <p:pic>
              <p:nvPicPr>
                <p:cNvPr id="473" name="그림 43">
                  <a:extLst>
                    <a:ext uri="{FF2B5EF4-FFF2-40B4-BE49-F238E27FC236}">
                      <a16:creationId xmlns:a16="http://schemas.microsoft.com/office/drawing/2014/main" id="{B5AE858C-2109-070C-4B8C-87D5B61C508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rightnessContrast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704917" y="3476042"/>
                  <a:ext cx="151572" cy="1517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74" name="TextBox 473">
                  <a:extLst>
                    <a:ext uri="{FF2B5EF4-FFF2-40B4-BE49-F238E27FC236}">
                      <a16:creationId xmlns:a16="http://schemas.microsoft.com/office/drawing/2014/main" id="{648496B2-7405-7BA2-27A6-884E39C5C67D}"/>
                    </a:ext>
                  </a:extLst>
                </p:cNvPr>
                <p:cNvSpPr txBox="1"/>
                <p:nvPr/>
              </p:nvSpPr>
              <p:spPr bwMode="auto">
                <a:xfrm>
                  <a:off x="10758706" y="3482682"/>
                  <a:ext cx="43992" cy="1384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 defTabSz="914400">
                    <a:defRPr/>
                  </a:pPr>
                  <a:r>
                    <a:rPr lang="en-US" altLang="ko-KR" sz="900">
                      <a:solidFill>
                        <a:prstClr val="white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2</a:t>
                  </a:r>
                  <a:endParaRPr lang="ko-KR" altLang="en-US" sz="900" dirty="0"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472" name="Text Box 40">
                <a:extLst>
                  <a:ext uri="{FF2B5EF4-FFF2-40B4-BE49-F238E27FC236}">
                    <a16:creationId xmlns:a16="http://schemas.microsoft.com/office/drawing/2014/main" id="{75AD47D9-7A66-655C-DDC6-6FABE70F24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83471" y="3316227"/>
                <a:ext cx="728063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ko-KR"/>
                </a:defPPr>
                <a:lvl1pPr algn="ctr" latinLnBrk="0">
                  <a:spcBef>
                    <a:spcPts val="0"/>
                  </a:spcBef>
                  <a:spcAft>
                    <a:spcPts val="0"/>
                  </a:spcAft>
                  <a:defRPr sz="1000" spc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defRPr>
                </a:lvl1pPr>
              </a:lstStyle>
              <a:p>
                <a:pPr algn="l" defTabSz="914400"/>
                <a:r>
                  <a:rPr lang="ko-KR" altLang="en-US" b="1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장애내용 </a:t>
                </a:r>
                <a:r>
                  <a:rPr lang="en-US" altLang="ko-KR" b="1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</a:t>
                </a:r>
                <a:r>
                  <a:rPr lang="ko-KR" altLang="en-US" b="1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차 처리</a:t>
                </a:r>
              </a:p>
            </p:txBody>
          </p:sp>
        </p:grpSp>
        <p:sp>
          <p:nvSpPr>
            <p:cNvPr id="470" name="Rectangle 188">
              <a:extLst>
                <a:ext uri="{FF2B5EF4-FFF2-40B4-BE49-F238E27FC236}">
                  <a16:creationId xmlns:a16="http://schemas.microsoft.com/office/drawing/2014/main" id="{09076F7F-B2A3-DBF0-C23B-ECF77094F42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357662" y="3522402"/>
              <a:ext cx="1654898" cy="33342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171450" lvl="1" indent="-171450" defTabSz="777514" fontAlgn="base">
                <a:spcBef>
                  <a:spcPts val="2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90000"/>
                <a:buFont typeface="Wingdings" panose="05000000000000000000" pitchFamily="2" charset="2"/>
                <a:buChar char="Ø"/>
                <a:tabLst>
                  <a:tab pos="4981823" algn="l"/>
                </a:tabLst>
                <a:defRPr/>
              </a:pPr>
              <a:r>
                <a:rPr kumimoji="1" lang="ko-KR" altLang="en-US" sz="1000" spc="-3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자체해결 가능한 장애는 바로 조치 </a:t>
              </a:r>
            </a:p>
            <a:p>
              <a:pPr marL="171450" lvl="1" indent="-171450" defTabSz="777514" fontAlgn="base">
                <a:spcBef>
                  <a:spcPts val="2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90000"/>
                <a:buFont typeface="Wingdings" panose="05000000000000000000" pitchFamily="2" charset="2"/>
                <a:buChar char="Ø"/>
                <a:tabLst>
                  <a:tab pos="4981823" algn="l"/>
                </a:tabLst>
                <a:defRPr/>
              </a:pPr>
              <a:r>
                <a:rPr kumimoji="1" lang="ko-KR" altLang="en-US" sz="1000" spc="-3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조치사항 관리와 유형분석</a:t>
              </a:r>
              <a:r>
                <a:rPr kumimoji="1" lang="en-US" altLang="ko-KR" sz="1000" spc="-3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kumimoji="1" lang="ko-KR" altLang="en-US" sz="1000" spc="-3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사전예방</a:t>
              </a:r>
            </a:p>
          </p:txBody>
        </p:sp>
      </p:grpSp>
      <p:grpSp>
        <p:nvGrpSpPr>
          <p:cNvPr id="475" name="그룹 474">
            <a:extLst>
              <a:ext uri="{FF2B5EF4-FFF2-40B4-BE49-F238E27FC236}">
                <a16:creationId xmlns:a16="http://schemas.microsoft.com/office/drawing/2014/main" id="{421F695F-59EF-DEF7-0D45-01B59893F3FD}"/>
              </a:ext>
            </a:extLst>
          </p:cNvPr>
          <p:cNvGrpSpPr/>
          <p:nvPr/>
        </p:nvGrpSpPr>
        <p:grpSpPr>
          <a:xfrm>
            <a:off x="6089203" y="3284984"/>
            <a:ext cx="1357610" cy="153888"/>
            <a:chOff x="5280101" y="3316227"/>
            <a:chExt cx="931433" cy="153888"/>
          </a:xfrm>
        </p:grpSpPr>
        <p:grpSp>
          <p:nvGrpSpPr>
            <p:cNvPr id="476" name="그룹 475">
              <a:extLst>
                <a:ext uri="{FF2B5EF4-FFF2-40B4-BE49-F238E27FC236}">
                  <a16:creationId xmlns:a16="http://schemas.microsoft.com/office/drawing/2014/main" id="{CCA9B381-F6BF-B701-D78D-A90937763288}"/>
                </a:ext>
              </a:extLst>
            </p:cNvPr>
            <p:cNvGrpSpPr/>
            <p:nvPr/>
          </p:nvGrpSpPr>
          <p:grpSpPr>
            <a:xfrm>
              <a:off x="5280101" y="3317284"/>
              <a:ext cx="151572" cy="151774"/>
              <a:chOff x="10704917" y="3476042"/>
              <a:chExt cx="151572" cy="151774"/>
            </a:xfrm>
          </p:grpSpPr>
          <p:pic>
            <p:nvPicPr>
              <p:cNvPr id="478" name="그림 43">
                <a:extLst>
                  <a:ext uri="{FF2B5EF4-FFF2-40B4-BE49-F238E27FC236}">
                    <a16:creationId xmlns:a16="http://schemas.microsoft.com/office/drawing/2014/main" id="{4C9B1099-5123-F492-FD22-2301223033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4917" y="3476042"/>
                <a:ext cx="151572" cy="1517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79" name="TextBox 478">
                <a:extLst>
                  <a:ext uri="{FF2B5EF4-FFF2-40B4-BE49-F238E27FC236}">
                    <a16:creationId xmlns:a16="http://schemas.microsoft.com/office/drawing/2014/main" id="{D8729920-BEA2-7F5E-AB47-11B974C1D1C8}"/>
                  </a:ext>
                </a:extLst>
              </p:cNvPr>
              <p:cNvSpPr txBox="1"/>
              <p:nvPr/>
            </p:nvSpPr>
            <p:spPr bwMode="auto">
              <a:xfrm>
                <a:off x="10758706" y="3482682"/>
                <a:ext cx="43992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914400">
                  <a:defRPr/>
                </a:pPr>
                <a:r>
                  <a:rPr lang="en-US" altLang="ko-KR" sz="900"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3</a:t>
                </a:r>
                <a:endParaRPr lang="ko-KR" altLang="en-US" sz="900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477" name="Text Box 40">
              <a:extLst>
                <a:ext uri="{FF2B5EF4-FFF2-40B4-BE49-F238E27FC236}">
                  <a16:creationId xmlns:a16="http://schemas.microsoft.com/office/drawing/2014/main" id="{BB5C0503-D047-F325-F1D1-C42B3B9675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3471" y="3316227"/>
              <a:ext cx="728063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spAutoFit/>
            </a:bodyPr>
            <a:lstStyle>
              <a:defPPr>
                <a:defRPr lang="ko-KR"/>
              </a:defPPr>
              <a:lvl1pPr algn="ctr" latinLnBrk="0">
                <a:spcBef>
                  <a:spcPts val="0"/>
                </a:spcBef>
                <a:spcAft>
                  <a:spcPts val="0"/>
                </a:spcAft>
                <a:defRPr sz="1000" spc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algn="l" defTabSz="914400"/>
              <a:r>
                <a:rPr lang="ko-KR" altLang="en-US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장애내용 </a:t>
              </a:r>
              <a:r>
                <a:rPr lang="en-US" altLang="ko-KR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 처리</a:t>
              </a:r>
            </a:p>
          </p:txBody>
        </p:sp>
      </p:grpSp>
      <p:sp>
        <p:nvSpPr>
          <p:cNvPr id="480" name="Rectangle 188">
            <a:extLst>
              <a:ext uri="{FF2B5EF4-FFF2-40B4-BE49-F238E27FC236}">
                <a16:creationId xmlns:a16="http://schemas.microsoft.com/office/drawing/2014/main" id="{9907E35E-7323-EFB1-6961-903CF2E8DC3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37379" y="3491159"/>
            <a:ext cx="2505403" cy="487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171450" lvl="1" indent="-171450" defTabSz="777514" fontAlgn="base">
              <a:spcBef>
                <a:spcPts val="200"/>
              </a:spcBef>
              <a:buClr>
                <a:prstClr val="black">
                  <a:lumMod val="65000"/>
                  <a:lumOff val="35000"/>
                </a:prstClr>
              </a:buClr>
              <a:buSzPct val="90000"/>
              <a:buFont typeface="Wingdings" panose="05000000000000000000" pitchFamily="2" charset="2"/>
              <a:buChar char="Ø"/>
              <a:tabLst>
                <a:tab pos="4981823" algn="l"/>
              </a:tabLst>
              <a:defRPr/>
            </a:pPr>
            <a:r>
              <a:rPr kumimoji="1" lang="ko-KR" altLang="en-US" sz="100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장애내용 분석 및 지원방안 검토</a:t>
            </a:r>
            <a:br>
              <a:rPr kumimoji="1" lang="en-US" altLang="ko-KR" sz="100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1" lang="en-US" altLang="ko-KR" sz="100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100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전사 기술지원 파견</a:t>
            </a:r>
            <a:r>
              <a:rPr kumimoji="1" lang="en-US" altLang="ko-KR" sz="100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71450" lvl="1" indent="-171450" defTabSz="777514" fontAlgn="base">
              <a:spcBef>
                <a:spcPts val="200"/>
              </a:spcBef>
              <a:buClr>
                <a:prstClr val="black">
                  <a:lumMod val="65000"/>
                  <a:lumOff val="35000"/>
                </a:prstClr>
              </a:buClr>
              <a:buSzPct val="90000"/>
              <a:buFont typeface="Wingdings" panose="05000000000000000000" pitchFamily="2" charset="2"/>
              <a:buChar char="Ø"/>
              <a:tabLst>
                <a:tab pos="4981823" algn="l"/>
              </a:tabLst>
              <a:defRPr/>
            </a:pPr>
            <a:r>
              <a:rPr kumimoji="1" lang="ko-KR" altLang="en-US" sz="100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조치사항 기록 및 유형 분석 </a:t>
            </a:r>
          </a:p>
        </p:txBody>
      </p:sp>
      <p:grpSp>
        <p:nvGrpSpPr>
          <p:cNvPr id="481" name="그룹 480">
            <a:extLst>
              <a:ext uri="{FF2B5EF4-FFF2-40B4-BE49-F238E27FC236}">
                <a16:creationId xmlns:a16="http://schemas.microsoft.com/office/drawing/2014/main" id="{A27CF80B-335B-E271-A731-A1B265405197}"/>
              </a:ext>
            </a:extLst>
          </p:cNvPr>
          <p:cNvGrpSpPr/>
          <p:nvPr/>
        </p:nvGrpSpPr>
        <p:grpSpPr>
          <a:xfrm>
            <a:off x="6089203" y="4190328"/>
            <a:ext cx="1357610" cy="153888"/>
            <a:chOff x="5280101" y="3316227"/>
            <a:chExt cx="931433" cy="153888"/>
          </a:xfrm>
        </p:grpSpPr>
        <p:grpSp>
          <p:nvGrpSpPr>
            <p:cNvPr id="482" name="그룹 481">
              <a:extLst>
                <a:ext uri="{FF2B5EF4-FFF2-40B4-BE49-F238E27FC236}">
                  <a16:creationId xmlns:a16="http://schemas.microsoft.com/office/drawing/2014/main" id="{7C285D62-44EA-3B3B-5450-FA605897C266}"/>
                </a:ext>
              </a:extLst>
            </p:cNvPr>
            <p:cNvGrpSpPr/>
            <p:nvPr/>
          </p:nvGrpSpPr>
          <p:grpSpPr>
            <a:xfrm>
              <a:off x="5280101" y="3317284"/>
              <a:ext cx="151572" cy="151774"/>
              <a:chOff x="10704917" y="3476042"/>
              <a:chExt cx="151572" cy="151774"/>
            </a:xfrm>
          </p:grpSpPr>
          <p:pic>
            <p:nvPicPr>
              <p:cNvPr id="484" name="그림 43">
                <a:extLst>
                  <a:ext uri="{FF2B5EF4-FFF2-40B4-BE49-F238E27FC236}">
                    <a16:creationId xmlns:a16="http://schemas.microsoft.com/office/drawing/2014/main" id="{4089B705-16FE-4648-B6A4-4B05BA20D3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4917" y="3476042"/>
                <a:ext cx="151572" cy="1517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5" name="TextBox 484">
                <a:extLst>
                  <a:ext uri="{FF2B5EF4-FFF2-40B4-BE49-F238E27FC236}">
                    <a16:creationId xmlns:a16="http://schemas.microsoft.com/office/drawing/2014/main" id="{78B8A905-1474-8F4B-B59E-F688D3374706}"/>
                  </a:ext>
                </a:extLst>
              </p:cNvPr>
              <p:cNvSpPr txBox="1"/>
              <p:nvPr/>
            </p:nvSpPr>
            <p:spPr bwMode="auto">
              <a:xfrm>
                <a:off x="10758706" y="3482682"/>
                <a:ext cx="43992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914400">
                  <a:defRPr/>
                </a:pPr>
                <a:r>
                  <a:rPr lang="en-US" altLang="ko-KR" sz="900"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</a:t>
                </a:r>
                <a:endParaRPr lang="ko-KR" altLang="en-US" sz="900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483" name="Text Box 40">
              <a:extLst>
                <a:ext uri="{FF2B5EF4-FFF2-40B4-BE49-F238E27FC236}">
                  <a16:creationId xmlns:a16="http://schemas.microsoft.com/office/drawing/2014/main" id="{E1956FCA-6C12-C585-DC33-DF65277DF0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3471" y="3316227"/>
              <a:ext cx="728063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spAutoFit/>
            </a:bodyPr>
            <a:lstStyle>
              <a:defPPr>
                <a:defRPr lang="ko-KR"/>
              </a:defPPr>
              <a:lvl1pPr algn="ctr" latinLnBrk="0">
                <a:spcBef>
                  <a:spcPts val="0"/>
                </a:spcBef>
                <a:spcAft>
                  <a:spcPts val="0"/>
                </a:spcAft>
                <a:defRPr sz="1000" spc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algn="l" defTabSz="914400"/>
              <a:r>
                <a:rPr lang="ko-KR" altLang="en-US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장애내용 </a:t>
              </a:r>
              <a:r>
                <a:rPr lang="en-US" altLang="ko-KR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r>
                <a:rPr lang="ko-KR" altLang="en-US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 처리</a:t>
              </a:r>
            </a:p>
          </p:txBody>
        </p:sp>
      </p:grpSp>
      <p:sp>
        <p:nvSpPr>
          <p:cNvPr id="486" name="Rectangle 188">
            <a:extLst>
              <a:ext uri="{FF2B5EF4-FFF2-40B4-BE49-F238E27FC236}">
                <a16:creationId xmlns:a16="http://schemas.microsoft.com/office/drawing/2014/main" id="{3E5CBD2D-966E-918F-00AC-E8C65B99A70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37379" y="4396503"/>
            <a:ext cx="2589378" cy="3334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171450" lvl="1" indent="-171450" defTabSz="777514" fontAlgn="base">
              <a:spcBef>
                <a:spcPts val="200"/>
              </a:spcBef>
              <a:buClr>
                <a:prstClr val="black">
                  <a:lumMod val="65000"/>
                  <a:lumOff val="35000"/>
                </a:prstClr>
              </a:buClr>
              <a:buSzPct val="90000"/>
              <a:buFont typeface="Wingdings" panose="05000000000000000000" pitchFamily="2" charset="2"/>
              <a:buChar char="Ø"/>
              <a:tabLst>
                <a:tab pos="4981823" algn="l"/>
              </a:tabLst>
              <a:defRPr/>
            </a:pPr>
            <a:r>
              <a:rPr kumimoji="1" lang="ko-KR" altLang="en-US" sz="100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분야 기술전문가 파견으로 문제 해결 </a:t>
            </a:r>
          </a:p>
          <a:p>
            <a:pPr marL="171450" lvl="1" indent="-171450" defTabSz="777514" fontAlgn="base">
              <a:spcBef>
                <a:spcPts val="200"/>
              </a:spcBef>
              <a:buClr>
                <a:prstClr val="black">
                  <a:lumMod val="65000"/>
                  <a:lumOff val="35000"/>
                </a:prstClr>
              </a:buClr>
              <a:buSzPct val="90000"/>
              <a:buFont typeface="Wingdings" panose="05000000000000000000" pitchFamily="2" charset="2"/>
              <a:buChar char="Ø"/>
              <a:tabLst>
                <a:tab pos="4981823" algn="l"/>
              </a:tabLst>
              <a:defRPr/>
            </a:pPr>
            <a:r>
              <a:rPr kumimoji="1" lang="ko-KR" altLang="en-US" sz="100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조치사항 기록 및 유형 분석</a:t>
            </a:r>
          </a:p>
        </p:txBody>
      </p:sp>
      <p:grpSp>
        <p:nvGrpSpPr>
          <p:cNvPr id="487" name="그룹 486">
            <a:extLst>
              <a:ext uri="{FF2B5EF4-FFF2-40B4-BE49-F238E27FC236}">
                <a16:creationId xmlns:a16="http://schemas.microsoft.com/office/drawing/2014/main" id="{4C29FEEF-3FC0-EDC3-3359-0CBC577F6494}"/>
              </a:ext>
            </a:extLst>
          </p:cNvPr>
          <p:cNvGrpSpPr/>
          <p:nvPr/>
        </p:nvGrpSpPr>
        <p:grpSpPr>
          <a:xfrm>
            <a:off x="6089203" y="4953748"/>
            <a:ext cx="1501880" cy="153888"/>
            <a:chOff x="5280101" y="3316227"/>
            <a:chExt cx="1030414" cy="153888"/>
          </a:xfrm>
        </p:grpSpPr>
        <p:grpSp>
          <p:nvGrpSpPr>
            <p:cNvPr id="488" name="그룹 487">
              <a:extLst>
                <a:ext uri="{FF2B5EF4-FFF2-40B4-BE49-F238E27FC236}">
                  <a16:creationId xmlns:a16="http://schemas.microsoft.com/office/drawing/2014/main" id="{DFC3B312-15FB-2260-9FB6-6F2B2EF23186}"/>
                </a:ext>
              </a:extLst>
            </p:cNvPr>
            <p:cNvGrpSpPr/>
            <p:nvPr/>
          </p:nvGrpSpPr>
          <p:grpSpPr>
            <a:xfrm>
              <a:off x="5280101" y="3317284"/>
              <a:ext cx="151572" cy="151774"/>
              <a:chOff x="10704917" y="3476042"/>
              <a:chExt cx="151572" cy="151774"/>
            </a:xfrm>
          </p:grpSpPr>
          <p:pic>
            <p:nvPicPr>
              <p:cNvPr id="490" name="그림 43">
                <a:extLst>
                  <a:ext uri="{FF2B5EF4-FFF2-40B4-BE49-F238E27FC236}">
                    <a16:creationId xmlns:a16="http://schemas.microsoft.com/office/drawing/2014/main" id="{9CBEA51D-AA5D-8C32-C7D8-C666F516E6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4917" y="3476042"/>
                <a:ext cx="151572" cy="1517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1" name="TextBox 490">
                <a:extLst>
                  <a:ext uri="{FF2B5EF4-FFF2-40B4-BE49-F238E27FC236}">
                    <a16:creationId xmlns:a16="http://schemas.microsoft.com/office/drawing/2014/main" id="{CADF35CB-F262-2269-4BB4-A04AE577E1F3}"/>
                  </a:ext>
                </a:extLst>
              </p:cNvPr>
              <p:cNvSpPr txBox="1"/>
              <p:nvPr/>
            </p:nvSpPr>
            <p:spPr bwMode="auto">
              <a:xfrm>
                <a:off x="10758706" y="3482682"/>
                <a:ext cx="43992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914400">
                  <a:defRPr/>
                </a:pPr>
                <a:r>
                  <a:rPr lang="en-US" altLang="ko-KR" sz="900"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5</a:t>
                </a:r>
                <a:endParaRPr lang="ko-KR" altLang="en-US" sz="900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489" name="Text Box 40">
              <a:extLst>
                <a:ext uri="{FF2B5EF4-FFF2-40B4-BE49-F238E27FC236}">
                  <a16:creationId xmlns:a16="http://schemas.microsoft.com/office/drawing/2014/main" id="{B36B6F28-5331-B456-58C1-5C1401AC7B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3471" y="3316227"/>
              <a:ext cx="82704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spAutoFit/>
            </a:bodyPr>
            <a:lstStyle>
              <a:defPPr>
                <a:defRPr lang="ko-KR"/>
              </a:defPPr>
              <a:lvl1pPr algn="ctr" latinLnBrk="0">
                <a:spcBef>
                  <a:spcPts val="0"/>
                </a:spcBef>
                <a:spcAft>
                  <a:spcPts val="0"/>
                </a:spcAft>
                <a:defRPr sz="1000" spc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algn="l" defTabSz="914400"/>
              <a:r>
                <a:rPr lang="ko-KR" altLang="en-US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장애 처리 결과 보고 </a:t>
              </a:r>
            </a:p>
          </p:txBody>
        </p:sp>
      </p:grpSp>
      <p:sp>
        <p:nvSpPr>
          <p:cNvPr id="492" name="Rectangle 188">
            <a:extLst>
              <a:ext uri="{FF2B5EF4-FFF2-40B4-BE49-F238E27FC236}">
                <a16:creationId xmlns:a16="http://schemas.microsoft.com/office/drawing/2014/main" id="{84884291-D1E2-3CC7-4652-FD43EFE71EA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37380" y="5159923"/>
            <a:ext cx="2046401" cy="153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171450" lvl="1" indent="-171450" defTabSz="777514" fontAlgn="base">
              <a:spcBef>
                <a:spcPts val="200"/>
              </a:spcBef>
              <a:buClr>
                <a:prstClr val="black">
                  <a:lumMod val="65000"/>
                  <a:lumOff val="35000"/>
                </a:prstClr>
              </a:buClr>
              <a:buSzPct val="90000"/>
              <a:buFont typeface="Wingdings" panose="05000000000000000000" pitchFamily="2" charset="2"/>
              <a:buChar char="Ø"/>
              <a:tabLst>
                <a:tab pos="4981823" algn="l"/>
              </a:tabLst>
              <a:defRPr/>
            </a:pPr>
            <a:r>
              <a:rPr kumimoji="1" lang="ko-KR" altLang="en-US" sz="100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처리결과 보고 </a:t>
            </a:r>
          </a:p>
        </p:txBody>
      </p:sp>
      <p:grpSp>
        <p:nvGrpSpPr>
          <p:cNvPr id="493" name="그룹 492">
            <a:extLst>
              <a:ext uri="{FF2B5EF4-FFF2-40B4-BE49-F238E27FC236}">
                <a16:creationId xmlns:a16="http://schemas.microsoft.com/office/drawing/2014/main" id="{1943A616-7D6F-AF1B-0D7B-EBD293B364EF}"/>
              </a:ext>
            </a:extLst>
          </p:cNvPr>
          <p:cNvGrpSpPr/>
          <p:nvPr/>
        </p:nvGrpSpPr>
        <p:grpSpPr>
          <a:xfrm>
            <a:off x="6089203" y="5532126"/>
            <a:ext cx="1501880" cy="153888"/>
            <a:chOff x="5280101" y="3316227"/>
            <a:chExt cx="1030414" cy="153888"/>
          </a:xfrm>
        </p:grpSpPr>
        <p:grpSp>
          <p:nvGrpSpPr>
            <p:cNvPr id="494" name="그룹 493">
              <a:extLst>
                <a:ext uri="{FF2B5EF4-FFF2-40B4-BE49-F238E27FC236}">
                  <a16:creationId xmlns:a16="http://schemas.microsoft.com/office/drawing/2014/main" id="{F9928AEA-B310-9DE2-5E74-FB2FFEA3AF4A}"/>
                </a:ext>
              </a:extLst>
            </p:cNvPr>
            <p:cNvGrpSpPr/>
            <p:nvPr/>
          </p:nvGrpSpPr>
          <p:grpSpPr>
            <a:xfrm>
              <a:off x="5280101" y="3317284"/>
              <a:ext cx="151572" cy="151774"/>
              <a:chOff x="10704917" y="3476042"/>
              <a:chExt cx="151572" cy="151774"/>
            </a:xfrm>
          </p:grpSpPr>
          <p:pic>
            <p:nvPicPr>
              <p:cNvPr id="496" name="그림 43">
                <a:extLst>
                  <a:ext uri="{FF2B5EF4-FFF2-40B4-BE49-F238E27FC236}">
                    <a16:creationId xmlns:a16="http://schemas.microsoft.com/office/drawing/2014/main" id="{8F681251-2399-BA4D-FB23-17E1DA34D57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04917" y="3476042"/>
                <a:ext cx="151572" cy="1517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7" name="TextBox 496">
                <a:extLst>
                  <a:ext uri="{FF2B5EF4-FFF2-40B4-BE49-F238E27FC236}">
                    <a16:creationId xmlns:a16="http://schemas.microsoft.com/office/drawing/2014/main" id="{4568DFEE-7A67-7712-B937-777F814A04A0}"/>
                  </a:ext>
                </a:extLst>
              </p:cNvPr>
              <p:cNvSpPr txBox="1"/>
              <p:nvPr/>
            </p:nvSpPr>
            <p:spPr bwMode="auto">
              <a:xfrm>
                <a:off x="10758706" y="3482682"/>
                <a:ext cx="43992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914400">
                  <a:defRPr/>
                </a:pPr>
                <a:r>
                  <a:rPr lang="en-US" altLang="ko-KR" sz="900" dirty="0"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6</a:t>
                </a:r>
                <a:endParaRPr lang="ko-KR" altLang="en-US" sz="900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495" name="Text Box 40">
              <a:extLst>
                <a:ext uri="{FF2B5EF4-FFF2-40B4-BE49-F238E27FC236}">
                  <a16:creationId xmlns:a16="http://schemas.microsoft.com/office/drawing/2014/main" id="{E94F4289-6186-BC23-926E-6D657C38B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3471" y="3316227"/>
              <a:ext cx="82704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spAutoFit/>
            </a:bodyPr>
            <a:lstStyle>
              <a:defPPr>
                <a:defRPr lang="ko-KR"/>
              </a:defPPr>
              <a:lvl1pPr algn="ctr" latinLnBrk="0">
                <a:spcBef>
                  <a:spcPts val="0"/>
                </a:spcBef>
                <a:spcAft>
                  <a:spcPts val="0"/>
                </a:spcAft>
                <a:defRPr sz="1000" spc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</a:lstStyle>
            <a:p>
              <a:pPr algn="l" defTabSz="914400"/>
              <a:r>
                <a:rPr lang="ko-KR" altLang="en-US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장애 처리 결과 관리 </a:t>
              </a:r>
            </a:p>
          </p:txBody>
        </p:sp>
      </p:grpSp>
      <p:sp>
        <p:nvSpPr>
          <p:cNvPr id="498" name="Rectangle 188">
            <a:extLst>
              <a:ext uri="{FF2B5EF4-FFF2-40B4-BE49-F238E27FC236}">
                <a16:creationId xmlns:a16="http://schemas.microsoft.com/office/drawing/2014/main" id="{2BA2D745-D6CF-E809-0C06-EE9F9281F9F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37380" y="5738301"/>
            <a:ext cx="2046401" cy="153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171450" lvl="1" indent="-171450" defTabSz="777514" fontAlgn="base">
              <a:spcBef>
                <a:spcPts val="200"/>
              </a:spcBef>
              <a:buClr>
                <a:prstClr val="black">
                  <a:lumMod val="65000"/>
                  <a:lumOff val="35000"/>
                </a:prstClr>
              </a:buClr>
              <a:buSzPct val="90000"/>
              <a:buFont typeface="Wingdings" panose="05000000000000000000" pitchFamily="2" charset="2"/>
              <a:buChar char="Ø"/>
              <a:tabLst>
                <a:tab pos="4981823" algn="l"/>
              </a:tabLst>
              <a:defRPr/>
            </a:pPr>
            <a:r>
              <a:rPr kumimoji="1" lang="ko-KR" altLang="en-US" sz="100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처리결과 파일로 이력관리</a:t>
            </a:r>
          </a:p>
        </p:txBody>
      </p:sp>
      <p:sp>
        <p:nvSpPr>
          <p:cNvPr id="3" name="AutoShape 35">
            <a:extLst>
              <a:ext uri="{FF2B5EF4-FFF2-40B4-BE49-F238E27FC236}">
                <a16:creationId xmlns:a16="http://schemas.microsoft.com/office/drawing/2014/main" id="{7A2325E3-BF1D-4155-141A-BE83748FB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3397" y="5517232"/>
            <a:ext cx="2087688" cy="272053"/>
          </a:xfrm>
          <a:prstGeom prst="roundRect">
            <a:avLst>
              <a:gd name="adj" fmla="val 0"/>
            </a:avLst>
          </a:prstGeom>
          <a:solidFill>
            <a:sysClr val="window" lastClr="FFFFFF">
              <a:lumMod val="85000"/>
            </a:sysClr>
          </a:solidFill>
          <a:ln w="9525" algn="ctr">
            <a:solidFill>
              <a:srgbClr val="C2C2C2"/>
            </a:solidFill>
            <a:miter lim="800000"/>
            <a:headEnd/>
            <a:tailEnd/>
          </a:ln>
          <a:effectLst/>
        </p:spPr>
        <p:txBody>
          <a:bodyPr vert="horz" lIns="0" tIns="0" rIns="0" bIns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3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장애 처리 결과 보고</a:t>
            </a:r>
          </a:p>
        </p:txBody>
      </p:sp>
      <p:sp>
        <p:nvSpPr>
          <p:cNvPr id="5" name="AutoShape 36">
            <a:extLst>
              <a:ext uri="{FF2B5EF4-FFF2-40B4-BE49-F238E27FC236}">
                <a16:creationId xmlns:a16="http://schemas.microsoft.com/office/drawing/2014/main" id="{750F5649-C051-B0E1-39DF-B2EB1FF32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3397" y="5877272"/>
            <a:ext cx="2087688" cy="276827"/>
          </a:xfrm>
          <a:prstGeom prst="roundRect">
            <a:avLst>
              <a:gd name="adj" fmla="val 0"/>
            </a:avLst>
          </a:prstGeom>
          <a:solidFill>
            <a:srgbClr val="44546A">
              <a:lumMod val="40000"/>
              <a:lumOff val="60000"/>
            </a:srgbClr>
          </a:solidFill>
          <a:ln w="9525" algn="ctr">
            <a:solidFill>
              <a:srgbClr val="5B9BD5">
                <a:lumMod val="75000"/>
              </a:srgbClr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장애 처리 결과 관리</a:t>
            </a: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65275504-F29E-9C27-2063-1CCA01BEC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3664" y="4437112"/>
            <a:ext cx="115416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900" spc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pPr defTabSz="914400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</a:p>
        </p:txBody>
      </p:sp>
      <p:sp>
        <p:nvSpPr>
          <p:cNvPr id="7" name="Text Box 41">
            <a:extLst>
              <a:ext uri="{FF2B5EF4-FFF2-40B4-BE49-F238E27FC236}">
                <a16:creationId xmlns:a16="http://schemas.microsoft.com/office/drawing/2014/main" id="{1201D570-B82B-AC70-3761-E0F768D62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982" y="4462512"/>
            <a:ext cx="461665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900" spc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pPr algn="l" defTabSz="914400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장애해결</a:t>
            </a:r>
          </a:p>
        </p:txBody>
      </p:sp>
      <p:sp>
        <p:nvSpPr>
          <p:cNvPr id="8" name="Text Box 42">
            <a:extLst>
              <a:ext uri="{FF2B5EF4-FFF2-40B4-BE49-F238E27FC236}">
                <a16:creationId xmlns:a16="http://schemas.microsoft.com/office/drawing/2014/main" id="{8E76F0E1-5F6B-D7D0-803F-115FA17D5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982" y="5038576"/>
            <a:ext cx="461665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900" spc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pPr algn="l" defTabSz="914400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장애해결</a:t>
            </a:r>
          </a:p>
        </p:txBody>
      </p:sp>
      <p:sp>
        <p:nvSpPr>
          <p:cNvPr id="9" name="Text Box 43">
            <a:extLst>
              <a:ext uri="{FF2B5EF4-FFF2-40B4-BE49-F238E27FC236}">
                <a16:creationId xmlns:a16="http://schemas.microsoft.com/office/drawing/2014/main" id="{7695ABC9-DC61-3DFF-3593-9C39C2331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983" y="5718543"/>
            <a:ext cx="992259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latinLnBrk="0">
              <a:spcBef>
                <a:spcPts val="0"/>
              </a:spcBef>
              <a:spcAft>
                <a:spcPts val="0"/>
              </a:spcAft>
              <a:defRPr sz="900" spc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pPr defTabSz="914400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장애해결방안 통보</a:t>
            </a:r>
            <a:b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전화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E-mail 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0" name="Text Box 45">
            <a:extLst>
              <a:ext uri="{FF2B5EF4-FFF2-40B4-BE49-F238E27FC236}">
                <a16:creationId xmlns:a16="http://schemas.microsoft.com/office/drawing/2014/main" id="{872EA14B-8861-C710-4416-FA1AAA856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3663" y="5013176"/>
            <a:ext cx="115416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900" spc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pPr defTabSz="914400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</a:p>
        </p:txBody>
      </p:sp>
      <p:sp>
        <p:nvSpPr>
          <p:cNvPr id="11" name="Text Box 51">
            <a:extLst>
              <a:ext uri="{FF2B5EF4-FFF2-40B4-BE49-F238E27FC236}">
                <a16:creationId xmlns:a16="http://schemas.microsoft.com/office/drawing/2014/main" id="{56FD87B5-DFFC-0003-1066-F7023B89C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927" y="2041281"/>
            <a:ext cx="23316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defRPr/>
            </a:pPr>
            <a:endParaRPr lang="ko-KR" altLang="ko-KR" sz="1200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 Box 38">
            <a:extLst>
              <a:ext uri="{FF2B5EF4-FFF2-40B4-BE49-F238E27FC236}">
                <a16:creationId xmlns:a16="http://schemas.microsoft.com/office/drawing/2014/main" id="{BB4EEA45-D647-B8B2-1497-94D2E7A05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8561" y="2924944"/>
            <a:ext cx="115416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900" spc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pPr defTabSz="914400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</a:p>
        </p:txBody>
      </p:sp>
      <p:sp>
        <p:nvSpPr>
          <p:cNvPr id="13" name="Text Box 40">
            <a:extLst>
              <a:ext uri="{FF2B5EF4-FFF2-40B4-BE49-F238E27FC236}">
                <a16:creationId xmlns:a16="http://schemas.microsoft.com/office/drawing/2014/main" id="{A52C27B2-CDF0-7FFC-A5CA-A4932EA47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5439" y="3123380"/>
            <a:ext cx="461665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1000" spc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pPr defTabSz="914400"/>
            <a:r>
              <a:rPr lang="ko-KR" alt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장애해결</a:t>
            </a:r>
          </a:p>
        </p:txBody>
      </p:sp>
      <p:sp>
        <p:nvSpPr>
          <p:cNvPr id="14" name="Text Box 58">
            <a:extLst>
              <a:ext uri="{FF2B5EF4-FFF2-40B4-BE49-F238E27FC236}">
                <a16:creationId xmlns:a16="http://schemas.microsoft.com/office/drawing/2014/main" id="{FA8C20E8-9138-6044-886B-C58837EFC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4883" y="3300482"/>
            <a:ext cx="346249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1000" spc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pPr defTabSz="914400"/>
            <a:r>
              <a:rPr lang="ko-KR" alt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아니오</a:t>
            </a:r>
          </a:p>
        </p:txBody>
      </p:sp>
      <p:sp>
        <p:nvSpPr>
          <p:cNvPr id="15" name="Text Box 59">
            <a:extLst>
              <a:ext uri="{FF2B5EF4-FFF2-40B4-BE49-F238E27FC236}">
                <a16:creationId xmlns:a16="http://schemas.microsoft.com/office/drawing/2014/main" id="{EDEE0405-BBE6-77E1-60D8-F6944068F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5797" y="4797152"/>
            <a:ext cx="346249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900" spc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pPr defTabSz="914400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아니오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3055C98-AC0E-6C5F-4753-731651061784}"/>
              </a:ext>
            </a:extLst>
          </p:cNvPr>
          <p:cNvGrpSpPr/>
          <p:nvPr/>
        </p:nvGrpSpPr>
        <p:grpSpPr>
          <a:xfrm>
            <a:off x="2453397" y="2071509"/>
            <a:ext cx="2087688" cy="682784"/>
            <a:chOff x="1895016" y="3376567"/>
            <a:chExt cx="1728170" cy="682784"/>
          </a:xfrm>
        </p:grpSpPr>
        <p:sp>
          <p:nvSpPr>
            <p:cNvPr id="17" name="Rectangle 49">
              <a:extLst>
                <a:ext uri="{FF2B5EF4-FFF2-40B4-BE49-F238E27FC236}">
                  <a16:creationId xmlns:a16="http://schemas.microsoft.com/office/drawing/2014/main" id="{6DC52FC9-D526-AD66-FFD7-59E90D834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5016" y="3627351"/>
              <a:ext cx="1728170" cy="432000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C2C2C2"/>
              </a:solidFill>
              <a:miter lim="800000"/>
              <a:headEnd/>
              <a:tailEnd/>
            </a:ln>
            <a:effectLst/>
          </p:spPr>
          <p:txBody>
            <a:bodyPr vert="horz" lIns="72000" tIns="0" rIns="72000" bIns="0" anchor="ctr" anchorCtr="0"/>
            <a:lstStyle/>
            <a:p>
              <a:pPr marL="88900" marR="0" lvl="1" indent="-88900" defTabSz="777514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prstClr val="black">
                    <a:lumMod val="65000"/>
                    <a:lumOff val="35000"/>
                  </a:prstClr>
                </a:buClr>
                <a:buSzPct val="90000"/>
                <a:buFont typeface="Wingdings" panose="05000000000000000000" pitchFamily="2" charset="2"/>
                <a:buChar char="§"/>
                <a:tabLst>
                  <a:tab pos="4981823" algn="l"/>
                </a:tabLst>
                <a:defRPr/>
              </a:pPr>
              <a:r>
                <a:rPr kumimoji="0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장애 유형 구분</a:t>
              </a:r>
              <a:endParaRPr kumimoji="0" lang="en-US" altLang="ko-KR" sz="1000" b="0" i="0" u="none" strike="noStrike" kern="0" cap="none" spc="-3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8900" marR="0" lvl="1" indent="-88900" defTabSz="777514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prstClr val="black">
                    <a:lumMod val="65000"/>
                    <a:lumOff val="35000"/>
                  </a:prstClr>
                </a:buClr>
                <a:buSzPct val="90000"/>
                <a:buFont typeface="Wingdings" panose="05000000000000000000" pitchFamily="2" charset="2"/>
                <a:buChar char="§"/>
                <a:tabLst>
                  <a:tab pos="4981823" algn="l"/>
                </a:tabLst>
                <a:defRPr/>
              </a:pPr>
              <a:r>
                <a:rPr kumimoji="0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응용</a:t>
              </a:r>
              <a:r>
                <a:rPr kumimoji="0" lang="en-US" altLang="ko-KR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kumimoji="0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상용 프로그램</a:t>
              </a:r>
            </a:p>
          </p:txBody>
        </p:sp>
        <p:sp>
          <p:nvSpPr>
            <p:cNvPr id="18" name="AutoShape 78">
              <a:extLst>
                <a:ext uri="{FF2B5EF4-FFF2-40B4-BE49-F238E27FC236}">
                  <a16:creationId xmlns:a16="http://schemas.microsoft.com/office/drawing/2014/main" id="{D3C630C4-06D7-272E-7189-FA952C78D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5016" y="3376567"/>
              <a:ext cx="1728170" cy="252000"/>
            </a:xfrm>
            <a:prstGeom prst="roundRect">
              <a:avLst>
                <a:gd name="adj" fmla="val 2329"/>
              </a:avLst>
            </a:prstGeom>
            <a:solidFill>
              <a:sysClr val="window" lastClr="FFFFFF">
                <a:lumMod val="85000"/>
              </a:sysClr>
            </a:solidFill>
            <a:ln w="9525" algn="ctr">
              <a:solidFill>
                <a:srgbClr val="C2C2C2"/>
              </a:solidFill>
              <a:miter lim="800000"/>
              <a:headEnd/>
              <a:tailEnd/>
            </a:ln>
            <a:effectLst/>
          </p:spPr>
          <p:txBody>
            <a:bodyPr vert="horz" lIns="0" tIns="0" rIns="0" bIns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장애접수 및 내용 분석</a:t>
              </a:r>
            </a:p>
          </p:txBody>
        </p:sp>
      </p:grpSp>
      <p:sp>
        <p:nvSpPr>
          <p:cNvPr id="19" name="AutoShape 102" descr="그림11111111">
            <a:extLst>
              <a:ext uri="{FF2B5EF4-FFF2-40B4-BE49-F238E27FC236}">
                <a16:creationId xmlns:a16="http://schemas.microsoft.com/office/drawing/2014/main" id="{0FD3AA5E-F285-A8ED-4B03-8E43321C6101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88692" y="2852936"/>
            <a:ext cx="1817098" cy="467564"/>
          </a:xfrm>
          <a:prstGeom prst="flowChartDecision">
            <a:avLst/>
          </a:prstGeom>
          <a:solidFill>
            <a:srgbClr val="44546A">
              <a:lumMod val="20000"/>
              <a:lumOff val="80000"/>
            </a:srgbClr>
          </a:solidFill>
          <a:ln w="6350" algn="ctr">
            <a:solidFill>
              <a:srgbClr val="44546A">
                <a:lumMod val="60000"/>
                <a:lumOff val="40000"/>
              </a:srgbClr>
            </a:solidFill>
            <a:miter lim="800000"/>
            <a:headEnd/>
            <a:tailEnd/>
          </a:ln>
          <a:effectLst/>
        </p:spPr>
        <p:txBody>
          <a:bodyPr vert="horz" lIns="0" tIns="0" rIns="0" bIns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차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처리</a:t>
            </a:r>
            <a:b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단순조치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20" name="AutoShape 102" descr="그림11111111">
            <a:extLst>
              <a:ext uri="{FF2B5EF4-FFF2-40B4-BE49-F238E27FC236}">
                <a16:creationId xmlns:a16="http://schemas.microsoft.com/office/drawing/2014/main" id="{63061B05-374A-2CD4-819B-A7E175FC95A2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88692" y="4365104"/>
            <a:ext cx="1817098" cy="467564"/>
          </a:xfrm>
          <a:prstGeom prst="flowChartDecision">
            <a:avLst/>
          </a:prstGeom>
          <a:solidFill>
            <a:srgbClr val="44546A">
              <a:lumMod val="20000"/>
              <a:lumOff val="80000"/>
            </a:srgbClr>
          </a:solidFill>
          <a:ln w="6350" algn="ctr">
            <a:solidFill>
              <a:srgbClr val="44546A">
                <a:lumMod val="60000"/>
                <a:lumOff val="40000"/>
              </a:srgbClr>
            </a:solidFill>
            <a:miter lim="800000"/>
            <a:headEnd/>
            <a:tailEnd/>
          </a:ln>
          <a:effectLst/>
        </p:spPr>
        <p:txBody>
          <a:bodyPr vert="horz" lIns="0" tIns="0" rIns="0" bIns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차 처리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AutoShape 102" descr="그림11111111">
            <a:extLst>
              <a:ext uri="{FF2B5EF4-FFF2-40B4-BE49-F238E27FC236}">
                <a16:creationId xmlns:a16="http://schemas.microsoft.com/office/drawing/2014/main" id="{6C1B603F-1C3D-EC05-DCC6-A5BDD326B9D2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88692" y="4941168"/>
            <a:ext cx="1817098" cy="467564"/>
          </a:xfrm>
          <a:prstGeom prst="flowChartDecision">
            <a:avLst/>
          </a:prstGeom>
          <a:solidFill>
            <a:srgbClr val="44546A">
              <a:lumMod val="20000"/>
              <a:lumOff val="80000"/>
            </a:srgbClr>
          </a:solidFill>
          <a:ln w="6350" algn="ctr">
            <a:solidFill>
              <a:srgbClr val="44546A">
                <a:lumMod val="60000"/>
                <a:lumOff val="40000"/>
              </a:srgbClr>
            </a:solidFill>
            <a:miter lim="800000"/>
            <a:headEnd/>
            <a:tailEnd/>
          </a:ln>
          <a:effectLst/>
        </p:spPr>
        <p:txBody>
          <a:bodyPr vert="horz" lIns="0" tIns="0" rIns="0" bIns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차 처리</a:t>
            </a:r>
            <a:b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전문가파견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22" name="Rt66">
            <a:extLst>
              <a:ext uri="{FF2B5EF4-FFF2-40B4-BE49-F238E27FC236}">
                <a16:creationId xmlns:a16="http://schemas.microsoft.com/office/drawing/2014/main" id="{2C795C15-2E2F-81F3-B2E6-291915F23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852" y="3429000"/>
            <a:ext cx="384721" cy="15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 defTabSz="914400"/>
            <a:r>
              <a:rPr lang="ko-KR" altLang="en-US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AC0A133-9169-3DE6-14C5-1792BC003B21}"/>
              </a:ext>
            </a:extLst>
          </p:cNvPr>
          <p:cNvGrpSpPr/>
          <p:nvPr/>
        </p:nvGrpSpPr>
        <p:grpSpPr>
          <a:xfrm>
            <a:off x="1038040" y="2796426"/>
            <a:ext cx="718344" cy="576000"/>
            <a:chOff x="827307" y="3681588"/>
            <a:chExt cx="611610" cy="617796"/>
          </a:xfrm>
        </p:grpSpPr>
        <p:sp>
          <p:nvSpPr>
            <p:cNvPr id="24" name="Rt63">
              <a:extLst>
                <a:ext uri="{FF2B5EF4-FFF2-40B4-BE49-F238E27FC236}">
                  <a16:creationId xmlns:a16="http://schemas.microsoft.com/office/drawing/2014/main" id="{ABF8719B-77E2-6B46-094E-213EADC85160}"/>
                </a:ext>
              </a:extLst>
            </p:cNvPr>
            <p:cNvSpPr/>
            <p:nvPr/>
          </p:nvSpPr>
          <p:spPr>
            <a:xfrm>
              <a:off x="827307" y="3681588"/>
              <a:ext cx="611610" cy="617796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ysClr val="window" lastClr="FFFFFF">
                  <a:lumMod val="85000"/>
                </a:sys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26941" dir="2700000" algn="ctr" rotWithShape="0">
                      <a:srgbClr val="D9D9D9"/>
                    </a:outerShdw>
                  </a:effectLst>
                </a14:hiddenEffects>
              </a:ext>
            </a:extLst>
          </p:spPr>
          <p:txBody>
            <a:bodyPr vert="horz" lIns="0" tIns="0" rIns="0" bIns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5" name="Rt69" descr="PL 캐릭터16-03">
              <a:extLst>
                <a:ext uri="{FF2B5EF4-FFF2-40B4-BE49-F238E27FC236}">
                  <a16:creationId xmlns:a16="http://schemas.microsoft.com/office/drawing/2014/main" id="{F33DEE05-C3BB-4381-F2B0-73B38E138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9687" y="3797670"/>
              <a:ext cx="366851" cy="3668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C33798D-D17E-EA04-3CAD-DD198C223A92}"/>
              </a:ext>
            </a:extLst>
          </p:cNvPr>
          <p:cNvGrpSpPr/>
          <p:nvPr/>
        </p:nvGrpSpPr>
        <p:grpSpPr>
          <a:xfrm>
            <a:off x="2029643" y="2381555"/>
            <a:ext cx="198249" cy="134767"/>
            <a:chOff x="9135928" y="4138931"/>
            <a:chExt cx="156668" cy="130882"/>
          </a:xfrm>
        </p:grpSpPr>
        <p:sp>
          <p:nvSpPr>
            <p:cNvPr id="27" name="Freeform 802">
              <a:extLst>
                <a:ext uri="{FF2B5EF4-FFF2-40B4-BE49-F238E27FC236}">
                  <a16:creationId xmlns:a16="http://schemas.microsoft.com/office/drawing/2014/main" id="{322AC3D3-E647-DC3B-7224-A1A5B298D341}"/>
                </a:ext>
              </a:extLst>
            </p:cNvPr>
            <p:cNvSpPr>
              <a:spLocks/>
            </p:cNvSpPr>
            <p:nvPr/>
          </p:nvSpPr>
          <p:spPr bwMode="auto">
            <a:xfrm rot="10800000" flipH="1">
              <a:off x="9205778" y="4138931"/>
              <a:ext cx="86818" cy="130882"/>
            </a:xfrm>
            <a:custGeom>
              <a:avLst/>
              <a:gdLst>
                <a:gd name="T0" fmla="*/ 89 w 246"/>
                <a:gd name="T1" fmla="*/ 790 h 374"/>
                <a:gd name="T2" fmla="*/ 89 w 246"/>
                <a:gd name="T3" fmla="*/ 790 h 374"/>
                <a:gd name="T4" fmla="*/ 73 w 246"/>
                <a:gd name="T5" fmla="*/ 790 h 374"/>
                <a:gd name="T6" fmla="*/ 60 w 246"/>
                <a:gd name="T7" fmla="*/ 786 h 374"/>
                <a:gd name="T8" fmla="*/ 44 w 246"/>
                <a:gd name="T9" fmla="*/ 777 h 374"/>
                <a:gd name="T10" fmla="*/ 32 w 246"/>
                <a:gd name="T11" fmla="*/ 765 h 374"/>
                <a:gd name="T12" fmla="*/ 32 w 246"/>
                <a:gd name="T13" fmla="*/ 765 h 374"/>
                <a:gd name="T14" fmla="*/ 20 w 246"/>
                <a:gd name="T15" fmla="*/ 752 h 374"/>
                <a:gd name="T16" fmla="*/ 16 w 246"/>
                <a:gd name="T17" fmla="*/ 739 h 374"/>
                <a:gd name="T18" fmla="*/ 12 w 246"/>
                <a:gd name="T19" fmla="*/ 722 h 374"/>
                <a:gd name="T20" fmla="*/ 8 w 246"/>
                <a:gd name="T21" fmla="*/ 706 h 374"/>
                <a:gd name="T22" fmla="*/ 12 w 246"/>
                <a:gd name="T23" fmla="*/ 689 h 374"/>
                <a:gd name="T24" fmla="*/ 16 w 246"/>
                <a:gd name="T25" fmla="*/ 672 h 374"/>
                <a:gd name="T26" fmla="*/ 24 w 246"/>
                <a:gd name="T27" fmla="*/ 659 h 374"/>
                <a:gd name="T28" fmla="*/ 36 w 246"/>
                <a:gd name="T29" fmla="*/ 647 h 374"/>
                <a:gd name="T30" fmla="*/ 294 w 246"/>
                <a:gd name="T31" fmla="*/ 389 h 374"/>
                <a:gd name="T32" fmla="*/ 28 w 246"/>
                <a:gd name="T33" fmla="*/ 148 h 374"/>
                <a:gd name="T34" fmla="*/ 28 w 246"/>
                <a:gd name="T35" fmla="*/ 148 h 374"/>
                <a:gd name="T36" fmla="*/ 16 w 246"/>
                <a:gd name="T37" fmla="*/ 135 h 374"/>
                <a:gd name="T38" fmla="*/ 8 w 246"/>
                <a:gd name="T39" fmla="*/ 118 h 374"/>
                <a:gd name="T40" fmla="*/ 0 w 246"/>
                <a:gd name="T41" fmla="*/ 106 h 374"/>
                <a:gd name="T42" fmla="*/ 0 w 246"/>
                <a:gd name="T43" fmla="*/ 89 h 374"/>
                <a:gd name="T44" fmla="*/ 0 w 246"/>
                <a:gd name="T45" fmla="*/ 72 h 374"/>
                <a:gd name="T46" fmla="*/ 4 w 246"/>
                <a:gd name="T47" fmla="*/ 55 h 374"/>
                <a:gd name="T48" fmla="*/ 8 w 246"/>
                <a:gd name="T49" fmla="*/ 42 h 374"/>
                <a:gd name="T50" fmla="*/ 16 w 246"/>
                <a:gd name="T51" fmla="*/ 25 h 374"/>
                <a:gd name="T52" fmla="*/ 16 w 246"/>
                <a:gd name="T53" fmla="*/ 25 h 374"/>
                <a:gd name="T54" fmla="*/ 28 w 246"/>
                <a:gd name="T55" fmla="*/ 17 h 374"/>
                <a:gd name="T56" fmla="*/ 44 w 246"/>
                <a:gd name="T57" fmla="*/ 8 h 374"/>
                <a:gd name="T58" fmla="*/ 56 w 246"/>
                <a:gd name="T59" fmla="*/ 0 h 374"/>
                <a:gd name="T60" fmla="*/ 73 w 246"/>
                <a:gd name="T61" fmla="*/ 0 h 374"/>
                <a:gd name="T62" fmla="*/ 89 w 246"/>
                <a:gd name="T63" fmla="*/ 0 h 374"/>
                <a:gd name="T64" fmla="*/ 105 w 246"/>
                <a:gd name="T65" fmla="*/ 0 h 374"/>
                <a:gd name="T66" fmla="*/ 117 w 246"/>
                <a:gd name="T67" fmla="*/ 8 h 374"/>
                <a:gd name="T68" fmla="*/ 133 w 246"/>
                <a:gd name="T69" fmla="*/ 17 h 374"/>
                <a:gd name="T70" fmla="*/ 467 w 246"/>
                <a:gd name="T71" fmla="*/ 321 h 374"/>
                <a:gd name="T72" fmla="*/ 467 w 246"/>
                <a:gd name="T73" fmla="*/ 321 h 374"/>
                <a:gd name="T74" fmla="*/ 479 w 246"/>
                <a:gd name="T75" fmla="*/ 334 h 374"/>
                <a:gd name="T76" fmla="*/ 487 w 246"/>
                <a:gd name="T77" fmla="*/ 346 h 374"/>
                <a:gd name="T78" fmla="*/ 491 w 246"/>
                <a:gd name="T79" fmla="*/ 363 h 374"/>
                <a:gd name="T80" fmla="*/ 495 w 246"/>
                <a:gd name="T81" fmla="*/ 380 h 374"/>
                <a:gd name="T82" fmla="*/ 495 w 246"/>
                <a:gd name="T83" fmla="*/ 380 h 374"/>
                <a:gd name="T84" fmla="*/ 495 w 246"/>
                <a:gd name="T85" fmla="*/ 397 h 374"/>
                <a:gd name="T86" fmla="*/ 487 w 246"/>
                <a:gd name="T87" fmla="*/ 414 h 374"/>
                <a:gd name="T88" fmla="*/ 483 w 246"/>
                <a:gd name="T89" fmla="*/ 431 h 374"/>
                <a:gd name="T90" fmla="*/ 471 w 246"/>
                <a:gd name="T91" fmla="*/ 444 h 374"/>
                <a:gd name="T92" fmla="*/ 145 w 246"/>
                <a:gd name="T93" fmla="*/ 769 h 374"/>
                <a:gd name="T94" fmla="*/ 145 w 246"/>
                <a:gd name="T95" fmla="*/ 769 h 374"/>
                <a:gd name="T96" fmla="*/ 133 w 246"/>
                <a:gd name="T97" fmla="*/ 777 h 374"/>
                <a:gd name="T98" fmla="*/ 121 w 246"/>
                <a:gd name="T99" fmla="*/ 786 h 374"/>
                <a:gd name="T100" fmla="*/ 105 w 246"/>
                <a:gd name="T101" fmla="*/ 790 h 374"/>
                <a:gd name="T102" fmla="*/ 89 w 246"/>
                <a:gd name="T103" fmla="*/ 790 h 374"/>
                <a:gd name="T104" fmla="*/ 89 w 246"/>
                <a:gd name="T105" fmla="*/ 790 h 37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46"/>
                <a:gd name="T160" fmla="*/ 0 h 374"/>
                <a:gd name="T161" fmla="*/ 246 w 246"/>
                <a:gd name="T162" fmla="*/ 374 h 37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46" h="374">
                  <a:moveTo>
                    <a:pt x="44" y="374"/>
                  </a:moveTo>
                  <a:lnTo>
                    <a:pt x="44" y="374"/>
                  </a:lnTo>
                  <a:lnTo>
                    <a:pt x="36" y="374"/>
                  </a:lnTo>
                  <a:lnTo>
                    <a:pt x="30" y="372"/>
                  </a:lnTo>
                  <a:lnTo>
                    <a:pt x="22" y="368"/>
                  </a:lnTo>
                  <a:lnTo>
                    <a:pt x="16" y="362"/>
                  </a:lnTo>
                  <a:lnTo>
                    <a:pt x="10" y="356"/>
                  </a:lnTo>
                  <a:lnTo>
                    <a:pt x="8" y="350"/>
                  </a:lnTo>
                  <a:lnTo>
                    <a:pt x="6" y="342"/>
                  </a:lnTo>
                  <a:lnTo>
                    <a:pt x="4" y="334"/>
                  </a:lnTo>
                  <a:lnTo>
                    <a:pt x="6" y="326"/>
                  </a:lnTo>
                  <a:lnTo>
                    <a:pt x="8" y="318"/>
                  </a:lnTo>
                  <a:lnTo>
                    <a:pt x="12" y="312"/>
                  </a:lnTo>
                  <a:lnTo>
                    <a:pt x="18" y="306"/>
                  </a:lnTo>
                  <a:lnTo>
                    <a:pt x="146" y="184"/>
                  </a:lnTo>
                  <a:lnTo>
                    <a:pt x="14" y="70"/>
                  </a:lnTo>
                  <a:lnTo>
                    <a:pt x="8" y="64"/>
                  </a:lnTo>
                  <a:lnTo>
                    <a:pt x="4" y="56"/>
                  </a:lnTo>
                  <a:lnTo>
                    <a:pt x="0" y="50"/>
                  </a:lnTo>
                  <a:lnTo>
                    <a:pt x="0" y="42"/>
                  </a:lnTo>
                  <a:lnTo>
                    <a:pt x="0" y="34"/>
                  </a:lnTo>
                  <a:lnTo>
                    <a:pt x="2" y="26"/>
                  </a:lnTo>
                  <a:lnTo>
                    <a:pt x="4" y="20"/>
                  </a:lnTo>
                  <a:lnTo>
                    <a:pt x="8" y="12"/>
                  </a:lnTo>
                  <a:lnTo>
                    <a:pt x="14" y="8"/>
                  </a:lnTo>
                  <a:lnTo>
                    <a:pt x="22" y="4"/>
                  </a:lnTo>
                  <a:lnTo>
                    <a:pt x="28" y="0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2" y="0"/>
                  </a:lnTo>
                  <a:lnTo>
                    <a:pt x="58" y="4"/>
                  </a:lnTo>
                  <a:lnTo>
                    <a:pt x="66" y="8"/>
                  </a:lnTo>
                  <a:lnTo>
                    <a:pt x="232" y="152"/>
                  </a:lnTo>
                  <a:lnTo>
                    <a:pt x="238" y="158"/>
                  </a:lnTo>
                  <a:lnTo>
                    <a:pt x="242" y="164"/>
                  </a:lnTo>
                  <a:lnTo>
                    <a:pt x="244" y="172"/>
                  </a:lnTo>
                  <a:lnTo>
                    <a:pt x="246" y="180"/>
                  </a:lnTo>
                  <a:lnTo>
                    <a:pt x="246" y="188"/>
                  </a:lnTo>
                  <a:lnTo>
                    <a:pt x="242" y="196"/>
                  </a:lnTo>
                  <a:lnTo>
                    <a:pt x="240" y="204"/>
                  </a:lnTo>
                  <a:lnTo>
                    <a:pt x="234" y="210"/>
                  </a:lnTo>
                  <a:lnTo>
                    <a:pt x="72" y="364"/>
                  </a:lnTo>
                  <a:lnTo>
                    <a:pt x="66" y="368"/>
                  </a:lnTo>
                  <a:lnTo>
                    <a:pt x="60" y="372"/>
                  </a:lnTo>
                  <a:lnTo>
                    <a:pt x="52" y="374"/>
                  </a:lnTo>
                  <a:lnTo>
                    <a:pt x="44" y="374"/>
                  </a:lnTo>
                  <a:close/>
                </a:path>
              </a:pathLst>
            </a:custGeom>
            <a:solidFill>
              <a:srgbClr val="A6A6A6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defTabSz="995292"/>
              <a:endParaRPr lang="ko-KR" altLang="en-US" sz="2000" spc="-49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" name="Freeform 802">
              <a:extLst>
                <a:ext uri="{FF2B5EF4-FFF2-40B4-BE49-F238E27FC236}">
                  <a16:creationId xmlns:a16="http://schemas.microsoft.com/office/drawing/2014/main" id="{A21F94FC-1DA8-D090-C01B-A0296DC0E0AD}"/>
                </a:ext>
              </a:extLst>
            </p:cNvPr>
            <p:cNvSpPr>
              <a:spLocks/>
            </p:cNvSpPr>
            <p:nvPr/>
          </p:nvSpPr>
          <p:spPr bwMode="auto">
            <a:xfrm rot="10800000" flipH="1">
              <a:off x="9135928" y="4138931"/>
              <a:ext cx="86818" cy="130882"/>
            </a:xfrm>
            <a:custGeom>
              <a:avLst/>
              <a:gdLst>
                <a:gd name="T0" fmla="*/ 89 w 246"/>
                <a:gd name="T1" fmla="*/ 790 h 374"/>
                <a:gd name="T2" fmla="*/ 89 w 246"/>
                <a:gd name="T3" fmla="*/ 790 h 374"/>
                <a:gd name="T4" fmla="*/ 73 w 246"/>
                <a:gd name="T5" fmla="*/ 790 h 374"/>
                <a:gd name="T6" fmla="*/ 60 w 246"/>
                <a:gd name="T7" fmla="*/ 786 h 374"/>
                <a:gd name="T8" fmla="*/ 44 w 246"/>
                <a:gd name="T9" fmla="*/ 777 h 374"/>
                <a:gd name="T10" fmla="*/ 32 w 246"/>
                <a:gd name="T11" fmla="*/ 765 h 374"/>
                <a:gd name="T12" fmla="*/ 32 w 246"/>
                <a:gd name="T13" fmla="*/ 765 h 374"/>
                <a:gd name="T14" fmla="*/ 20 w 246"/>
                <a:gd name="T15" fmla="*/ 752 h 374"/>
                <a:gd name="T16" fmla="*/ 16 w 246"/>
                <a:gd name="T17" fmla="*/ 739 h 374"/>
                <a:gd name="T18" fmla="*/ 12 w 246"/>
                <a:gd name="T19" fmla="*/ 722 h 374"/>
                <a:gd name="T20" fmla="*/ 8 w 246"/>
                <a:gd name="T21" fmla="*/ 706 h 374"/>
                <a:gd name="T22" fmla="*/ 12 w 246"/>
                <a:gd name="T23" fmla="*/ 689 h 374"/>
                <a:gd name="T24" fmla="*/ 16 w 246"/>
                <a:gd name="T25" fmla="*/ 672 h 374"/>
                <a:gd name="T26" fmla="*/ 24 w 246"/>
                <a:gd name="T27" fmla="*/ 659 h 374"/>
                <a:gd name="T28" fmla="*/ 36 w 246"/>
                <a:gd name="T29" fmla="*/ 647 h 374"/>
                <a:gd name="T30" fmla="*/ 294 w 246"/>
                <a:gd name="T31" fmla="*/ 389 h 374"/>
                <a:gd name="T32" fmla="*/ 28 w 246"/>
                <a:gd name="T33" fmla="*/ 148 h 374"/>
                <a:gd name="T34" fmla="*/ 28 w 246"/>
                <a:gd name="T35" fmla="*/ 148 h 374"/>
                <a:gd name="T36" fmla="*/ 16 w 246"/>
                <a:gd name="T37" fmla="*/ 135 h 374"/>
                <a:gd name="T38" fmla="*/ 8 w 246"/>
                <a:gd name="T39" fmla="*/ 118 h 374"/>
                <a:gd name="T40" fmla="*/ 0 w 246"/>
                <a:gd name="T41" fmla="*/ 106 h 374"/>
                <a:gd name="T42" fmla="*/ 0 w 246"/>
                <a:gd name="T43" fmla="*/ 89 h 374"/>
                <a:gd name="T44" fmla="*/ 0 w 246"/>
                <a:gd name="T45" fmla="*/ 72 h 374"/>
                <a:gd name="T46" fmla="*/ 4 w 246"/>
                <a:gd name="T47" fmla="*/ 55 h 374"/>
                <a:gd name="T48" fmla="*/ 8 w 246"/>
                <a:gd name="T49" fmla="*/ 42 h 374"/>
                <a:gd name="T50" fmla="*/ 16 w 246"/>
                <a:gd name="T51" fmla="*/ 25 h 374"/>
                <a:gd name="T52" fmla="*/ 16 w 246"/>
                <a:gd name="T53" fmla="*/ 25 h 374"/>
                <a:gd name="T54" fmla="*/ 28 w 246"/>
                <a:gd name="T55" fmla="*/ 17 h 374"/>
                <a:gd name="T56" fmla="*/ 44 w 246"/>
                <a:gd name="T57" fmla="*/ 8 h 374"/>
                <a:gd name="T58" fmla="*/ 56 w 246"/>
                <a:gd name="T59" fmla="*/ 0 h 374"/>
                <a:gd name="T60" fmla="*/ 73 w 246"/>
                <a:gd name="T61" fmla="*/ 0 h 374"/>
                <a:gd name="T62" fmla="*/ 89 w 246"/>
                <a:gd name="T63" fmla="*/ 0 h 374"/>
                <a:gd name="T64" fmla="*/ 105 w 246"/>
                <a:gd name="T65" fmla="*/ 0 h 374"/>
                <a:gd name="T66" fmla="*/ 117 w 246"/>
                <a:gd name="T67" fmla="*/ 8 h 374"/>
                <a:gd name="T68" fmla="*/ 133 w 246"/>
                <a:gd name="T69" fmla="*/ 17 h 374"/>
                <a:gd name="T70" fmla="*/ 467 w 246"/>
                <a:gd name="T71" fmla="*/ 321 h 374"/>
                <a:gd name="T72" fmla="*/ 467 w 246"/>
                <a:gd name="T73" fmla="*/ 321 h 374"/>
                <a:gd name="T74" fmla="*/ 479 w 246"/>
                <a:gd name="T75" fmla="*/ 334 h 374"/>
                <a:gd name="T76" fmla="*/ 487 w 246"/>
                <a:gd name="T77" fmla="*/ 346 h 374"/>
                <a:gd name="T78" fmla="*/ 491 w 246"/>
                <a:gd name="T79" fmla="*/ 363 h 374"/>
                <a:gd name="T80" fmla="*/ 495 w 246"/>
                <a:gd name="T81" fmla="*/ 380 h 374"/>
                <a:gd name="T82" fmla="*/ 495 w 246"/>
                <a:gd name="T83" fmla="*/ 380 h 374"/>
                <a:gd name="T84" fmla="*/ 495 w 246"/>
                <a:gd name="T85" fmla="*/ 397 h 374"/>
                <a:gd name="T86" fmla="*/ 487 w 246"/>
                <a:gd name="T87" fmla="*/ 414 h 374"/>
                <a:gd name="T88" fmla="*/ 483 w 246"/>
                <a:gd name="T89" fmla="*/ 431 h 374"/>
                <a:gd name="T90" fmla="*/ 471 w 246"/>
                <a:gd name="T91" fmla="*/ 444 h 374"/>
                <a:gd name="T92" fmla="*/ 145 w 246"/>
                <a:gd name="T93" fmla="*/ 769 h 374"/>
                <a:gd name="T94" fmla="*/ 145 w 246"/>
                <a:gd name="T95" fmla="*/ 769 h 374"/>
                <a:gd name="T96" fmla="*/ 133 w 246"/>
                <a:gd name="T97" fmla="*/ 777 h 374"/>
                <a:gd name="T98" fmla="*/ 121 w 246"/>
                <a:gd name="T99" fmla="*/ 786 h 374"/>
                <a:gd name="T100" fmla="*/ 105 w 246"/>
                <a:gd name="T101" fmla="*/ 790 h 374"/>
                <a:gd name="T102" fmla="*/ 89 w 246"/>
                <a:gd name="T103" fmla="*/ 790 h 374"/>
                <a:gd name="T104" fmla="*/ 89 w 246"/>
                <a:gd name="T105" fmla="*/ 790 h 37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46"/>
                <a:gd name="T160" fmla="*/ 0 h 374"/>
                <a:gd name="T161" fmla="*/ 246 w 246"/>
                <a:gd name="T162" fmla="*/ 374 h 37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46" h="374">
                  <a:moveTo>
                    <a:pt x="44" y="374"/>
                  </a:moveTo>
                  <a:lnTo>
                    <a:pt x="44" y="374"/>
                  </a:lnTo>
                  <a:lnTo>
                    <a:pt x="36" y="374"/>
                  </a:lnTo>
                  <a:lnTo>
                    <a:pt x="30" y="372"/>
                  </a:lnTo>
                  <a:lnTo>
                    <a:pt x="22" y="368"/>
                  </a:lnTo>
                  <a:lnTo>
                    <a:pt x="16" y="362"/>
                  </a:lnTo>
                  <a:lnTo>
                    <a:pt x="10" y="356"/>
                  </a:lnTo>
                  <a:lnTo>
                    <a:pt x="8" y="350"/>
                  </a:lnTo>
                  <a:lnTo>
                    <a:pt x="6" y="342"/>
                  </a:lnTo>
                  <a:lnTo>
                    <a:pt x="4" y="334"/>
                  </a:lnTo>
                  <a:lnTo>
                    <a:pt x="6" y="326"/>
                  </a:lnTo>
                  <a:lnTo>
                    <a:pt x="8" y="318"/>
                  </a:lnTo>
                  <a:lnTo>
                    <a:pt x="12" y="312"/>
                  </a:lnTo>
                  <a:lnTo>
                    <a:pt x="18" y="306"/>
                  </a:lnTo>
                  <a:lnTo>
                    <a:pt x="146" y="184"/>
                  </a:lnTo>
                  <a:lnTo>
                    <a:pt x="14" y="70"/>
                  </a:lnTo>
                  <a:lnTo>
                    <a:pt x="8" y="64"/>
                  </a:lnTo>
                  <a:lnTo>
                    <a:pt x="4" y="56"/>
                  </a:lnTo>
                  <a:lnTo>
                    <a:pt x="0" y="50"/>
                  </a:lnTo>
                  <a:lnTo>
                    <a:pt x="0" y="42"/>
                  </a:lnTo>
                  <a:lnTo>
                    <a:pt x="0" y="34"/>
                  </a:lnTo>
                  <a:lnTo>
                    <a:pt x="2" y="26"/>
                  </a:lnTo>
                  <a:lnTo>
                    <a:pt x="4" y="20"/>
                  </a:lnTo>
                  <a:lnTo>
                    <a:pt x="8" y="12"/>
                  </a:lnTo>
                  <a:lnTo>
                    <a:pt x="14" y="8"/>
                  </a:lnTo>
                  <a:lnTo>
                    <a:pt x="22" y="4"/>
                  </a:lnTo>
                  <a:lnTo>
                    <a:pt x="28" y="0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2" y="0"/>
                  </a:lnTo>
                  <a:lnTo>
                    <a:pt x="58" y="4"/>
                  </a:lnTo>
                  <a:lnTo>
                    <a:pt x="66" y="8"/>
                  </a:lnTo>
                  <a:lnTo>
                    <a:pt x="232" y="152"/>
                  </a:lnTo>
                  <a:lnTo>
                    <a:pt x="238" y="158"/>
                  </a:lnTo>
                  <a:lnTo>
                    <a:pt x="242" y="164"/>
                  </a:lnTo>
                  <a:lnTo>
                    <a:pt x="244" y="172"/>
                  </a:lnTo>
                  <a:lnTo>
                    <a:pt x="246" y="180"/>
                  </a:lnTo>
                  <a:lnTo>
                    <a:pt x="246" y="188"/>
                  </a:lnTo>
                  <a:lnTo>
                    <a:pt x="242" y="196"/>
                  </a:lnTo>
                  <a:lnTo>
                    <a:pt x="240" y="204"/>
                  </a:lnTo>
                  <a:lnTo>
                    <a:pt x="234" y="210"/>
                  </a:lnTo>
                  <a:lnTo>
                    <a:pt x="72" y="364"/>
                  </a:lnTo>
                  <a:lnTo>
                    <a:pt x="66" y="368"/>
                  </a:lnTo>
                  <a:lnTo>
                    <a:pt x="60" y="372"/>
                  </a:lnTo>
                  <a:lnTo>
                    <a:pt x="52" y="374"/>
                  </a:lnTo>
                  <a:lnTo>
                    <a:pt x="44" y="374"/>
                  </a:lnTo>
                  <a:close/>
                </a:path>
              </a:pathLst>
            </a:custGeom>
            <a:solidFill>
              <a:srgbClr val="A6A6A6"/>
            </a:solidFill>
            <a:ln w="9525">
              <a:noFill/>
              <a:round/>
              <a:headEnd/>
              <a:tailEnd/>
            </a:ln>
          </p:spPr>
          <p:txBody>
            <a:bodyPr lIns="0" tIns="0" rIns="0" bIns="0" anchor="ctr"/>
            <a:lstStyle/>
            <a:p>
              <a:pPr defTabSz="995292"/>
              <a:endParaRPr lang="ko-KR" altLang="en-US" sz="2000" spc="-49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311DBB1-7280-1C98-C31F-598BE9CD6001}"/>
              </a:ext>
            </a:extLst>
          </p:cNvPr>
          <p:cNvGrpSpPr/>
          <p:nvPr/>
        </p:nvGrpSpPr>
        <p:grpSpPr>
          <a:xfrm>
            <a:off x="2435829" y="3429000"/>
            <a:ext cx="2122824" cy="826784"/>
            <a:chOff x="1895016" y="3376567"/>
            <a:chExt cx="1757256" cy="826784"/>
          </a:xfrm>
        </p:grpSpPr>
        <p:sp>
          <p:nvSpPr>
            <p:cNvPr id="30" name="Rectangle 49">
              <a:extLst>
                <a:ext uri="{FF2B5EF4-FFF2-40B4-BE49-F238E27FC236}">
                  <a16:creationId xmlns:a16="http://schemas.microsoft.com/office/drawing/2014/main" id="{3F04BBA2-67CE-CA44-46B6-378A8AC8A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5016" y="3627351"/>
              <a:ext cx="1757256" cy="576000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C2C2C2"/>
              </a:solidFill>
              <a:miter lim="800000"/>
              <a:headEnd/>
              <a:tailEnd/>
            </a:ln>
            <a:effectLst/>
          </p:spPr>
          <p:txBody>
            <a:bodyPr vert="horz" lIns="72000" tIns="0" rIns="72000" bIns="0" anchor="ctr" anchorCtr="0"/>
            <a:lstStyle/>
            <a:p>
              <a:pPr marL="88900" marR="0" lvl="1" indent="-88900" defTabSz="777514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prstClr val="black">
                    <a:lumMod val="65000"/>
                    <a:lumOff val="35000"/>
                  </a:prstClr>
                </a:buClr>
                <a:buSzPct val="90000"/>
                <a:buFont typeface="Wingdings" panose="05000000000000000000" pitchFamily="2" charset="2"/>
                <a:buChar char="§"/>
                <a:tabLst>
                  <a:tab pos="4981823" algn="l"/>
                </a:tabLst>
                <a:defRPr/>
              </a:pPr>
              <a:r>
                <a:rPr kumimoji="0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유형별분류</a:t>
              </a:r>
              <a:r>
                <a:rPr kumimoji="0" lang="en-US" altLang="ko-KR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kumimoji="0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장애사항 분석</a:t>
              </a:r>
            </a:p>
            <a:p>
              <a:pPr marL="88900" marR="0" lvl="1" indent="-88900" defTabSz="777514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prstClr val="black">
                    <a:lumMod val="65000"/>
                    <a:lumOff val="35000"/>
                  </a:prstClr>
                </a:buClr>
                <a:buSzPct val="90000"/>
                <a:buFont typeface="Wingdings" panose="05000000000000000000" pitchFamily="2" charset="2"/>
                <a:buChar char="§"/>
                <a:tabLst>
                  <a:tab pos="4981823" algn="l"/>
                </a:tabLst>
                <a:defRPr/>
              </a:pPr>
              <a:r>
                <a:rPr kumimoji="0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자체해결 또는 공급업체를</a:t>
              </a:r>
              <a:br>
                <a:rPr kumimoji="0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kumimoji="0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통한 신속한 조치</a:t>
              </a:r>
            </a:p>
          </p:txBody>
        </p:sp>
        <p:sp>
          <p:nvSpPr>
            <p:cNvPr id="31" name="AutoShape 78">
              <a:extLst>
                <a:ext uri="{FF2B5EF4-FFF2-40B4-BE49-F238E27FC236}">
                  <a16:creationId xmlns:a16="http://schemas.microsoft.com/office/drawing/2014/main" id="{E08B522D-1EAC-A026-9FAE-7DC66BE88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5016" y="3376567"/>
              <a:ext cx="1757256" cy="245554"/>
            </a:xfrm>
            <a:prstGeom prst="roundRect">
              <a:avLst>
                <a:gd name="adj" fmla="val 2329"/>
              </a:avLst>
            </a:prstGeom>
            <a:solidFill>
              <a:sysClr val="window" lastClr="FFFFFF">
                <a:lumMod val="85000"/>
              </a:sysClr>
            </a:solidFill>
            <a:ln w="9525" algn="ctr">
              <a:solidFill>
                <a:srgbClr val="C2C2C2"/>
              </a:solidFill>
              <a:miter lim="800000"/>
              <a:headEnd/>
              <a:tailEnd/>
            </a:ln>
            <a:effectLst/>
          </p:spPr>
          <p:txBody>
            <a:bodyPr vert="horz" lIns="0" tIns="0" rIns="0" bIns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장애유형 세부 분석</a:t>
              </a:r>
            </a:p>
          </p:txBody>
        </p:sp>
      </p:grp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0A8CD81-3D8F-BCF5-5782-D4ABC58F93D7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3497241" y="2754293"/>
            <a:ext cx="0" cy="98643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headEnd w="med" len="med"/>
            <a:tailEnd type="triangle" w="med" len="med"/>
          </a:ln>
          <a:effectLst/>
        </p:spPr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44357A6-1AC7-FE99-DD46-E27EC56BC917}"/>
              </a:ext>
            </a:extLst>
          </p:cNvPr>
          <p:cNvCxnSpPr>
            <a:cxnSpLocks/>
            <a:stCxn id="19" idx="2"/>
            <a:endCxn id="31" idx="0"/>
          </p:cNvCxnSpPr>
          <p:nvPr/>
        </p:nvCxnSpPr>
        <p:spPr>
          <a:xfrm>
            <a:off x="3497241" y="3320500"/>
            <a:ext cx="0" cy="10850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headEnd w="med" len="med"/>
            <a:tailEnd type="triangle" w="med" len="med"/>
          </a:ln>
          <a:effectLst/>
        </p:spPr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31648D2-39BE-97CC-3C83-F7D41E9995B7}"/>
              </a:ext>
            </a:extLst>
          </p:cNvPr>
          <p:cNvCxnSpPr>
            <a:cxnSpLocks/>
            <a:stCxn id="30" idx="2"/>
            <a:endCxn id="20" idx="0"/>
          </p:cNvCxnSpPr>
          <p:nvPr/>
        </p:nvCxnSpPr>
        <p:spPr>
          <a:xfrm>
            <a:off x="3497241" y="4255784"/>
            <a:ext cx="0" cy="10932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headEnd w="med" len="med"/>
            <a:tailEnd type="triangle" w="med" len="med"/>
          </a:ln>
          <a:effectLst/>
        </p:spPr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79C29B1-7708-16E1-32CB-8DB2696064A6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3497241" y="4832668"/>
            <a:ext cx="0" cy="10850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headEnd w="med" len="med"/>
            <a:tailEnd type="triangle" w="med" len="med"/>
          </a:ln>
          <a:effectLst/>
        </p:spPr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E8AB1C1-B5C5-A95F-5A18-F302F3754698}"/>
              </a:ext>
            </a:extLst>
          </p:cNvPr>
          <p:cNvCxnSpPr>
            <a:stCxn id="21" idx="2"/>
            <a:endCxn id="3" idx="0"/>
          </p:cNvCxnSpPr>
          <p:nvPr/>
        </p:nvCxnSpPr>
        <p:spPr>
          <a:xfrm>
            <a:off x="3497241" y="5408732"/>
            <a:ext cx="0" cy="10850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headEnd w="med" len="med"/>
            <a:tailEnd type="triangle" w="med" len="med"/>
          </a:ln>
          <a:effectLst/>
        </p:spPr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7A84684-8EF8-6812-E0A8-4036411DE997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3497241" y="5789285"/>
            <a:ext cx="0" cy="87987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headEnd w="med" len="med"/>
            <a:tailEnd type="triangle" w="med" len="med"/>
          </a:ln>
          <a:effectLst/>
        </p:spPr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D7B2C89-E0E8-C858-DB3B-B011F0F888F2}"/>
              </a:ext>
            </a:extLst>
          </p:cNvPr>
          <p:cNvGrpSpPr/>
          <p:nvPr/>
        </p:nvGrpSpPr>
        <p:grpSpPr>
          <a:xfrm>
            <a:off x="1219613" y="2050812"/>
            <a:ext cx="720000" cy="720000"/>
            <a:chOff x="11366530" y="3213100"/>
            <a:chExt cx="759830" cy="702804"/>
          </a:xfrm>
        </p:grpSpPr>
        <p:sp>
          <p:nvSpPr>
            <p:cNvPr id="39" name="포인트가 24개인 별 153">
              <a:extLst>
                <a:ext uri="{FF2B5EF4-FFF2-40B4-BE49-F238E27FC236}">
                  <a16:creationId xmlns:a16="http://schemas.microsoft.com/office/drawing/2014/main" id="{54098E8E-1726-2723-627E-9EB8CC857A8A}"/>
                </a:ext>
              </a:extLst>
            </p:cNvPr>
            <p:cNvSpPr/>
            <p:nvPr/>
          </p:nvSpPr>
          <p:spPr>
            <a:xfrm>
              <a:off x="11366530" y="3213100"/>
              <a:ext cx="759830" cy="702804"/>
            </a:xfrm>
            <a:prstGeom prst="star24">
              <a:avLst>
                <a:gd name="adj" fmla="val 43582"/>
              </a:avLst>
            </a:prstGeom>
            <a:solidFill>
              <a:srgbClr val="BB1F3A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none" lIns="36000" tIns="36000" rIns="36000" bIns="36000"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66678CD1-0FF0-7F0C-C4AD-BF6C9AA0C271}"/>
                </a:ext>
              </a:extLst>
            </p:cNvPr>
            <p:cNvSpPr/>
            <p:nvPr/>
          </p:nvSpPr>
          <p:spPr>
            <a:xfrm>
              <a:off x="11556977" y="3459354"/>
              <a:ext cx="378937" cy="210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장애</a:t>
              </a:r>
            </a:p>
          </p:txBody>
        </p: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A9A4402-C26D-5684-A22E-5691CF2659AC}"/>
              </a:ext>
            </a:extLst>
          </p:cNvPr>
          <p:cNvCxnSpPr>
            <a:cxnSpLocks/>
            <a:stCxn id="19" idx="1"/>
            <a:endCxn id="24" idx="6"/>
          </p:cNvCxnSpPr>
          <p:nvPr/>
        </p:nvCxnSpPr>
        <p:spPr>
          <a:xfrm flipH="1" flipV="1">
            <a:off x="1756384" y="3084426"/>
            <a:ext cx="832308" cy="2292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headEnd w="med" len="med"/>
            <a:tailEnd type="triangle" w="med" len="med"/>
          </a:ln>
          <a:effectLst/>
        </p:spPr>
      </p:cxnSp>
      <p:cxnSp>
        <p:nvCxnSpPr>
          <p:cNvPr id="42" name="직선 연결선 202">
            <a:extLst>
              <a:ext uri="{FF2B5EF4-FFF2-40B4-BE49-F238E27FC236}">
                <a16:creationId xmlns:a16="http://schemas.microsoft.com/office/drawing/2014/main" id="{5404106F-89AA-B81E-B4A7-4BDC5639B4E5}"/>
              </a:ext>
            </a:extLst>
          </p:cNvPr>
          <p:cNvCxnSpPr>
            <a:cxnSpLocks/>
            <a:stCxn id="20" idx="1"/>
            <a:endCxn id="22" idx="2"/>
          </p:cNvCxnSpPr>
          <p:nvPr/>
        </p:nvCxnSpPr>
        <p:spPr>
          <a:xfrm rot="10800000">
            <a:off x="1397214" y="3582888"/>
            <a:ext cx="1191479" cy="1015998"/>
          </a:xfrm>
          <a:prstGeom prst="bentConnector2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headEnd w="med" len="med"/>
            <a:tailEnd type="triangle" w="med" len="med"/>
          </a:ln>
          <a:effectLst/>
        </p:spPr>
      </p:cxnSp>
      <p:cxnSp>
        <p:nvCxnSpPr>
          <p:cNvPr id="43" name="직선 연결선 202">
            <a:extLst>
              <a:ext uri="{FF2B5EF4-FFF2-40B4-BE49-F238E27FC236}">
                <a16:creationId xmlns:a16="http://schemas.microsoft.com/office/drawing/2014/main" id="{236E7588-8305-F4BE-723B-96D05732D655}"/>
              </a:ext>
            </a:extLst>
          </p:cNvPr>
          <p:cNvCxnSpPr>
            <a:cxnSpLocks/>
            <a:stCxn id="21" idx="1"/>
            <a:endCxn id="22" idx="2"/>
          </p:cNvCxnSpPr>
          <p:nvPr/>
        </p:nvCxnSpPr>
        <p:spPr>
          <a:xfrm rot="10800000">
            <a:off x="1397214" y="3582888"/>
            <a:ext cx="1191479" cy="1592062"/>
          </a:xfrm>
          <a:prstGeom prst="bentConnector2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headEnd w="med" len="med"/>
            <a:tailEnd type="triangle" w="med" len="med"/>
          </a:ln>
          <a:effectLst/>
        </p:spPr>
      </p:cxnSp>
      <p:cxnSp>
        <p:nvCxnSpPr>
          <p:cNvPr id="44" name="직선 연결선 202">
            <a:extLst>
              <a:ext uri="{FF2B5EF4-FFF2-40B4-BE49-F238E27FC236}">
                <a16:creationId xmlns:a16="http://schemas.microsoft.com/office/drawing/2014/main" id="{35F7039E-77AB-2E85-1935-E26A4DA37E58}"/>
              </a:ext>
            </a:extLst>
          </p:cNvPr>
          <p:cNvCxnSpPr>
            <a:cxnSpLocks/>
            <a:stCxn id="3" idx="1"/>
            <a:endCxn id="22" idx="2"/>
          </p:cNvCxnSpPr>
          <p:nvPr/>
        </p:nvCxnSpPr>
        <p:spPr>
          <a:xfrm rot="10800000">
            <a:off x="1397213" y="3582889"/>
            <a:ext cx="1056184" cy="2070371"/>
          </a:xfrm>
          <a:prstGeom prst="bentConnector2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headEnd w="med" len="med"/>
            <a:tailEnd type="triangle" w="med" len="med"/>
          </a:ln>
          <a:effectLst/>
        </p:spPr>
      </p:cxnSp>
      <p:sp>
        <p:nvSpPr>
          <p:cNvPr id="45" name="LcShp 28" descr="어두운 상향 대각선">
            <a:extLst>
              <a:ext uri="{FF2B5EF4-FFF2-40B4-BE49-F238E27FC236}">
                <a16:creationId xmlns:a16="http://schemas.microsoft.com/office/drawing/2014/main" id="{1A0CD845-114A-EB16-30BD-ACA96E2FE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683" y="1700807"/>
            <a:ext cx="4608000" cy="324000"/>
          </a:xfrm>
          <a:prstGeom prst="round2SameRect">
            <a:avLst/>
          </a:prstGeom>
          <a:solidFill>
            <a:srgbClr val="0032A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36000" tIns="36000" rIns="36000" bIns="36000" rtlCol="0" anchor="ctr"/>
          <a:lstStyle/>
          <a:p>
            <a:pPr marL="0" marR="0" lvl="1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장애 대응을 위한 연락 체계</a:t>
            </a:r>
          </a:p>
        </p:txBody>
      </p:sp>
      <p:sp>
        <p:nvSpPr>
          <p:cNvPr id="47" name="object 2">
            <a:extLst>
              <a:ext uri="{FF2B5EF4-FFF2-40B4-BE49-F238E27FC236}">
                <a16:creationId xmlns:a16="http://schemas.microsoft.com/office/drawing/2014/main" id="{AF03DFA5-68DA-1D04-87C0-80D91B8C7665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6.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유지보수 및 라이선스 정책</a:t>
            </a:r>
          </a:p>
        </p:txBody>
      </p:sp>
    </p:spTree>
    <p:extLst>
      <p:ext uri="{BB962C8B-B14F-4D97-AF65-F5344CB8AC3E}">
        <p14:creationId xmlns:p14="http://schemas.microsoft.com/office/powerpoint/2010/main" val="13176307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21327-2078-7427-E59C-51AAAF630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E202920-6138-7C06-31A3-C49DC580FC6A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지속적인 시스템 운영을 위한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기술지원팀 운영 및 정기적인 세미나를 운영하고 있습니다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pic>
        <p:nvPicPr>
          <p:cNvPr id="402" name="그림 401" descr="실내, 가구, 회의장, 테이블이(가) 표시된 사진&#10;&#10;자동 생성된 설명">
            <a:extLst>
              <a:ext uri="{FF2B5EF4-FFF2-40B4-BE49-F238E27FC236}">
                <a16:creationId xmlns:a16="http://schemas.microsoft.com/office/drawing/2014/main" id="{4962805F-C6DC-5F80-0B70-2FF172D188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45"/>
          <a:stretch/>
        </p:blipFill>
        <p:spPr>
          <a:xfrm>
            <a:off x="6961368" y="1998398"/>
            <a:ext cx="2304000" cy="1327184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403" name="그림 402" descr="실내, 사람, 의류, 텍스트이(가) 표시된 사진&#10;&#10;자동 생성된 설명">
            <a:extLst>
              <a:ext uri="{FF2B5EF4-FFF2-40B4-BE49-F238E27FC236}">
                <a16:creationId xmlns:a16="http://schemas.microsoft.com/office/drawing/2014/main" id="{6FF26C01-29F7-176D-3015-C7DD5516A5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09"/>
          <a:stretch/>
        </p:blipFill>
        <p:spPr>
          <a:xfrm>
            <a:off x="4413982" y="1998398"/>
            <a:ext cx="2304000" cy="1328676"/>
          </a:xfrm>
          <a:prstGeom prst="rect">
            <a:avLst/>
          </a:prstGeom>
          <a:ln>
            <a:noFill/>
          </a:ln>
          <a:effectLst/>
        </p:spPr>
      </p:pic>
      <p:sp>
        <p:nvSpPr>
          <p:cNvPr id="405" name="TextBox 404">
            <a:extLst>
              <a:ext uri="{FF2B5EF4-FFF2-40B4-BE49-F238E27FC236}">
                <a16:creationId xmlns:a16="http://schemas.microsoft.com/office/drawing/2014/main" id="{FE8B2085-92DD-25A2-EC4D-DBFC36240FB4}"/>
              </a:ext>
            </a:extLst>
          </p:cNvPr>
          <p:cNvSpPr txBox="1"/>
          <p:nvPr/>
        </p:nvSpPr>
        <p:spPr>
          <a:xfrm>
            <a:off x="4407562" y="3425949"/>
            <a:ext cx="2562496" cy="3949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5250" indent="-95250">
              <a:lnSpc>
                <a:spcPct val="110000"/>
              </a:lnSpc>
              <a:buClr>
                <a:srgbClr val="075261"/>
              </a:buClr>
              <a:buSzPct val="80000"/>
              <a:buFont typeface="Rix고딕 EB" pitchFamily="18" charset="-127"/>
              <a:buChar char="I"/>
              <a:defRPr sz="1000" kern="0" spc="-2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  <a:lvl2pPr marL="88900" lvl="1" indent="-88900" defTabSz="777514" fontAlgn="base" latinLnBrk="0">
              <a:spcBef>
                <a:spcPts val="2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2pPr>
          </a:lstStyle>
          <a:p>
            <a:pPr lvl="1">
              <a:spcBef>
                <a:spcPts val="100"/>
              </a:spcBef>
              <a:buClr>
                <a:prstClr val="black">
                  <a:lumMod val="65000"/>
                  <a:lumOff val="35000"/>
                </a:prstClr>
              </a:buClr>
            </a:pP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주제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 관리자 교육 및 향후 발전방향 설명회</a:t>
            </a:r>
            <a:endParaRPr lang="en-US" altLang="ko-KR" sz="800" b="1" spc="-3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Bef>
                <a:spcPts val="100"/>
              </a:spcBef>
              <a:buClr>
                <a:prstClr val="black">
                  <a:lumMod val="65000"/>
                  <a:lumOff val="35000"/>
                </a:prstClr>
              </a:buClr>
            </a:pP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일시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23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~05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endParaRPr lang="en-US" altLang="ko-KR" sz="800" b="1" spc="-3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Bef>
                <a:spcPts val="100"/>
              </a:spcBef>
              <a:buClr>
                <a:prstClr val="black">
                  <a:lumMod val="65000"/>
                  <a:lumOff val="35000"/>
                </a:prstClr>
              </a:buClr>
            </a:pP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장소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아이티센코어 교육관</a:t>
            </a:r>
            <a:endParaRPr lang="en-US" altLang="ko-KR" sz="800" b="1" spc="-3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4F43A369-14C1-BBAE-EF73-CB7A368B4636}"/>
              </a:ext>
            </a:extLst>
          </p:cNvPr>
          <p:cNvSpPr txBox="1"/>
          <p:nvPr/>
        </p:nvSpPr>
        <p:spPr>
          <a:xfrm>
            <a:off x="4407562" y="5918481"/>
            <a:ext cx="2290908" cy="3949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5250" indent="-95250">
              <a:lnSpc>
                <a:spcPct val="110000"/>
              </a:lnSpc>
              <a:buClr>
                <a:srgbClr val="075261"/>
              </a:buClr>
              <a:buSzPct val="80000"/>
              <a:buFont typeface="Rix고딕 EB" pitchFamily="18" charset="-127"/>
              <a:buChar char="I"/>
              <a:defRPr sz="1000" kern="0" spc="-2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  <a:lvl2pPr marL="88900" lvl="1" indent="-88900" defTabSz="777514" fontAlgn="base" latinLnBrk="0">
              <a:spcBef>
                <a:spcPts val="2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2pPr>
          </a:lstStyle>
          <a:p>
            <a:pPr lvl="1" algn="just">
              <a:spcBef>
                <a:spcPts val="100"/>
              </a:spcBef>
              <a:buClr>
                <a:prstClr val="black">
                  <a:lumMod val="65000"/>
                  <a:lumOff val="35000"/>
                </a:prstClr>
              </a:buClr>
            </a:pP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주제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 관리자 교육 및 발전방향 설명회 </a:t>
            </a:r>
            <a:endParaRPr lang="en-US" altLang="ko-KR" sz="800" b="1" spc="-3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just">
              <a:spcBef>
                <a:spcPts val="100"/>
              </a:spcBef>
              <a:buClr>
                <a:prstClr val="black">
                  <a:lumMod val="65000"/>
                  <a:lumOff val="35000"/>
                </a:prstClr>
              </a:buClr>
            </a:pP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일시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24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endParaRPr lang="en-US" altLang="ko-KR" sz="800" b="1" spc="-3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just">
              <a:spcBef>
                <a:spcPts val="100"/>
              </a:spcBef>
              <a:buClr>
                <a:prstClr val="black">
                  <a:lumMod val="65000"/>
                  <a:lumOff val="35000"/>
                </a:prstClr>
              </a:buClr>
            </a:pP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장소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동국제강 페럼홀</a:t>
            </a:r>
            <a:endParaRPr lang="en-US" altLang="ko-KR" sz="800" b="1" spc="-3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960AF9A3-B188-FC93-F7F6-AC43CB4015C5}"/>
              </a:ext>
            </a:extLst>
          </p:cNvPr>
          <p:cNvSpPr txBox="1"/>
          <p:nvPr/>
        </p:nvSpPr>
        <p:spPr>
          <a:xfrm>
            <a:off x="6952315" y="3425949"/>
            <a:ext cx="2510657" cy="3949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5250" indent="-95250">
              <a:lnSpc>
                <a:spcPct val="110000"/>
              </a:lnSpc>
              <a:buClr>
                <a:srgbClr val="075261"/>
              </a:buClr>
              <a:buSzPct val="80000"/>
              <a:buFont typeface="Rix고딕 EB" pitchFamily="18" charset="-127"/>
              <a:buChar char="I"/>
              <a:defRPr sz="1000" kern="0" spc="-2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  <a:lvl2pPr marL="88900" lvl="1" indent="-88900" defTabSz="777514" fontAlgn="base" latinLnBrk="0">
              <a:spcBef>
                <a:spcPts val="2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2pPr>
          </a:lstStyle>
          <a:p>
            <a:pPr lvl="1">
              <a:spcBef>
                <a:spcPts val="100"/>
              </a:spcBef>
              <a:buClr>
                <a:prstClr val="black">
                  <a:lumMod val="65000"/>
                  <a:lumOff val="35000"/>
                </a:prstClr>
              </a:buClr>
            </a:pP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주제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연결내부회계 방안 및 향후 발전방향 설명회</a:t>
            </a:r>
            <a:endParaRPr lang="en-US" altLang="ko-KR" sz="800" b="1" spc="-3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Bef>
                <a:spcPts val="100"/>
              </a:spcBef>
              <a:buClr>
                <a:prstClr val="black">
                  <a:lumMod val="65000"/>
                  <a:lumOff val="35000"/>
                </a:prstClr>
              </a:buClr>
            </a:pP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일시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23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endParaRPr lang="en-US" altLang="ko-KR" sz="800" b="1" spc="-3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Bef>
                <a:spcPts val="100"/>
              </a:spcBef>
              <a:buClr>
                <a:prstClr val="black">
                  <a:lumMod val="65000"/>
                  <a:lumOff val="35000"/>
                </a:prstClr>
              </a:buClr>
            </a:pP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장소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아이티센코어 교육관</a:t>
            </a:r>
            <a:endParaRPr lang="en-US" altLang="ko-KR" sz="800" b="1" spc="-3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8" name="AutoShape 61">
            <a:extLst>
              <a:ext uri="{FF2B5EF4-FFF2-40B4-BE49-F238E27FC236}">
                <a16:creationId xmlns:a16="http://schemas.microsoft.com/office/drawing/2014/main" id="{53754DF6-7163-2093-12A8-764776A50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307" y="1982226"/>
            <a:ext cx="3240104" cy="1543249"/>
          </a:xfrm>
          <a:prstGeom prst="roundRect">
            <a:avLst>
              <a:gd name="adj" fmla="val 6000"/>
            </a:avLst>
          </a:prstGeom>
          <a:solidFill>
            <a:sysClr val="window" lastClr="FFFFFF"/>
          </a:solidFill>
          <a:ln w="28575" algn="ctr">
            <a:solidFill>
              <a:sysClr val="window" lastClr="FFFFFF">
                <a:lumMod val="50000"/>
              </a:sysClr>
            </a:solidFill>
            <a:round/>
            <a:headEnd/>
            <a:tailEnd/>
          </a:ln>
          <a:effectLst>
            <a:outerShdw dist="35921" dir="2700000" algn="ctr" rotWithShape="0">
              <a:srgbClr val="E7E6E6"/>
            </a:outerShdw>
          </a:effectLst>
        </p:spPr>
        <p:txBody>
          <a:bodyPr anchor="ctr"/>
          <a:lstStyle/>
          <a:p>
            <a:pPr marL="174625" indent="-174625" defTabSz="914400" eaLnBrk="0" hangingPunct="0">
              <a:lnSpc>
                <a:spcPct val="120000"/>
              </a:lnSpc>
              <a:spcBef>
                <a:spcPts val="400"/>
              </a:spcBef>
              <a:buFontTx/>
              <a:buChar char="•"/>
              <a:defRPr/>
            </a:pPr>
            <a:endParaRPr lang="en-GB" altLang="ko-KR" sz="1200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9" name="Rectangle 62">
            <a:extLst>
              <a:ext uri="{FF2B5EF4-FFF2-40B4-BE49-F238E27FC236}">
                <a16:creationId xmlns:a16="http://schemas.microsoft.com/office/drawing/2014/main" id="{7EC09BDF-C448-7D34-217D-74AE8071D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654" y="2119571"/>
            <a:ext cx="1409925" cy="301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9613" tIns="46599" rIns="89613" bIns="46599" anchor="ctr"/>
          <a:lstStyle/>
          <a:p>
            <a:pPr defTabSz="911225" eaLnBrk="0" fontAlgn="ctr" hangingPunct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비상연락망 목록 확인</a:t>
            </a:r>
          </a:p>
        </p:txBody>
      </p:sp>
      <p:sp>
        <p:nvSpPr>
          <p:cNvPr id="410" name="Rectangle 63">
            <a:extLst>
              <a:ext uri="{FF2B5EF4-FFF2-40B4-BE49-F238E27FC236}">
                <a16:creationId xmlns:a16="http://schemas.microsoft.com/office/drawing/2014/main" id="{CF670411-08A7-2184-9127-E5E22D095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654" y="2602252"/>
            <a:ext cx="1356006" cy="3079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9613" tIns="46599" rIns="89613" bIns="46599" anchor="ctr"/>
          <a:lstStyle/>
          <a:p>
            <a:pPr defTabSz="911225" eaLnBrk="0" fontAlgn="ctr" hangingPunct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ko-KR" sz="10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담당자에게 연락</a:t>
            </a:r>
            <a:endParaRPr lang="en-US" altLang="ko-KR" sz="1000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1225" eaLnBrk="0" fontAlgn="ctr" hangingPunct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ko-KR" sz="10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담당자에게 연락</a:t>
            </a:r>
          </a:p>
        </p:txBody>
      </p:sp>
      <p:sp>
        <p:nvSpPr>
          <p:cNvPr id="411" name="Rectangle 65">
            <a:extLst>
              <a:ext uri="{FF2B5EF4-FFF2-40B4-BE49-F238E27FC236}">
                <a16:creationId xmlns:a16="http://schemas.microsoft.com/office/drawing/2014/main" id="{BD6B3B6D-347F-CE24-D7E0-58DCA7B77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654" y="2995250"/>
            <a:ext cx="1227138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9613" tIns="46599" rIns="89613" bIns="46599" anchor="ctr"/>
          <a:lstStyle/>
          <a:p>
            <a:pPr defTabSz="911225" eaLnBrk="0" fontAlgn="ctr" hangingPunct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ko-KR" sz="10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1,2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담당자 연락 실패 시 </a:t>
            </a:r>
          </a:p>
          <a:p>
            <a:pPr defTabSz="911225" eaLnBrk="0" fontAlgn="ctr" hangingPunct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ko-KR" sz="10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영업담당자에게 연락</a:t>
            </a:r>
          </a:p>
        </p:txBody>
      </p:sp>
      <p:sp>
        <p:nvSpPr>
          <p:cNvPr id="412" name="Line 69">
            <a:extLst>
              <a:ext uri="{FF2B5EF4-FFF2-40B4-BE49-F238E27FC236}">
                <a16:creationId xmlns:a16="http://schemas.microsoft.com/office/drawing/2014/main" id="{3C08A397-2E22-1DD4-CDC0-C9A7CFE2830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167" y="2303403"/>
            <a:ext cx="474662" cy="1588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  <p:txBody>
          <a:bodyPr lIns="90000" tIns="46800" rIns="90000" bIns="46800" anchor="ctr"/>
          <a:lstStyle/>
          <a:p>
            <a:pPr defTabSz="914400">
              <a:defRPr/>
            </a:pPr>
            <a:endParaRPr lang="ko-KR" altLang="en-US" kern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17" name="AutoShape 78">
            <a:extLst>
              <a:ext uri="{FF2B5EF4-FFF2-40B4-BE49-F238E27FC236}">
                <a16:creationId xmlns:a16="http://schemas.microsoft.com/office/drawing/2014/main" id="{216435A4-5195-A14A-B731-A4D5E36C72D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79104" y="2745650"/>
            <a:ext cx="0" cy="35883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420" name="Rectangle 90">
            <a:extLst>
              <a:ext uri="{FF2B5EF4-FFF2-40B4-BE49-F238E27FC236}">
                <a16:creationId xmlns:a16="http://schemas.microsoft.com/office/drawing/2014/main" id="{F490DB2C-2AD5-E633-5BF3-1029340C7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5015" y="1624244"/>
            <a:ext cx="1800225" cy="313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 eaLnBrk="0" fontAlgn="ctr" hangingPunct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ko-KR" sz="12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2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유지보수 지원 체계 </a:t>
            </a:r>
            <a:r>
              <a:rPr lang="en-US" altLang="ko-KR" sz="12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200" b="1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22" name="표 421">
            <a:extLst>
              <a:ext uri="{FF2B5EF4-FFF2-40B4-BE49-F238E27FC236}">
                <a16:creationId xmlns:a16="http://schemas.microsoft.com/office/drawing/2014/main" id="{D2C83ECA-6D74-8C1A-E42F-5C13FCBA5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256464"/>
              </p:ext>
            </p:extLst>
          </p:nvPr>
        </p:nvGraphicFramePr>
        <p:xfrm>
          <a:off x="652900" y="3600713"/>
          <a:ext cx="3225802" cy="2712748"/>
        </p:xfrm>
        <a:graphic>
          <a:graphicData uri="http://schemas.openxmlformats.org/drawingml/2006/table">
            <a:tbl>
              <a:tblPr/>
              <a:tblGrid>
                <a:gridCol w="487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9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6289">
                <a:tc rowSpan="2">
                  <a:txBody>
                    <a:bodyPr/>
                    <a:lstStyle>
                      <a:lvl1pPr marL="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81044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62088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43132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24176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405219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86263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67307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4835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81044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62088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43132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24176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405219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86263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67307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4835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유지보수 담당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81044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62088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43132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24176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405219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86263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67307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4835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기술지원팀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  <a:p>
                      <a:pPr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icm@itcen.com</a:t>
                      </a:r>
                    </a:p>
                    <a:p>
                      <a:pPr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02-580-6522, 6539, 6540, 6573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15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vMerge="1">
                  <a:txBody>
                    <a:bodyPr/>
                    <a:lstStyle>
                      <a:lvl1pPr marL="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81044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62088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43132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24176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405219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86263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67307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4835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81044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62088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43132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24176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405219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86263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67307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4835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기술지원팀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  <a:p>
                      <a:pPr latinLnBrk="1"/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김소영 책임</a:t>
                      </a:r>
                      <a:endParaRPr lang="en-US" altLang="ko-KR" sz="9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sykim1@itcen.com</a:t>
                      </a:r>
                    </a:p>
                    <a:p>
                      <a:pPr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02-580-6540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921130"/>
                  </a:ext>
                </a:extLst>
              </a:tr>
              <a:tr h="732153">
                <a:tc>
                  <a:txBody>
                    <a:bodyPr/>
                    <a:lstStyle>
                      <a:lvl1pPr marL="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81044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62088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43132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24176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405219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86263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67307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4835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81044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62088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43132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24176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405219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86263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67307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4835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내부회계</a:t>
                      </a:r>
                      <a:r>
                        <a:rPr lang="ko-KR" altLang="en-US" sz="100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000" baseline="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ko-KR" altLang="en-US" sz="1000" baseline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 담당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81044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62088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43132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24176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405219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86263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67307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4835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컨설팅팀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  <a:p>
                      <a:pPr latinLnBrk="1"/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권기풍 이사</a:t>
                      </a:r>
                      <a:endParaRPr lang="en-US" altLang="ko-KR" sz="9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mrkkk@itcen.com</a:t>
                      </a:r>
                    </a:p>
                    <a:p>
                      <a:pPr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010-9492-3336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2153">
                <a:tc>
                  <a:txBody>
                    <a:bodyPr/>
                    <a:lstStyle>
                      <a:lvl1pPr marL="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81044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62088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43132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24176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405219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86263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67307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4835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81044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62088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43132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24176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405219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86263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67307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4835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 담당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81044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62088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443132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924176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405219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886263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367307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848350" algn="l" defTabSz="962088" rtl="0" eaLnBrk="1" latinLnBrk="1" hangingPunct="1">
                        <a:defRPr sz="19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영업팀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  <a:p>
                      <a:pPr latinLnBrk="1"/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정용언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endParaRPr lang="en-US" altLang="ko-KR" sz="9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yuchung@itcen.com</a:t>
                      </a:r>
                    </a:p>
                    <a:p>
                      <a:pPr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010-8634-8258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423" name="AutoShape 78">
            <a:extLst>
              <a:ext uri="{FF2B5EF4-FFF2-40B4-BE49-F238E27FC236}">
                <a16:creationId xmlns:a16="http://schemas.microsoft.com/office/drawing/2014/main" id="{CC20B482-28F9-8612-0CF9-A277665FBF9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75081" y="2231936"/>
            <a:ext cx="0" cy="35883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424" name="Rectangle 90">
            <a:extLst>
              <a:ext uri="{FF2B5EF4-FFF2-40B4-BE49-F238E27FC236}">
                <a16:creationId xmlns:a16="http://schemas.microsoft.com/office/drawing/2014/main" id="{6DB4B6F9-5B56-16B1-EA89-259CC098F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3955" y="1624244"/>
            <a:ext cx="3318063" cy="313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 eaLnBrk="0" fontAlgn="ctr" hangingPunct="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ko-KR" sz="12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2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지속적인 고객사 초청을 통한 사후 관리 </a:t>
            </a:r>
            <a:r>
              <a:rPr lang="en-US" altLang="ko-KR" sz="12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200" b="1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25" name="그림 424" descr="실내, 의류, 컨벤션, 의자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C5E2FDC-6693-E837-179F-F1E56214FA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984" y="4399940"/>
            <a:ext cx="2290908" cy="1440000"/>
          </a:xfrm>
          <a:prstGeom prst="rect">
            <a:avLst/>
          </a:prstGeom>
        </p:spPr>
      </p:pic>
      <p:sp>
        <p:nvSpPr>
          <p:cNvPr id="426" name="TextBox 425">
            <a:extLst>
              <a:ext uri="{FF2B5EF4-FFF2-40B4-BE49-F238E27FC236}">
                <a16:creationId xmlns:a16="http://schemas.microsoft.com/office/drawing/2014/main" id="{61587CCC-C50B-EC2A-15DE-226203727C5F}"/>
              </a:ext>
            </a:extLst>
          </p:cNvPr>
          <p:cNvSpPr txBox="1"/>
          <p:nvPr/>
        </p:nvSpPr>
        <p:spPr>
          <a:xfrm>
            <a:off x="6952315" y="5918481"/>
            <a:ext cx="1964574" cy="3949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5250" indent="-95250">
              <a:lnSpc>
                <a:spcPct val="110000"/>
              </a:lnSpc>
              <a:buClr>
                <a:srgbClr val="075261"/>
              </a:buClr>
              <a:buSzPct val="80000"/>
              <a:buFont typeface="Rix고딕 EB" pitchFamily="18" charset="-127"/>
              <a:buChar char="I"/>
              <a:defRPr sz="1000" kern="0" spc="-2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  <a:lvl2pPr marL="88900" lvl="1" indent="-88900" defTabSz="777514" fontAlgn="base" latinLnBrk="0">
              <a:spcBef>
                <a:spcPts val="2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2pPr>
          </a:lstStyle>
          <a:p>
            <a:pPr lvl="1">
              <a:spcBef>
                <a:spcPts val="100"/>
              </a:spcBef>
              <a:buClr>
                <a:prstClr val="black">
                  <a:lumMod val="65000"/>
                  <a:lumOff val="35000"/>
                </a:prstClr>
              </a:buClr>
            </a:pP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주제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 운영 및 발전방향 설명회</a:t>
            </a:r>
            <a:endParaRPr lang="en-US" altLang="ko-KR" sz="800" b="1" spc="-3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Bef>
                <a:spcPts val="100"/>
              </a:spcBef>
              <a:buClr>
                <a:prstClr val="black">
                  <a:lumMod val="65000"/>
                  <a:lumOff val="35000"/>
                </a:prstClr>
              </a:buClr>
            </a:pP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일시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25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endParaRPr lang="en-US" altLang="ko-KR" sz="800" b="1" spc="-3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Bef>
                <a:spcPts val="100"/>
              </a:spcBef>
              <a:buClr>
                <a:prstClr val="black">
                  <a:lumMod val="65000"/>
                  <a:lumOff val="35000"/>
                </a:prstClr>
              </a:buClr>
            </a:pP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장소 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은행회관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 을지로</a:t>
            </a:r>
            <a:r>
              <a:rPr lang="en-US" altLang="ko-KR" sz="800" b="1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427" name="그림 426" descr="의자, 실내, 의류, 사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9FF5B0E-99DE-A217-3120-B14AB50F10A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70"/>
          <a:stretch/>
        </p:blipFill>
        <p:spPr>
          <a:xfrm>
            <a:off x="6999850" y="4399940"/>
            <a:ext cx="2327798" cy="1440000"/>
          </a:xfrm>
          <a:prstGeom prst="rect">
            <a:avLst/>
          </a:prstGeom>
        </p:spPr>
      </p:pic>
      <p:sp>
        <p:nvSpPr>
          <p:cNvPr id="414" name="Rectangle 73">
            <a:extLst>
              <a:ext uri="{FF2B5EF4-FFF2-40B4-BE49-F238E27FC236}">
                <a16:creationId xmlns:a16="http://schemas.microsoft.com/office/drawing/2014/main" id="{CA8B7234-C975-471C-C93D-656CE405C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" y="2119260"/>
            <a:ext cx="1031874" cy="30224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9525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</p:spPr>
        <p:txBody>
          <a:bodyPr wrap="none" lIns="89613" tIns="46599" rIns="89613" bIns="46599" anchor="ctr"/>
          <a:lstStyle/>
          <a:p>
            <a:pPr algn="ctr" defTabSz="911225" eaLnBrk="0" fontAlgn="ctr" hangingPunct="0"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비상연락망 가동</a:t>
            </a:r>
          </a:p>
        </p:txBody>
      </p:sp>
      <p:sp>
        <p:nvSpPr>
          <p:cNvPr id="415" name="Rectangle 74">
            <a:extLst>
              <a:ext uri="{FF2B5EF4-FFF2-40B4-BE49-F238E27FC236}">
                <a16:creationId xmlns:a16="http://schemas.microsoft.com/office/drawing/2014/main" id="{2729E0D5-652A-43D8-BF83-1BA8D51B0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" y="2605116"/>
            <a:ext cx="1031874" cy="30224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9525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</p:spPr>
        <p:txBody>
          <a:bodyPr wrap="none" lIns="89613" tIns="46599" rIns="89613" bIns="46599" anchor="ctr"/>
          <a:lstStyle/>
          <a:p>
            <a:pPr algn="ctr" defTabSz="911225" eaLnBrk="0" fontAlgn="ctr" hangingPunct="0"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담당자 연락</a:t>
            </a:r>
          </a:p>
        </p:txBody>
      </p:sp>
      <p:cxnSp>
        <p:nvCxnSpPr>
          <p:cNvPr id="418" name="AutoShape 84">
            <a:extLst>
              <a:ext uri="{FF2B5EF4-FFF2-40B4-BE49-F238E27FC236}">
                <a16:creationId xmlns:a16="http://schemas.microsoft.com/office/drawing/2014/main" id="{756437C8-5CB0-2D85-3469-7309D35CB7C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5041" y="2316103"/>
            <a:ext cx="455613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prstDash val="dash"/>
            <a:round/>
            <a:headEnd type="oval" w="med" len="med"/>
            <a:tailEnd type="oval" w="med" len="med"/>
          </a:ln>
        </p:spPr>
      </p:cxnSp>
      <p:cxnSp>
        <p:nvCxnSpPr>
          <p:cNvPr id="419" name="AutoShape 85">
            <a:extLst>
              <a:ext uri="{FF2B5EF4-FFF2-40B4-BE49-F238E27FC236}">
                <a16:creationId xmlns:a16="http://schemas.microsoft.com/office/drawing/2014/main" id="{2F27D2D5-3C44-BDBD-76E1-832FB2DCD2C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5041" y="2765292"/>
            <a:ext cx="455613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prstDash val="dash"/>
            <a:round/>
            <a:headEnd type="oval" w="med" len="med"/>
            <a:tailEnd type="oval" w="med" len="med"/>
          </a:ln>
        </p:spPr>
      </p:cxnSp>
      <p:sp>
        <p:nvSpPr>
          <p:cNvPr id="416" name="Rectangle 76">
            <a:extLst>
              <a:ext uri="{FF2B5EF4-FFF2-40B4-BE49-F238E27FC236}">
                <a16:creationId xmlns:a16="http://schemas.microsoft.com/office/drawing/2014/main" id="{5880E76E-8C50-DD75-E1BA-704AFDE0B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" y="3109240"/>
            <a:ext cx="1031874" cy="30224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9525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</p:spPr>
        <p:txBody>
          <a:bodyPr wrap="none" lIns="89613" tIns="46599" rIns="89613" bIns="46599" anchor="ctr"/>
          <a:lstStyle/>
          <a:p>
            <a:pPr algn="ctr" defTabSz="911225" eaLnBrk="0" fontAlgn="ctr" hangingPunct="0"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영업담당 연락</a:t>
            </a:r>
          </a:p>
        </p:txBody>
      </p:sp>
      <p:cxnSp>
        <p:nvCxnSpPr>
          <p:cNvPr id="421" name="AutoShape 85">
            <a:extLst>
              <a:ext uri="{FF2B5EF4-FFF2-40B4-BE49-F238E27FC236}">
                <a16:creationId xmlns:a16="http://schemas.microsoft.com/office/drawing/2014/main" id="{1DD0CC7E-7BCA-2B4B-7F72-355C76C20E42}"/>
              </a:ext>
            </a:extLst>
          </p:cNvPr>
          <p:cNvCxnSpPr>
            <a:cxnSpLocks noChangeShapeType="1"/>
            <a:stCxn id="416" idx="3"/>
            <a:endCxn id="411" idx="1"/>
          </p:cNvCxnSpPr>
          <p:nvPr/>
        </p:nvCxnSpPr>
        <p:spPr bwMode="auto">
          <a:xfrm>
            <a:off x="1795041" y="3260363"/>
            <a:ext cx="455613" cy="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prstDash val="dash"/>
            <a:round/>
            <a:headEnd type="oval" w="med" len="med"/>
            <a:tailEnd type="oval" w="med" len="med"/>
          </a:ln>
        </p:spPr>
      </p:cxnSp>
      <p:pic>
        <p:nvPicPr>
          <p:cNvPr id="3" name="그림 2" descr="의류, 사람, 인간의 얼굴, 사진 촬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D85739-D37E-1A79-8D25-BCA975646D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48" t="16308" r="22370" b="40715"/>
          <a:stretch>
            <a:fillRect/>
          </a:stretch>
        </p:blipFill>
        <p:spPr>
          <a:xfrm>
            <a:off x="3284188" y="4154426"/>
            <a:ext cx="523546" cy="612000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DCB8A62C-06FB-5B11-A6BC-E1E773970E3B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6.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유지보수 및 라이선스 정책</a:t>
            </a:r>
          </a:p>
        </p:txBody>
      </p:sp>
      <p:pic>
        <p:nvPicPr>
          <p:cNvPr id="9" name="그림 8" descr="인간의 얼굴, 셔츠, 의류, 패브릭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D9A10C-CF6B-5BB1-2E6A-56F2D57CFC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31" t="18659" r="20858" b="43688"/>
          <a:stretch>
            <a:fillRect/>
          </a:stretch>
        </p:blipFill>
        <p:spPr>
          <a:xfrm>
            <a:off x="3259836" y="4941000"/>
            <a:ext cx="572250" cy="612000"/>
          </a:xfrm>
          <a:prstGeom prst="rect">
            <a:avLst/>
          </a:prstGeom>
        </p:spPr>
      </p:pic>
      <p:pic>
        <p:nvPicPr>
          <p:cNvPr id="18" name="그림 17" descr="인간의 얼굴, 사람, 넥타이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640668-F750-3CC4-5C64-5298898726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461" y="5608284"/>
            <a:ext cx="513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1110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5C824-942E-072D-D49C-1AA7693E0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AC93E52-7DAF-DA55-E7D3-EE13BFF4E521}"/>
              </a:ext>
            </a:extLst>
          </p:cNvPr>
          <p:cNvSpPr/>
          <p:nvPr/>
        </p:nvSpPr>
        <p:spPr>
          <a:xfrm>
            <a:off x="4961850" y="1701000"/>
            <a:ext cx="3384000" cy="172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C7E98B5-A993-4908-17CC-6B73FDAE2003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향후 법인 확장성을 고려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Scoping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결과에 유연하게 적용하기 위한 라이선스를 제공합니다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21D42C3B-8184-1E62-FF3E-F4150807EAE3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6.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유지보수 및 라이선스 정책</a:t>
            </a:r>
          </a:p>
        </p:txBody>
      </p:sp>
      <p:pic>
        <p:nvPicPr>
          <p:cNvPr id="10" name="그림 9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E97BF1-F5E7-E84A-790B-F84082BBD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24" y="1701000"/>
            <a:ext cx="3889175" cy="453551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9D9C3D1-9BF0-4C7D-3CE9-CC274FC69FFC}"/>
              </a:ext>
            </a:extLst>
          </p:cNvPr>
          <p:cNvSpPr/>
          <p:nvPr/>
        </p:nvSpPr>
        <p:spPr>
          <a:xfrm>
            <a:off x="705000" y="3141000"/>
            <a:ext cx="1656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" name="연결선: 구부러짐 10">
            <a:extLst>
              <a:ext uri="{FF2B5EF4-FFF2-40B4-BE49-F238E27FC236}">
                <a16:creationId xmlns:a16="http://schemas.microsoft.com/office/drawing/2014/main" id="{06A0E179-4A5D-4AF0-7DDB-B2B26BC68493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2361000" y="2453775"/>
            <a:ext cx="2592000" cy="831225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FF0174B-A531-EF51-96DC-52405B03CA9B}"/>
              </a:ext>
            </a:extLst>
          </p:cNvPr>
          <p:cNvGrpSpPr/>
          <p:nvPr/>
        </p:nvGrpSpPr>
        <p:grpSpPr>
          <a:xfrm>
            <a:off x="4675717" y="3648125"/>
            <a:ext cx="4422201" cy="338554"/>
            <a:chOff x="371392" y="1700898"/>
            <a:chExt cx="4422201" cy="338554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08759AF-7399-2BD4-ABAF-21C9FE5CD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392" y="1717464"/>
              <a:ext cx="504000" cy="274645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0B8CAAE-B5DE-1CBF-3194-BCDB379AA249}"/>
                </a:ext>
              </a:extLst>
            </p:cNvPr>
            <p:cNvSpPr txBox="1"/>
            <p:nvPr/>
          </p:nvSpPr>
          <p:spPr>
            <a:xfrm>
              <a:off x="801795" y="1700898"/>
              <a:ext cx="39917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현대위아의 </a:t>
              </a:r>
              <a:r>
                <a:rPr lang="en-US" altLang="ko-KR" sz="16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Scoping </a:t>
              </a:r>
              <a:r>
                <a:rPr lang="ko-KR" altLang="en-US" sz="16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범위 확대 대응 지원</a:t>
              </a:r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DF37F1B6-1124-43DF-139B-90A9E1B725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574" y="4061921"/>
            <a:ext cx="324000" cy="324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36A1EB3-24FF-5143-F205-62761D0AE659}"/>
              </a:ext>
            </a:extLst>
          </p:cNvPr>
          <p:cNvSpPr txBox="1"/>
          <p:nvPr/>
        </p:nvSpPr>
        <p:spPr>
          <a:xfrm>
            <a:off x="5328272" y="4067734"/>
            <a:ext cx="3945903" cy="1269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금번 제안의 라이선스는 현대위아 외 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개사 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(Full 3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개사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Specific 2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개사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라이선스 제공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Scoping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대상법인 변경에 따라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3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추가로 법인추가</a:t>
            </a:r>
            <a:r>
              <a:rPr lang="en-US" altLang="ko-KR" sz="13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(5</a:t>
            </a:r>
            <a:r>
              <a:rPr lang="ko-KR" altLang="en-US" sz="13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3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3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라이선스 무상 제공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474B7D-A26F-F434-07FD-8717A1D57DEF}"/>
              </a:ext>
            </a:extLst>
          </p:cNvPr>
          <p:cNvSpPr txBox="1"/>
          <p:nvPr/>
        </p:nvSpPr>
        <p:spPr>
          <a:xfrm>
            <a:off x="5347403" y="1879676"/>
            <a:ext cx="2612895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1100" spc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sz="1800" b="1" spc="-1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ollehche_v2" panose="02020603020101020101" pitchFamily="18" charset="-127"/>
              </a:rPr>
              <a:t>「  솔루션 라이선스 정책  」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92919E-5E98-B5D8-691C-BCA3122EB0EE}"/>
              </a:ext>
            </a:extLst>
          </p:cNvPr>
          <p:cNvSpPr txBox="1"/>
          <p:nvPr/>
        </p:nvSpPr>
        <p:spPr>
          <a:xfrm>
            <a:off x="5097000" y="2478724"/>
            <a:ext cx="2736000" cy="5078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95250" indent="-95250">
              <a:lnSpc>
                <a:spcPct val="110000"/>
              </a:lnSpc>
              <a:buClr>
                <a:srgbClr val="075261"/>
              </a:buClr>
              <a:buSzPct val="80000"/>
              <a:buFont typeface="Rix고딕 EB" pitchFamily="18" charset="-127"/>
              <a:buChar char="I"/>
              <a:defRPr sz="1000" kern="0" spc="-2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  <a:lvl2pPr marL="88900" lvl="1" indent="-88900" defTabSz="777514" fontAlgn="base" latinLnBrk="0">
              <a:spcBef>
                <a:spcPts val="2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2pPr>
          </a:lstStyle>
          <a:p>
            <a:pPr lvl="1">
              <a:spcBef>
                <a:spcPts val="600"/>
              </a:spcBef>
            </a:pP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모기업 라이선스</a:t>
            </a:r>
            <a:endParaRPr lang="en-US" altLang="ko-KR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spcBef>
                <a:spcPts val="600"/>
              </a:spcBef>
            </a:pP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법인추가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법인추가 라이선스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BD3C3DA-5E8D-D34D-3500-5B47FC319C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574" y="4797000"/>
            <a:ext cx="324000" cy="32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9867A1-74CB-424D-6B0E-583E39B085A1}"/>
              </a:ext>
            </a:extLst>
          </p:cNvPr>
          <p:cNvSpPr txBox="1"/>
          <p:nvPr/>
        </p:nvSpPr>
        <p:spPr>
          <a:xfrm>
            <a:off x="4907280" y="6049936"/>
            <a:ext cx="4448728" cy="25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  <a:spcAft>
                <a:spcPts val="600"/>
              </a:spcAft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 법인의 기초 데이터 생성 등 인건비는 별도임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54666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AD8E4-1B77-202D-E17C-5552E81E8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62015-D8A8-E4BD-8154-24BB9E8C7F76}"/>
              </a:ext>
            </a:extLst>
          </p:cNvPr>
          <p:cNvSpPr txBox="1"/>
          <p:nvPr/>
        </p:nvSpPr>
        <p:spPr>
          <a:xfrm>
            <a:off x="6321009" y="1236613"/>
            <a:ext cx="3423882" cy="438041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311079" indent="-311079">
              <a:spcAft>
                <a:spcPts val="544"/>
              </a:spcAft>
              <a:buClr>
                <a:schemeClr val="accent1"/>
              </a:buClr>
              <a:buAutoNum type="arabicPeriod"/>
              <a:defRPr sz="1600" b="1" spc="-9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+mn-ea"/>
                <a:cs typeface="KoPubWorld돋움체_Pro Medium" panose="00000600000000000000" pitchFamily="50" charset="-127"/>
              </a:defRPr>
            </a:lvl1pPr>
          </a:lstStyle>
          <a:p>
            <a:pPr>
              <a:lnSpc>
                <a:spcPct val="20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추진 일정</a:t>
            </a:r>
          </a:p>
          <a:p>
            <a:pPr>
              <a:lnSpc>
                <a:spcPct val="20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인력 투입 계획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이슈 관리 방안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투입 인력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DAE69-ED9E-4142-45CF-569951DB7327}"/>
              </a:ext>
            </a:extLst>
          </p:cNvPr>
          <p:cNvSpPr txBox="1"/>
          <p:nvPr/>
        </p:nvSpPr>
        <p:spPr>
          <a:xfrm>
            <a:off x="520555" y="2586052"/>
            <a:ext cx="5507017" cy="1224000"/>
          </a:xfrm>
          <a:prstGeom prst="rect">
            <a:avLst/>
          </a:prstGeom>
          <a:noFill/>
        </p:spPr>
        <p:txBody>
          <a:bodyPr wrap="square" lIns="0" rtlCol="0" anchor="ctr">
            <a:noAutofit/>
          </a:bodyPr>
          <a:lstStyle/>
          <a:p>
            <a:r>
              <a:rPr lang="ko-KR" altLang="en-US" sz="36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프로젝트 관리 방안</a:t>
            </a:r>
            <a:endParaRPr lang="en-US" altLang="ko-KR" sz="3600" b="1" spc="-9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811BF9-A014-57F2-2EF5-3E0E67870904}"/>
              </a:ext>
            </a:extLst>
          </p:cNvPr>
          <p:cNvSpPr txBox="1"/>
          <p:nvPr/>
        </p:nvSpPr>
        <p:spPr>
          <a:xfrm>
            <a:off x="408583" y="1628821"/>
            <a:ext cx="1746779" cy="101566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60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Ⅲ</a:t>
            </a:r>
            <a:endParaRPr lang="ko-KR" altLang="en-US" sz="6000" b="1" spc="-9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_Pro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940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6AE4B08-CCE4-9D12-78A6-D0CBAE4A8CF1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1.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프로젝트 추진 일정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BEB4F8CA-C1E2-D46F-E864-784098ACD62B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연결 내부회계관리 시스템 구축 사업은</a:t>
            </a:r>
            <a:endParaRPr lang="en-US" altLang="ko-KR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시스템 구축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3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개월 및 안정화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3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개월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, 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총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6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개월 일정으로 수행하겠습니다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25" name="사각형: 둥근 모서리 365">
            <a:extLst>
              <a:ext uri="{FF2B5EF4-FFF2-40B4-BE49-F238E27FC236}">
                <a16:creationId xmlns:a16="http://schemas.microsoft.com/office/drawing/2014/main" id="{F67EE96B-3C47-D2C1-7E0C-92CAF33563D2}"/>
              </a:ext>
            </a:extLst>
          </p:cNvPr>
          <p:cNvSpPr/>
          <p:nvPr/>
        </p:nvSpPr>
        <p:spPr bwMode="auto">
          <a:xfrm>
            <a:off x="2955444" y="2550552"/>
            <a:ext cx="324000" cy="1080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horz" wrap="none" anchor="ctr"/>
          <a:lstStyle/>
          <a:p>
            <a:pPr algn="ctr" latinLnBrk="0"/>
            <a:endParaRPr lang="ko-KR" altLang="en-US" sz="700" spc="-5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65">
            <a:extLst>
              <a:ext uri="{FF2B5EF4-FFF2-40B4-BE49-F238E27FC236}">
                <a16:creationId xmlns:a16="http://schemas.microsoft.com/office/drawing/2014/main" id="{4711F5A6-B3F7-747C-3D2F-63D9AC1BD755}"/>
              </a:ext>
            </a:extLst>
          </p:cNvPr>
          <p:cNvSpPr/>
          <p:nvPr/>
        </p:nvSpPr>
        <p:spPr bwMode="auto">
          <a:xfrm>
            <a:off x="9071823" y="2550552"/>
            <a:ext cx="201177" cy="1080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horz" wrap="none" anchor="ctr"/>
          <a:lstStyle/>
          <a:p>
            <a:pPr algn="ctr" latinLnBrk="0"/>
            <a:endParaRPr lang="ko-KR" altLang="en-US" sz="700" spc="-5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72">
            <a:extLst>
              <a:ext uri="{FF2B5EF4-FFF2-40B4-BE49-F238E27FC236}">
                <a16:creationId xmlns:a16="http://schemas.microsoft.com/office/drawing/2014/main" id="{2BE6BFBA-5631-F8D8-4087-9C4F275A6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4661" y="2498897"/>
            <a:ext cx="563677" cy="211311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/>
          <a:lstStyle/>
          <a:p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착수보고</a:t>
            </a:r>
            <a:endParaRPr kumimoji="1"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72">
            <a:extLst>
              <a:ext uri="{FF2B5EF4-FFF2-40B4-BE49-F238E27FC236}">
                <a16:creationId xmlns:a16="http://schemas.microsoft.com/office/drawing/2014/main" id="{048896C2-DF83-7212-0550-888BED4A5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2137" y="2498897"/>
            <a:ext cx="563677" cy="211311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/>
          <a:lstStyle/>
          <a:p>
            <a:r>
              <a:rPr kumimoji="1"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완료보고</a:t>
            </a:r>
            <a:endParaRPr kumimoji="1" lang="en-US" altLang="ko-KR" sz="9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897F62EE-375B-2525-4551-9034C440C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986980"/>
              </p:ext>
            </p:extLst>
          </p:nvPr>
        </p:nvGraphicFramePr>
        <p:xfrm>
          <a:off x="634757" y="2000289"/>
          <a:ext cx="8639996" cy="38882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7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5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5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57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57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57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571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5712">
                  <a:extLst>
                    <a:ext uri="{9D8B030D-6E8A-4147-A177-3AD203B41FA5}">
                      <a16:colId xmlns:a16="http://schemas.microsoft.com/office/drawing/2014/main" val="2487514816"/>
                    </a:ext>
                  </a:extLst>
                </a:gridCol>
                <a:gridCol w="385712">
                  <a:extLst>
                    <a:ext uri="{9D8B030D-6E8A-4147-A177-3AD203B41FA5}">
                      <a16:colId xmlns:a16="http://schemas.microsoft.com/office/drawing/2014/main" val="3449885519"/>
                    </a:ext>
                  </a:extLst>
                </a:gridCol>
                <a:gridCol w="385712">
                  <a:extLst>
                    <a:ext uri="{9D8B030D-6E8A-4147-A177-3AD203B41FA5}">
                      <a16:colId xmlns:a16="http://schemas.microsoft.com/office/drawing/2014/main" val="2861682372"/>
                    </a:ext>
                  </a:extLst>
                </a:gridCol>
                <a:gridCol w="385712">
                  <a:extLst>
                    <a:ext uri="{9D8B030D-6E8A-4147-A177-3AD203B41FA5}">
                      <a16:colId xmlns:a16="http://schemas.microsoft.com/office/drawing/2014/main" val="588551663"/>
                    </a:ext>
                  </a:extLst>
                </a:gridCol>
                <a:gridCol w="385712">
                  <a:extLst>
                    <a:ext uri="{9D8B030D-6E8A-4147-A177-3AD203B41FA5}">
                      <a16:colId xmlns:a16="http://schemas.microsoft.com/office/drawing/2014/main" val="2800260381"/>
                    </a:ext>
                  </a:extLst>
                </a:gridCol>
                <a:gridCol w="3857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571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8571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8571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228718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kumimoji="1" 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Activities</a:t>
                      </a:r>
                    </a:p>
                  </a:txBody>
                  <a:tcPr marL="6833" marR="6833" marT="68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r>
                        <a:rPr kumimoji="1" lang="ko-KR" alt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kumimoji="1" lang="ko-KR" altLang="en-US" sz="12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CA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kumimoji="1" lang="ko-KR" altLang="en-US" sz="12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CA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kumimoji="1" lang="ko-KR" altLang="en-US" sz="12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CAD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r>
                        <a:rPr kumimoji="1" lang="ko-KR" alt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kumimoji="1" lang="ko-KR" altLang="en-US" sz="12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CA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kumimoji="1" lang="ko-KR" altLang="en-US" sz="12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6CA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r>
                        <a:rPr kumimoji="1" lang="ko-KR" alt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</a:t>
                      </a:r>
                      <a:r>
                        <a:rPr kumimoji="1" lang="en-US" altLang="ko-KR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9</a:t>
                      </a:r>
                      <a:r>
                        <a:rPr kumimoji="1" lang="ko-KR" alt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71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W1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W2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W3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W4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W5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W6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W7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W8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W9</a:t>
                      </a:r>
                      <a:endParaRPr kumimoji="1" lang="en-US" sz="10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W10</a:t>
                      </a:r>
                      <a:endParaRPr kumimoji="1" lang="en-US" sz="10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W11</a:t>
                      </a:r>
                      <a:endParaRPr kumimoji="1" lang="en-US" sz="10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W12</a:t>
                      </a:r>
                      <a:endParaRPr kumimoji="1" lang="en-US" sz="10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안정화</a:t>
                      </a:r>
                      <a:endParaRPr kumimoji="1" lang="en-US" sz="10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kumimoji="1" lang="en-US" sz="10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kumimoji="1" lang="en-US" sz="10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kumimoji="1" lang="en-US" sz="10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900">
                <a:tc gridSpan="2"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사업관리</a:t>
                      </a:r>
                      <a:endParaRPr kumimoji="1" lang="ko-KR" altLang="en-US" sz="9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kumimoji="1" lang="ko-KR" altLang="en-US" sz="9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72000" marR="6833" marT="6833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900">
                <a:tc rowSpan="2"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분석</a:t>
                      </a:r>
                      <a:endParaRPr kumimoji="1" lang="en-US" altLang="ko-KR" sz="10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2088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산출물 분석 및 데이터 업로드</a:t>
                      </a:r>
                      <a:endParaRPr kumimoji="1" lang="en-US" altLang="ko-KR" sz="9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72000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900">
                <a:tc vMerge="1"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6833" marR="6833" marT="6833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2088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시스템 설치 </a:t>
                      </a:r>
                      <a:r>
                        <a:rPr kumimoji="1" lang="en-US" altLang="ko-KR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&amp;</a:t>
                      </a:r>
                      <a:r>
                        <a:rPr kumimoji="1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 요구사항 정의</a:t>
                      </a:r>
                      <a:endParaRPr kumimoji="1" lang="en-US" altLang="ko-KR" sz="9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72000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900">
                <a:tc rowSpan="2"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설계</a:t>
                      </a:r>
                    </a:p>
                  </a:txBody>
                  <a:tcPr marL="6833" marR="6833" marT="68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커스터마이징 화면 및 설계</a:t>
                      </a:r>
                      <a:endParaRPr kumimoji="1" lang="en-US" altLang="ko-KR" sz="9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72000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575530"/>
                  </a:ext>
                </a:extLst>
              </a:tr>
              <a:tr h="285900">
                <a:tc vMerge="1">
                  <a:txBody>
                    <a:bodyPr/>
                    <a:lstStyle/>
                    <a:p>
                      <a:pPr algn="ctr" fontAlgn="ctr"/>
                      <a:endParaRPr kumimoji="1" lang="ko-KR" altLang="en-US" sz="10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Interface </a:t>
                      </a:r>
                      <a:r>
                        <a:rPr kumimoji="1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정의</a:t>
                      </a:r>
                      <a:endParaRPr kumimoji="1" lang="en-US" altLang="ko-KR" sz="9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72000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849566"/>
                  </a:ext>
                </a:extLst>
              </a:tr>
              <a:tr h="285900">
                <a:tc rowSpan="2"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구현</a:t>
                      </a:r>
                    </a:p>
                  </a:txBody>
                  <a:tcPr marL="6833" marR="6833" marT="68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커스터마이징</a:t>
                      </a:r>
                      <a:endParaRPr kumimoji="1" lang="en-US" altLang="ko-KR" sz="9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72000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SSO/</a:t>
                      </a:r>
                      <a:r>
                        <a:rPr kumimoji="1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인사</a:t>
                      </a:r>
                      <a:r>
                        <a:rPr kumimoji="1" lang="en-US" altLang="ko-KR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메일</a:t>
                      </a:r>
                      <a:r>
                        <a:rPr kumimoji="1" lang="en-US" altLang="ko-KR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연계개발</a:t>
                      </a:r>
                      <a:endParaRPr kumimoji="1" lang="en-US" altLang="ko-KR" sz="9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72000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900">
                <a:tc rowSpan="3"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테스트</a:t>
                      </a:r>
                      <a:endParaRPr kumimoji="1" lang="en-US" altLang="ko-KR" sz="10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2088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운영자</a:t>
                      </a:r>
                      <a:r>
                        <a:rPr kumimoji="1" lang="en-US" altLang="ko-KR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사용자 교육 </a:t>
                      </a:r>
                    </a:p>
                  </a:txBody>
                  <a:tcPr marL="72000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62088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테스트 및 수정보완</a:t>
                      </a:r>
                    </a:p>
                  </a:txBody>
                  <a:tcPr marL="72000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9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62088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최종 산출물 업로드</a:t>
                      </a:r>
                      <a:endParaRPr kumimoji="1" lang="en-US" altLang="ko-KR" sz="9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72000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900">
                <a:tc rowSpan="2"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안정화</a:t>
                      </a:r>
                    </a:p>
                  </a:txBody>
                  <a:tcPr marL="6833" marR="6833" marT="683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62088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시스템 오픈</a:t>
                      </a:r>
                    </a:p>
                  </a:txBody>
                  <a:tcPr marL="72000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900">
                <a:tc vMerge="1"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33" marR="6833" marT="6833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62088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안정화 및 감사지원</a:t>
                      </a:r>
                      <a:endParaRPr kumimoji="1" lang="en-US" altLang="ko-KR" sz="9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72000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5" name="사각형: 둥근 모서리 365">
            <a:extLst>
              <a:ext uri="{FF2B5EF4-FFF2-40B4-BE49-F238E27FC236}">
                <a16:creationId xmlns:a16="http://schemas.microsoft.com/office/drawing/2014/main" id="{C939F35F-210F-B4AA-3845-C145C542FFEC}"/>
              </a:ext>
            </a:extLst>
          </p:cNvPr>
          <p:cNvSpPr/>
          <p:nvPr/>
        </p:nvSpPr>
        <p:spPr bwMode="auto">
          <a:xfrm>
            <a:off x="3105478" y="2550552"/>
            <a:ext cx="108000" cy="1080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horz" wrap="none" anchor="ctr"/>
          <a:lstStyle/>
          <a:p>
            <a:pPr algn="ctr" latinLnBrk="0"/>
            <a:endParaRPr lang="ko-KR" altLang="en-US" sz="700" spc="-5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65">
            <a:extLst>
              <a:ext uri="{FF2B5EF4-FFF2-40B4-BE49-F238E27FC236}">
                <a16:creationId xmlns:a16="http://schemas.microsoft.com/office/drawing/2014/main" id="{F4639D8D-33DE-8355-5DD2-4617D349D53C}"/>
              </a:ext>
            </a:extLst>
          </p:cNvPr>
          <p:cNvSpPr/>
          <p:nvPr/>
        </p:nvSpPr>
        <p:spPr bwMode="auto">
          <a:xfrm>
            <a:off x="9165000" y="2550552"/>
            <a:ext cx="108000" cy="1080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horz" wrap="none" anchor="ctr"/>
          <a:lstStyle/>
          <a:p>
            <a:pPr algn="ctr" latinLnBrk="0"/>
            <a:endParaRPr lang="ko-KR" altLang="en-US" sz="700" spc="-5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72">
            <a:extLst>
              <a:ext uri="{FF2B5EF4-FFF2-40B4-BE49-F238E27FC236}">
                <a16:creationId xmlns:a16="http://schemas.microsoft.com/office/drawing/2014/main" id="{2E23A79A-AD9B-8CE3-1557-F67284827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552" y="2489372"/>
            <a:ext cx="563677" cy="211311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/>
          <a:lstStyle/>
          <a:p>
            <a:r>
              <a:rPr kumimoji="1"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착수보고</a:t>
            </a:r>
            <a:endParaRPr kumimoji="1" lang="en-US" altLang="ko-KR" sz="10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72">
            <a:extLst>
              <a:ext uri="{FF2B5EF4-FFF2-40B4-BE49-F238E27FC236}">
                <a16:creationId xmlns:a16="http://schemas.microsoft.com/office/drawing/2014/main" id="{699C95C0-6369-AC08-04ED-B2A7F6F1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6273" y="2489372"/>
            <a:ext cx="563677" cy="211311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/>
          <a:lstStyle/>
          <a:p>
            <a:r>
              <a:rPr kumimoji="1"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완료보고</a:t>
            </a:r>
            <a:endParaRPr kumimoji="1" lang="en-US" altLang="ko-KR" sz="10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사각형: 둥근 모서리 365">
            <a:extLst>
              <a:ext uri="{FF2B5EF4-FFF2-40B4-BE49-F238E27FC236}">
                <a16:creationId xmlns:a16="http://schemas.microsoft.com/office/drawing/2014/main" id="{B4DAB7A2-3538-DA8C-76BA-4DE8E803333E}"/>
              </a:ext>
            </a:extLst>
          </p:cNvPr>
          <p:cNvSpPr/>
          <p:nvPr/>
        </p:nvSpPr>
        <p:spPr bwMode="auto">
          <a:xfrm>
            <a:off x="7739405" y="5402245"/>
            <a:ext cx="108000" cy="1080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horz" wrap="none" anchor="ctr"/>
          <a:lstStyle/>
          <a:p>
            <a:pPr algn="ctr" latinLnBrk="0"/>
            <a:endParaRPr lang="ko-KR" altLang="en-US" sz="700" spc="-5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72">
            <a:extLst>
              <a:ext uri="{FF2B5EF4-FFF2-40B4-BE49-F238E27FC236}">
                <a16:creationId xmlns:a16="http://schemas.microsoft.com/office/drawing/2014/main" id="{22F6DF0C-DD7B-8F8B-B6B5-28CDCC008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4373" y="5350304"/>
            <a:ext cx="684000" cy="202602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/>
          <a:lstStyle/>
          <a:p>
            <a:r>
              <a:rPr kumimoji="1" lang="ko-KR" altLang="en-US" sz="1000" b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오픈</a:t>
            </a:r>
            <a:endParaRPr kumimoji="1" lang="en-US" altLang="ko-KR" sz="1000" b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8B0557F2-8EA5-B28E-D67B-F78CFB187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000" y="5301000"/>
            <a:ext cx="185206" cy="129373"/>
          </a:xfrm>
          <a:prstGeom prst="rect">
            <a:avLst/>
          </a:prstGeom>
        </p:spPr>
      </p:pic>
      <p:sp>
        <p:nvSpPr>
          <p:cNvPr id="42" name="사각형: 둥근 모서리 365">
            <a:extLst>
              <a:ext uri="{FF2B5EF4-FFF2-40B4-BE49-F238E27FC236}">
                <a16:creationId xmlns:a16="http://schemas.microsoft.com/office/drawing/2014/main" id="{E7F2571C-A326-D649-5C76-A4623D77E834}"/>
              </a:ext>
            </a:extLst>
          </p:cNvPr>
          <p:cNvSpPr/>
          <p:nvPr/>
        </p:nvSpPr>
        <p:spPr bwMode="auto">
          <a:xfrm>
            <a:off x="3225000" y="2840177"/>
            <a:ext cx="1042107" cy="1080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horz" wrap="none" anchor="ctr"/>
          <a:lstStyle/>
          <a:p>
            <a:pPr algn="ctr" latinLnBrk="0"/>
            <a:endParaRPr lang="ko-KR" altLang="en-US" sz="700" spc="-5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사각형: 둥근 모서리 365">
            <a:extLst>
              <a:ext uri="{FF2B5EF4-FFF2-40B4-BE49-F238E27FC236}">
                <a16:creationId xmlns:a16="http://schemas.microsoft.com/office/drawing/2014/main" id="{B98ACE7C-2CD4-AB87-9E7D-6B5B425E89C5}"/>
              </a:ext>
            </a:extLst>
          </p:cNvPr>
          <p:cNvSpPr/>
          <p:nvPr/>
        </p:nvSpPr>
        <p:spPr bwMode="auto">
          <a:xfrm>
            <a:off x="3504290" y="3118304"/>
            <a:ext cx="1152000" cy="1080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horz" wrap="none" anchor="ctr"/>
          <a:lstStyle/>
          <a:p>
            <a:pPr algn="ctr" latinLnBrk="0"/>
            <a:endParaRPr lang="ko-KR" altLang="en-US" sz="700" spc="-5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사각형: 둥근 모서리 365">
            <a:extLst>
              <a:ext uri="{FF2B5EF4-FFF2-40B4-BE49-F238E27FC236}">
                <a16:creationId xmlns:a16="http://schemas.microsoft.com/office/drawing/2014/main" id="{9C83FC50-FA63-6358-723D-CD199F23B0D1}"/>
              </a:ext>
            </a:extLst>
          </p:cNvPr>
          <p:cNvSpPr/>
          <p:nvPr/>
        </p:nvSpPr>
        <p:spPr bwMode="auto">
          <a:xfrm>
            <a:off x="3873000" y="3388886"/>
            <a:ext cx="1152000" cy="1080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horz" wrap="none" anchor="ctr"/>
          <a:lstStyle/>
          <a:p>
            <a:pPr algn="ctr" latinLnBrk="0"/>
            <a:endParaRPr lang="ko-KR" altLang="en-US" sz="700" spc="-5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사각형: 둥근 모서리 365">
            <a:extLst>
              <a:ext uri="{FF2B5EF4-FFF2-40B4-BE49-F238E27FC236}">
                <a16:creationId xmlns:a16="http://schemas.microsoft.com/office/drawing/2014/main" id="{23AD07DF-7692-A22C-44A0-17472908CABD}"/>
              </a:ext>
            </a:extLst>
          </p:cNvPr>
          <p:cNvSpPr/>
          <p:nvPr/>
        </p:nvSpPr>
        <p:spPr bwMode="auto">
          <a:xfrm>
            <a:off x="3873000" y="3695005"/>
            <a:ext cx="792000" cy="1080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horz" wrap="none" anchor="ctr"/>
          <a:lstStyle/>
          <a:p>
            <a:pPr algn="ctr" latinLnBrk="0"/>
            <a:endParaRPr lang="ko-KR" altLang="en-US" sz="700" spc="-5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365">
            <a:extLst>
              <a:ext uri="{FF2B5EF4-FFF2-40B4-BE49-F238E27FC236}">
                <a16:creationId xmlns:a16="http://schemas.microsoft.com/office/drawing/2014/main" id="{DAA530C8-9D07-98F4-F62A-D3C134CE6392}"/>
              </a:ext>
            </a:extLst>
          </p:cNvPr>
          <p:cNvSpPr/>
          <p:nvPr/>
        </p:nvSpPr>
        <p:spPr bwMode="auto">
          <a:xfrm>
            <a:off x="4305000" y="3991013"/>
            <a:ext cx="1872000" cy="1080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horz" wrap="none" anchor="ctr"/>
          <a:lstStyle/>
          <a:p>
            <a:pPr algn="ctr" latinLnBrk="0"/>
            <a:endParaRPr lang="ko-KR" altLang="en-US" sz="700" spc="-5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사각형: 둥근 모서리 365">
            <a:extLst>
              <a:ext uri="{FF2B5EF4-FFF2-40B4-BE49-F238E27FC236}">
                <a16:creationId xmlns:a16="http://schemas.microsoft.com/office/drawing/2014/main" id="{E6DFB41D-6D3C-4323-4428-4456C7308BB1}"/>
              </a:ext>
            </a:extLst>
          </p:cNvPr>
          <p:cNvSpPr/>
          <p:nvPr/>
        </p:nvSpPr>
        <p:spPr bwMode="auto">
          <a:xfrm>
            <a:off x="4665000" y="4252886"/>
            <a:ext cx="1512000" cy="1080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horz" wrap="none" anchor="ctr"/>
          <a:lstStyle/>
          <a:p>
            <a:pPr algn="ctr" latinLnBrk="0"/>
            <a:endParaRPr lang="ko-KR" altLang="en-US" sz="700" spc="-5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사각형: 둥근 모서리 365">
            <a:extLst>
              <a:ext uri="{FF2B5EF4-FFF2-40B4-BE49-F238E27FC236}">
                <a16:creationId xmlns:a16="http://schemas.microsoft.com/office/drawing/2014/main" id="{4F47519E-FA0E-DF5E-5608-4DF249B7D6A1}"/>
              </a:ext>
            </a:extLst>
          </p:cNvPr>
          <p:cNvSpPr/>
          <p:nvPr/>
        </p:nvSpPr>
        <p:spPr bwMode="auto">
          <a:xfrm>
            <a:off x="6194418" y="4820177"/>
            <a:ext cx="1548000" cy="1080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horz" wrap="none" anchor="ctr"/>
          <a:lstStyle/>
          <a:p>
            <a:pPr algn="ctr" latinLnBrk="0"/>
            <a:endParaRPr lang="ko-KR" altLang="en-US" sz="700" spc="-5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사각형: 둥근 모서리 365">
            <a:extLst>
              <a:ext uri="{FF2B5EF4-FFF2-40B4-BE49-F238E27FC236}">
                <a16:creationId xmlns:a16="http://schemas.microsoft.com/office/drawing/2014/main" id="{B393B77F-F4D2-328E-A7A0-9ADAE018F175}"/>
              </a:ext>
            </a:extLst>
          </p:cNvPr>
          <p:cNvSpPr/>
          <p:nvPr/>
        </p:nvSpPr>
        <p:spPr bwMode="auto">
          <a:xfrm>
            <a:off x="6194418" y="4560632"/>
            <a:ext cx="108000" cy="1080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horz" wrap="none" anchor="ctr"/>
          <a:lstStyle/>
          <a:p>
            <a:pPr algn="ctr" latinLnBrk="0"/>
            <a:endParaRPr lang="ko-KR" altLang="en-US" sz="700" spc="-5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365">
            <a:extLst>
              <a:ext uri="{FF2B5EF4-FFF2-40B4-BE49-F238E27FC236}">
                <a16:creationId xmlns:a16="http://schemas.microsoft.com/office/drawing/2014/main" id="{DBAD9FFE-AA75-4603-FC20-8FD913771BE6}"/>
              </a:ext>
            </a:extLst>
          </p:cNvPr>
          <p:cNvSpPr/>
          <p:nvPr/>
        </p:nvSpPr>
        <p:spPr bwMode="auto">
          <a:xfrm>
            <a:off x="7634418" y="4559468"/>
            <a:ext cx="108000" cy="1080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horz" wrap="none" anchor="ctr"/>
          <a:lstStyle/>
          <a:p>
            <a:pPr algn="ctr" latinLnBrk="0"/>
            <a:endParaRPr lang="ko-KR" altLang="en-US" sz="700" spc="-5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사각형: 둥근 모서리 365">
            <a:extLst>
              <a:ext uri="{FF2B5EF4-FFF2-40B4-BE49-F238E27FC236}">
                <a16:creationId xmlns:a16="http://schemas.microsoft.com/office/drawing/2014/main" id="{7EAEDC14-31E8-456A-361A-00B60EE1A29B}"/>
              </a:ext>
            </a:extLst>
          </p:cNvPr>
          <p:cNvSpPr/>
          <p:nvPr/>
        </p:nvSpPr>
        <p:spPr bwMode="auto">
          <a:xfrm>
            <a:off x="6969000" y="5108177"/>
            <a:ext cx="396000" cy="1080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horz" wrap="none" anchor="ctr"/>
          <a:lstStyle/>
          <a:p>
            <a:pPr algn="ctr" latinLnBrk="0"/>
            <a:endParaRPr lang="ko-KR" altLang="en-US" sz="700" spc="-5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사각형: 둥근 모서리 365">
            <a:extLst>
              <a:ext uri="{FF2B5EF4-FFF2-40B4-BE49-F238E27FC236}">
                <a16:creationId xmlns:a16="http://schemas.microsoft.com/office/drawing/2014/main" id="{824B99AE-03F2-6306-6EF6-AF8C746D7BC6}"/>
              </a:ext>
            </a:extLst>
          </p:cNvPr>
          <p:cNvSpPr/>
          <p:nvPr/>
        </p:nvSpPr>
        <p:spPr bwMode="auto">
          <a:xfrm>
            <a:off x="7739405" y="5684177"/>
            <a:ext cx="1548000" cy="1080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horz" wrap="none" anchor="ctr"/>
          <a:lstStyle/>
          <a:p>
            <a:pPr algn="ctr" latinLnBrk="0"/>
            <a:endParaRPr lang="ko-KR" altLang="en-US" sz="700" spc="-5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515930-6CFF-C9A4-CF9F-A78A7817C340}"/>
              </a:ext>
            </a:extLst>
          </p:cNvPr>
          <p:cNvSpPr txBox="1"/>
          <p:nvPr/>
        </p:nvSpPr>
        <p:spPr>
          <a:xfrm>
            <a:off x="6902471" y="5949000"/>
            <a:ext cx="24016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8000" indent="-108000" algn="r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프로젝트는 비상주 기반으로 진행됩니다</a:t>
            </a:r>
            <a:r>
              <a: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9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E698B5-F2E2-648E-B7CB-95CBE6CA813C}"/>
              </a:ext>
            </a:extLst>
          </p:cNvPr>
          <p:cNvSpPr txBox="1"/>
          <p:nvPr/>
        </p:nvSpPr>
        <p:spPr>
          <a:xfrm>
            <a:off x="6360656" y="6121593"/>
            <a:ext cx="29434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8000" indent="-108000" algn="r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안정화</a:t>
            </a:r>
            <a:r>
              <a: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기간에는 기술지원팀에서 상시 지원합니다</a:t>
            </a:r>
            <a:r>
              <a: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9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85273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D446C-3C00-EFC5-4FA4-2070EA036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6E70DDD-71A9-7C7E-871E-FA06A8A79DFC}"/>
              </a:ext>
            </a:extLst>
          </p:cNvPr>
          <p:cNvCxnSpPr>
            <a:cxnSpLocks/>
            <a:stCxn id="81" idx="2"/>
            <a:endCxn id="87" idx="0"/>
          </p:cNvCxnSpPr>
          <p:nvPr/>
        </p:nvCxnSpPr>
        <p:spPr>
          <a:xfrm>
            <a:off x="4970948" y="2771482"/>
            <a:ext cx="0" cy="1431833"/>
          </a:xfrm>
          <a:prstGeom prst="line">
            <a:avLst/>
          </a:prstGeom>
          <a:ln>
            <a:solidFill>
              <a:srgbClr val="6B9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bject 2">
            <a:extLst>
              <a:ext uri="{FF2B5EF4-FFF2-40B4-BE49-F238E27FC236}">
                <a16:creationId xmlns:a16="http://schemas.microsoft.com/office/drawing/2014/main" id="{898F9383-7818-4B71-4B92-93A9BFD64E34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인력 투입 계획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556B4D9-7FA2-554B-ADF6-A852EB4F9145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현대위아의 성공적인 연결 내부회계관리 시스템 구축을 위해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전문인력으로 사업 수행 조직을 구성하였습니다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81" name="사각형: 둥근 모서리 169">
            <a:extLst>
              <a:ext uri="{FF2B5EF4-FFF2-40B4-BE49-F238E27FC236}">
                <a16:creationId xmlns:a16="http://schemas.microsoft.com/office/drawing/2014/main" id="{025C75EE-2C85-639A-0C14-09BFDBCDF137}"/>
              </a:ext>
            </a:extLst>
          </p:cNvPr>
          <p:cNvSpPr/>
          <p:nvPr/>
        </p:nvSpPr>
        <p:spPr>
          <a:xfrm>
            <a:off x="3800948" y="1845000"/>
            <a:ext cx="2340000" cy="926482"/>
          </a:xfrm>
          <a:prstGeom prst="roundRect">
            <a:avLst>
              <a:gd name="adj" fmla="val 9278"/>
            </a:avLst>
          </a:prstGeom>
          <a:solidFill>
            <a:srgbClr val="BBC9F2"/>
          </a:solidFill>
        </p:spPr>
        <p:txBody>
          <a:bodyPr wrap="square" lIns="0" tIns="0" rIns="0" bIns="0" rtlCol="0"/>
          <a:lstStyle/>
          <a:p>
            <a:pPr algn="ctr"/>
            <a:endParaRPr lang="en-US" altLang="ko-KR" sz="1050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1050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object 7">
            <a:extLst>
              <a:ext uri="{FF2B5EF4-FFF2-40B4-BE49-F238E27FC236}">
                <a16:creationId xmlns:a16="http://schemas.microsoft.com/office/drawing/2014/main" id="{8D896706-3342-0937-62EB-1E2645803201}"/>
              </a:ext>
            </a:extLst>
          </p:cNvPr>
          <p:cNvSpPr/>
          <p:nvPr/>
        </p:nvSpPr>
        <p:spPr>
          <a:xfrm>
            <a:off x="3890948" y="1939882"/>
            <a:ext cx="2160000" cy="360000"/>
          </a:xfrm>
          <a:prstGeom prst="roundRect">
            <a:avLst>
              <a:gd name="adj" fmla="val 36771"/>
            </a:avLst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4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현대위아</a:t>
            </a:r>
          </a:p>
        </p:txBody>
      </p:sp>
      <p:sp>
        <p:nvSpPr>
          <p:cNvPr id="84" name="사각형: 둥근 모서리 169">
            <a:extLst>
              <a:ext uri="{FF2B5EF4-FFF2-40B4-BE49-F238E27FC236}">
                <a16:creationId xmlns:a16="http://schemas.microsoft.com/office/drawing/2014/main" id="{AAB838C1-FCE5-0702-EBCC-B6E648D26664}"/>
              </a:ext>
            </a:extLst>
          </p:cNvPr>
          <p:cNvSpPr/>
          <p:nvPr/>
        </p:nvSpPr>
        <p:spPr>
          <a:xfrm>
            <a:off x="3800948" y="2921523"/>
            <a:ext cx="2340000" cy="1080000"/>
          </a:xfrm>
          <a:prstGeom prst="roundRect">
            <a:avLst>
              <a:gd name="adj" fmla="val 9278"/>
            </a:avLst>
          </a:prstGeom>
          <a:solidFill>
            <a:schemeClr val="bg2">
              <a:lumMod val="75000"/>
            </a:schemeClr>
          </a:solidFill>
        </p:spPr>
        <p:txBody>
          <a:bodyPr wrap="square" lIns="0" tIns="0" rIns="0" bIns="0" rtlCol="0"/>
          <a:lstStyle/>
          <a:p>
            <a:endParaRPr lang="en-US" altLang="ko-KR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object 7">
            <a:extLst>
              <a:ext uri="{FF2B5EF4-FFF2-40B4-BE49-F238E27FC236}">
                <a16:creationId xmlns:a16="http://schemas.microsoft.com/office/drawing/2014/main" id="{F8E4FA46-CC8B-012B-394C-FF7FEC87AB64}"/>
              </a:ext>
            </a:extLst>
          </p:cNvPr>
          <p:cNvSpPr/>
          <p:nvPr/>
        </p:nvSpPr>
        <p:spPr>
          <a:xfrm>
            <a:off x="3890948" y="3016405"/>
            <a:ext cx="2160000" cy="360000"/>
          </a:xfrm>
          <a:prstGeom prst="roundRect">
            <a:avLst>
              <a:gd name="adj" fmla="val 3677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4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프로젝트 수행</a:t>
            </a:r>
            <a:r>
              <a:rPr lang="en-US" altLang="ko-KR" sz="14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(PM)</a:t>
            </a:r>
            <a:endParaRPr lang="ko-KR" altLang="en-US" sz="1400" b="1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87" name="사각형: 둥근 모서리 169">
            <a:extLst>
              <a:ext uri="{FF2B5EF4-FFF2-40B4-BE49-F238E27FC236}">
                <a16:creationId xmlns:a16="http://schemas.microsoft.com/office/drawing/2014/main" id="{FEDE50CB-F23B-567C-1D77-1C4372038B86}"/>
              </a:ext>
            </a:extLst>
          </p:cNvPr>
          <p:cNvSpPr/>
          <p:nvPr/>
        </p:nvSpPr>
        <p:spPr>
          <a:xfrm>
            <a:off x="3800948" y="4203315"/>
            <a:ext cx="2340000" cy="1332000"/>
          </a:xfrm>
          <a:prstGeom prst="roundRect">
            <a:avLst>
              <a:gd name="adj" fmla="val 9278"/>
            </a:avLst>
          </a:prstGeom>
          <a:solidFill>
            <a:schemeClr val="bg2">
              <a:lumMod val="75000"/>
            </a:schemeClr>
          </a:solidFill>
        </p:spPr>
        <p:txBody>
          <a:bodyPr wrap="square" lIns="0" tIns="0" rIns="0" bIns="0" rtlCol="0"/>
          <a:lstStyle/>
          <a:p>
            <a:endParaRPr lang="en-US" altLang="ko-KR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object 7">
            <a:extLst>
              <a:ext uri="{FF2B5EF4-FFF2-40B4-BE49-F238E27FC236}">
                <a16:creationId xmlns:a16="http://schemas.microsoft.com/office/drawing/2014/main" id="{13EA073B-2061-29DF-F029-84E5170ACF7D}"/>
              </a:ext>
            </a:extLst>
          </p:cNvPr>
          <p:cNvSpPr/>
          <p:nvPr/>
        </p:nvSpPr>
        <p:spPr>
          <a:xfrm>
            <a:off x="3890948" y="4298198"/>
            <a:ext cx="2160000" cy="360000"/>
          </a:xfrm>
          <a:prstGeom prst="roundRect">
            <a:avLst>
              <a:gd name="adj" fmla="val 3677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4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구축 및 개발</a:t>
            </a:r>
          </a:p>
        </p:txBody>
      </p:sp>
      <p:sp>
        <p:nvSpPr>
          <p:cNvPr id="91" name="사각형: 둥근 모서리 169">
            <a:extLst>
              <a:ext uri="{FF2B5EF4-FFF2-40B4-BE49-F238E27FC236}">
                <a16:creationId xmlns:a16="http://schemas.microsoft.com/office/drawing/2014/main" id="{4134B873-014D-6F79-24E5-403F10D61482}"/>
              </a:ext>
            </a:extLst>
          </p:cNvPr>
          <p:cNvSpPr/>
          <p:nvPr/>
        </p:nvSpPr>
        <p:spPr>
          <a:xfrm>
            <a:off x="921000" y="2921523"/>
            <a:ext cx="2340000" cy="1080000"/>
          </a:xfrm>
          <a:prstGeom prst="roundRect">
            <a:avLst>
              <a:gd name="adj" fmla="val 9278"/>
            </a:avLst>
          </a:prstGeom>
          <a:solidFill>
            <a:srgbClr val="D3DEF2"/>
          </a:solidFill>
        </p:spPr>
        <p:txBody>
          <a:bodyPr wrap="square" lIns="0" tIns="0" rIns="0" bIns="0" rtlCol="0"/>
          <a:lstStyle/>
          <a:p>
            <a:endParaRPr lang="en-US" altLang="ko-KR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object 7">
            <a:extLst>
              <a:ext uri="{FF2B5EF4-FFF2-40B4-BE49-F238E27FC236}">
                <a16:creationId xmlns:a16="http://schemas.microsoft.com/office/drawing/2014/main" id="{1796D862-EC34-9D2C-8EFC-713903B353BE}"/>
              </a:ext>
            </a:extLst>
          </p:cNvPr>
          <p:cNvSpPr/>
          <p:nvPr/>
        </p:nvSpPr>
        <p:spPr>
          <a:xfrm>
            <a:off x="1011000" y="3016405"/>
            <a:ext cx="2160000" cy="360000"/>
          </a:xfrm>
          <a:prstGeom prst="roundRect">
            <a:avLst>
              <a:gd name="adj" fmla="val 36771"/>
            </a:avLst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4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현대위아</a:t>
            </a:r>
          </a:p>
        </p:txBody>
      </p:sp>
      <p:sp>
        <p:nvSpPr>
          <p:cNvPr id="94" name="사각형: 둥근 모서리 169">
            <a:extLst>
              <a:ext uri="{FF2B5EF4-FFF2-40B4-BE49-F238E27FC236}">
                <a16:creationId xmlns:a16="http://schemas.microsoft.com/office/drawing/2014/main" id="{E80EC7E6-934C-9BAA-0E96-931F48C1B2A7}"/>
              </a:ext>
            </a:extLst>
          </p:cNvPr>
          <p:cNvSpPr/>
          <p:nvPr/>
        </p:nvSpPr>
        <p:spPr>
          <a:xfrm>
            <a:off x="6725677" y="2921523"/>
            <a:ext cx="2340000" cy="1080000"/>
          </a:xfrm>
          <a:prstGeom prst="roundRect">
            <a:avLst>
              <a:gd name="adj" fmla="val 9278"/>
            </a:avLst>
          </a:prstGeom>
          <a:solidFill>
            <a:schemeClr val="bg2">
              <a:lumMod val="75000"/>
            </a:schemeClr>
          </a:solidFill>
        </p:spPr>
        <p:txBody>
          <a:bodyPr wrap="square" lIns="0" tIns="0" rIns="0" bIns="0" rtlCol="0"/>
          <a:lstStyle/>
          <a:p>
            <a:endParaRPr lang="en-US" altLang="ko-KR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object 7">
            <a:extLst>
              <a:ext uri="{FF2B5EF4-FFF2-40B4-BE49-F238E27FC236}">
                <a16:creationId xmlns:a16="http://schemas.microsoft.com/office/drawing/2014/main" id="{552296A6-5E2B-7DEE-0508-B4D3D373D4D8}"/>
              </a:ext>
            </a:extLst>
          </p:cNvPr>
          <p:cNvSpPr/>
          <p:nvPr/>
        </p:nvSpPr>
        <p:spPr>
          <a:xfrm>
            <a:off x="6815677" y="3016405"/>
            <a:ext cx="2160000" cy="360000"/>
          </a:xfrm>
          <a:prstGeom prst="roundRect">
            <a:avLst>
              <a:gd name="adj" fmla="val 3677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4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PMO</a:t>
            </a:r>
            <a:endParaRPr lang="ko-KR" altLang="en-US" sz="1400" b="1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97" name="사각형: 둥근 모서리 169">
            <a:extLst>
              <a:ext uri="{FF2B5EF4-FFF2-40B4-BE49-F238E27FC236}">
                <a16:creationId xmlns:a16="http://schemas.microsoft.com/office/drawing/2014/main" id="{DDC2D643-B8AC-8CD3-41DD-1D0A6568D754}"/>
              </a:ext>
            </a:extLst>
          </p:cNvPr>
          <p:cNvSpPr/>
          <p:nvPr/>
        </p:nvSpPr>
        <p:spPr>
          <a:xfrm>
            <a:off x="6725677" y="4203315"/>
            <a:ext cx="2340000" cy="1059503"/>
          </a:xfrm>
          <a:prstGeom prst="roundRect">
            <a:avLst>
              <a:gd name="adj" fmla="val 9278"/>
            </a:avLst>
          </a:prstGeom>
          <a:solidFill>
            <a:schemeClr val="bg2">
              <a:lumMod val="75000"/>
            </a:schemeClr>
          </a:solidFill>
        </p:spPr>
        <p:txBody>
          <a:bodyPr wrap="square" lIns="0" tIns="0" rIns="0" bIns="0" rtlCol="0"/>
          <a:lstStyle/>
          <a:p>
            <a:endParaRPr lang="en-US" altLang="ko-KR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5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object 7">
            <a:extLst>
              <a:ext uri="{FF2B5EF4-FFF2-40B4-BE49-F238E27FC236}">
                <a16:creationId xmlns:a16="http://schemas.microsoft.com/office/drawing/2014/main" id="{B1A325ED-58A7-8EBF-5920-CCB9F9392216}"/>
              </a:ext>
            </a:extLst>
          </p:cNvPr>
          <p:cNvSpPr/>
          <p:nvPr/>
        </p:nvSpPr>
        <p:spPr>
          <a:xfrm>
            <a:off x="6815677" y="4298198"/>
            <a:ext cx="2160000" cy="360000"/>
          </a:xfrm>
          <a:prstGeom prst="roundRect">
            <a:avLst>
              <a:gd name="adj" fmla="val 3677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4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업무지원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A5C7302-1CDF-B613-C043-A21C1A359B64}"/>
              </a:ext>
            </a:extLst>
          </p:cNvPr>
          <p:cNvCxnSpPr>
            <a:cxnSpLocks/>
            <a:stCxn id="91" idx="3"/>
            <a:endCxn id="84" idx="1"/>
          </p:cNvCxnSpPr>
          <p:nvPr/>
        </p:nvCxnSpPr>
        <p:spPr>
          <a:xfrm>
            <a:off x="3261000" y="3461523"/>
            <a:ext cx="539948" cy="0"/>
          </a:xfrm>
          <a:prstGeom prst="line">
            <a:avLst/>
          </a:prstGeom>
          <a:ln>
            <a:solidFill>
              <a:srgbClr val="6B9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72F7744-F6F4-BE1C-36F2-2239A7761354}"/>
              </a:ext>
            </a:extLst>
          </p:cNvPr>
          <p:cNvCxnSpPr>
            <a:cxnSpLocks/>
            <a:stCxn id="84" idx="3"/>
            <a:endCxn id="94" idx="1"/>
          </p:cNvCxnSpPr>
          <p:nvPr/>
        </p:nvCxnSpPr>
        <p:spPr>
          <a:xfrm>
            <a:off x="6140948" y="3461523"/>
            <a:ext cx="584729" cy="0"/>
          </a:xfrm>
          <a:prstGeom prst="line">
            <a:avLst/>
          </a:prstGeom>
          <a:ln>
            <a:solidFill>
              <a:srgbClr val="6B9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7812421-C9DE-5CF4-0F75-FE57E9327F93}"/>
              </a:ext>
            </a:extLst>
          </p:cNvPr>
          <p:cNvCxnSpPr>
            <a:cxnSpLocks/>
            <a:stCxn id="94" idx="2"/>
            <a:endCxn id="97" idx="0"/>
          </p:cNvCxnSpPr>
          <p:nvPr/>
        </p:nvCxnSpPr>
        <p:spPr>
          <a:xfrm>
            <a:off x="7895677" y="4001523"/>
            <a:ext cx="0" cy="201792"/>
          </a:xfrm>
          <a:prstGeom prst="line">
            <a:avLst/>
          </a:prstGeom>
          <a:ln>
            <a:solidFill>
              <a:srgbClr val="6B9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A2D78B80-A794-41D1-2C82-C92FC99594B2}"/>
              </a:ext>
            </a:extLst>
          </p:cNvPr>
          <p:cNvSpPr/>
          <p:nvPr/>
        </p:nvSpPr>
        <p:spPr>
          <a:xfrm>
            <a:off x="3890948" y="3454829"/>
            <a:ext cx="2160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권기풍 이사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412D72-7EBA-2899-514E-201AB94EADE0}"/>
              </a:ext>
            </a:extLst>
          </p:cNvPr>
          <p:cNvSpPr/>
          <p:nvPr/>
        </p:nvSpPr>
        <p:spPr>
          <a:xfrm>
            <a:off x="6815677" y="3454829"/>
            <a:ext cx="2160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이성해 수석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C61CD77-F82B-45EC-79C9-BC606B8F597C}"/>
              </a:ext>
            </a:extLst>
          </p:cNvPr>
          <p:cNvSpPr/>
          <p:nvPr/>
        </p:nvSpPr>
        <p:spPr>
          <a:xfrm>
            <a:off x="6815677" y="4738472"/>
            <a:ext cx="2160000" cy="46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개발팀</a:t>
            </a:r>
            <a:endParaRPr lang="en-US" altLang="ko-KR" sz="12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기술지원팀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04476C-5F6D-59D6-B341-9AC97869F5FD}"/>
              </a:ext>
            </a:extLst>
          </p:cNvPr>
          <p:cNvSpPr/>
          <p:nvPr/>
        </p:nvSpPr>
        <p:spPr>
          <a:xfrm>
            <a:off x="3890948" y="4738472"/>
            <a:ext cx="216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   삼 이사</a:t>
            </a:r>
            <a:endParaRPr lang="en-US" altLang="ko-KR" sz="12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장건우 책임</a:t>
            </a:r>
            <a:endParaRPr lang="en-US" altLang="ko-KR" sz="12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   란 책임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53D4A2-3637-C90F-821A-8437A576DFAC}"/>
              </a:ext>
            </a:extLst>
          </p:cNvPr>
          <p:cNvSpPr/>
          <p:nvPr/>
        </p:nvSpPr>
        <p:spPr>
          <a:xfrm>
            <a:off x="1011000" y="3454829"/>
            <a:ext cx="2160000" cy="46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회계팀</a:t>
            </a:r>
            <a:endParaRPr lang="en-US" altLang="ko-KR" sz="12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해외법인 전담부서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A471B88-A271-C30D-0D7A-FC81DEB3C51E}"/>
              </a:ext>
            </a:extLst>
          </p:cNvPr>
          <p:cNvSpPr/>
          <p:nvPr/>
        </p:nvSpPr>
        <p:spPr>
          <a:xfrm>
            <a:off x="3890948" y="2389026"/>
            <a:ext cx="2160000" cy="2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 총괄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3A624696-C01B-C24B-539E-8CFB81993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138479"/>
              </p:ext>
            </p:extLst>
          </p:nvPr>
        </p:nvGraphicFramePr>
        <p:xfrm>
          <a:off x="631825" y="5007675"/>
          <a:ext cx="3024000" cy="129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5358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513012489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97746339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913068909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090562026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담당자</a:t>
                      </a:r>
                      <a:endParaRPr kumimoji="1" lang="en-US" sz="10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역할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등급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M1</a:t>
                      </a:r>
                      <a:endParaRPr kumimoji="1" lang="ko-KR" altLang="en-US" sz="10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M2</a:t>
                      </a:r>
                      <a:endParaRPr kumimoji="1" lang="ko-KR" altLang="en-US" sz="10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altLang="ko-KR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M3</a:t>
                      </a:r>
                      <a:endParaRPr kumimoji="1" lang="ko-KR" altLang="en-US" sz="10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ko-KR" alt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소계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권기풍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PM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특급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0.5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0.5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0.5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1.5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김   삼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설계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개발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특급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0.5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1.0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1.5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50953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장건우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구축 및 테스트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중급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0.5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0.5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0.5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1.5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03662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최   란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개발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고급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0.5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0.5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1.0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867843"/>
                  </a:ext>
                </a:extLst>
              </a:tr>
              <a:tr h="216000">
                <a:tc gridSpan="3"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0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합계</a:t>
                      </a: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2.0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2.5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1.0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 Light" panose="00000300000000000000" pitchFamily="2" charset="-127"/>
                        </a:rPr>
                        <a:t>5.5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 Light" panose="00000300000000000000" pitchFamily="2" charset="-127"/>
                      </a:endParaRPr>
                    </a:p>
                  </a:txBody>
                  <a:tcPr marL="6833" marR="6833" marT="6833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866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4766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CF06F-7B0C-4142-0B6C-6A8DA2ED0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3F2F4045-D758-A08D-11C2-77710D544606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국내 최고의 내부회계 전문가로 구성되어 있으며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안정적인 구축과 운영을 위해 최선을 다하겠습니다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F5D9D517-AC7E-CD83-DC90-FB93E2892310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인력 투입 계획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C6825D2-2270-3665-3816-0EF80078549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43277" y="2354241"/>
            <a:ext cx="2700000" cy="3960000"/>
          </a:xfrm>
          <a:prstGeom prst="round1Rect">
            <a:avLst>
              <a:gd name="adj" fmla="val 4241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/>
          <a:p>
            <a:pPr algn="ctr" eaLnBrk="1" latinLnBrk="1" hangingPunct="1"/>
            <a:endParaRPr lang="ko-KR" altLang="en-US" sz="1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53B8600B-FA76-A7E1-6E72-B456F9EBA3B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81067" y="2354241"/>
            <a:ext cx="2700000" cy="3960000"/>
          </a:xfrm>
          <a:prstGeom prst="round1Rect">
            <a:avLst>
              <a:gd name="adj" fmla="val 4241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/>
          <a:p>
            <a:pPr algn="ctr" eaLnBrk="1" latinLnBrk="1" hangingPunct="1"/>
            <a:endParaRPr lang="ko-KR" altLang="en-US" sz="1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">
            <a:extLst>
              <a:ext uri="{FF2B5EF4-FFF2-40B4-BE49-F238E27FC236}">
                <a16:creationId xmlns:a16="http://schemas.microsoft.com/office/drawing/2014/main" id="{9E36E6CF-ED6F-4E90-700C-F60A81632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3277" y="2345570"/>
            <a:ext cx="2160000" cy="360000"/>
          </a:xfrm>
          <a:prstGeom prst="rect">
            <a:avLst/>
          </a:prstGeom>
          <a:solidFill>
            <a:srgbClr val="23469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/>
          <a:p>
            <a:pPr algn="ctr" eaLnBrk="1" latinLnBrk="1" hangingPunct="1"/>
            <a:endParaRPr lang="ko-KR" altLang="en-US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1">
            <a:extLst>
              <a:ext uri="{FF2B5EF4-FFF2-40B4-BE49-F238E27FC236}">
                <a16:creationId xmlns:a16="http://schemas.microsoft.com/office/drawing/2014/main" id="{9A95A4FF-3F53-F806-2E1B-9FE90CBFF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1067" y="2345570"/>
            <a:ext cx="2160000" cy="360000"/>
          </a:xfrm>
          <a:prstGeom prst="rect">
            <a:avLst/>
          </a:prstGeom>
          <a:solidFill>
            <a:srgbClr val="23469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/>
          <a:p>
            <a:pPr algn="ctr" latinLnBrk="1"/>
            <a:endParaRPr lang="ko-KR" altLang="en-US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양쪽 모서리가 둥근 사각형 37">
            <a:extLst>
              <a:ext uri="{FF2B5EF4-FFF2-40B4-BE49-F238E27FC236}">
                <a16:creationId xmlns:a16="http://schemas.microsoft.com/office/drawing/2014/main" id="{F5238C93-3335-4611-6422-34165753E9B8}"/>
              </a:ext>
            </a:extLst>
          </p:cNvPr>
          <p:cNvSpPr/>
          <p:nvPr/>
        </p:nvSpPr>
        <p:spPr>
          <a:xfrm rot="5400000">
            <a:off x="1694656" y="1772040"/>
            <a:ext cx="273242" cy="237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B97CF"/>
          </a:solidFill>
          <a:ln w="11176" algn="ctr">
            <a:noFill/>
            <a:round/>
            <a:headEnd/>
            <a:tailEnd/>
          </a:ln>
          <a:scene3d>
            <a:camera prst="orthographicFront"/>
            <a:lightRig rig="threePt" dir="t"/>
          </a:scene3d>
          <a:sp3d>
            <a:bevelT w="0"/>
          </a:sp3d>
        </p:spPr>
        <p:txBody>
          <a:bodyPr wrap="none" anchor="ctr">
            <a:sp3d>
              <a:bevelT w="0"/>
              <a:bevelB w="0" h="0"/>
            </a:sp3d>
          </a:bodyPr>
          <a:lstStyle/>
          <a:p>
            <a:pPr algn="ctr" defTabSz="914354" eaLnBrk="1" latinLnBrk="1" hangingPunct="1">
              <a:spcBef>
                <a:spcPct val="50000"/>
              </a:spcBef>
            </a:pPr>
            <a:endParaRPr lang="ko-KR" altLang="en-US" sz="1100" b="1" dirty="0">
              <a:solidFill>
                <a:srgbClr val="3C5FA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0DA571-EB18-CCA8-640A-E6F70F98719F}"/>
              </a:ext>
            </a:extLst>
          </p:cNvPr>
          <p:cNvSpPr txBox="1"/>
          <p:nvPr/>
        </p:nvSpPr>
        <p:spPr>
          <a:xfrm>
            <a:off x="733657" y="2835698"/>
            <a:ext cx="13516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1100" dirty="0">
                <a:solidFill>
                  <a:schemeClr val="tx1"/>
                </a:solidFill>
              </a:rPr>
              <a:t>Major Experience</a:t>
            </a:r>
          </a:p>
        </p:txBody>
      </p:sp>
      <p:sp>
        <p:nvSpPr>
          <p:cNvPr id="26" name="양쪽 모서리가 둥근 사각형 43">
            <a:extLst>
              <a:ext uri="{FF2B5EF4-FFF2-40B4-BE49-F238E27FC236}">
                <a16:creationId xmlns:a16="http://schemas.microsoft.com/office/drawing/2014/main" id="{10E29273-E8AF-EE5C-1F64-5709D7EFC52F}"/>
              </a:ext>
            </a:extLst>
          </p:cNvPr>
          <p:cNvSpPr/>
          <p:nvPr/>
        </p:nvSpPr>
        <p:spPr>
          <a:xfrm rot="5400000">
            <a:off x="1705277" y="4351223"/>
            <a:ext cx="252000" cy="237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FC0E5"/>
          </a:solidFill>
          <a:ln w="11176" algn="ctr">
            <a:noFill/>
            <a:round/>
            <a:headEnd/>
            <a:tailEnd/>
          </a:ln>
          <a:scene3d>
            <a:camera prst="orthographicFront"/>
            <a:lightRig rig="threePt" dir="t"/>
          </a:scene3d>
          <a:sp3d>
            <a:bevelT w="0"/>
          </a:sp3d>
        </p:spPr>
        <p:txBody>
          <a:bodyPr wrap="none" anchor="ctr">
            <a:sp3d>
              <a:bevelT w="0"/>
              <a:bevelB w="0" h="0"/>
            </a:sp3d>
          </a:bodyPr>
          <a:lstStyle/>
          <a:p>
            <a:pPr algn="ctr" defTabSz="914354" eaLnBrk="1" latinLnBrk="1" hangingPunct="1">
              <a:spcBef>
                <a:spcPct val="50000"/>
              </a:spcBef>
            </a:pPr>
            <a:endParaRPr lang="ko-KR" altLang="en-US" sz="11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A44188-0F71-BC82-ED2D-9FE825CE7D57}"/>
              </a:ext>
            </a:extLst>
          </p:cNvPr>
          <p:cNvSpPr txBox="1"/>
          <p:nvPr/>
        </p:nvSpPr>
        <p:spPr>
          <a:xfrm>
            <a:off x="733657" y="5408183"/>
            <a:ext cx="15103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b="1" dirty="0"/>
              <a:t>Industry Experience</a:t>
            </a:r>
          </a:p>
        </p:txBody>
      </p:sp>
      <p:sp>
        <p:nvSpPr>
          <p:cNvPr id="29" name="직사각형 42">
            <a:extLst>
              <a:ext uri="{FF2B5EF4-FFF2-40B4-BE49-F238E27FC236}">
                <a16:creationId xmlns:a16="http://schemas.microsoft.com/office/drawing/2014/main" id="{E0634CB5-D149-E177-A9F7-9DC19D56317A}"/>
              </a:ext>
            </a:extLst>
          </p:cNvPr>
          <p:cNvSpPr/>
          <p:nvPr/>
        </p:nvSpPr>
        <p:spPr>
          <a:xfrm>
            <a:off x="643277" y="5680542"/>
            <a:ext cx="2767075" cy="592470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/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개별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내부회계관리시스템 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Package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표준화</a:t>
            </a:r>
            <a:endParaRPr kumimoji="1" lang="en-US" altLang="ko-KR" sz="900" spc="-3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신규시스템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리스크모니터링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준법경영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설계 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다수의 경영관리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성과관리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경영계획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솔루션 구축 경험</a:t>
            </a:r>
          </a:p>
        </p:txBody>
      </p:sp>
      <p:sp>
        <p:nvSpPr>
          <p:cNvPr id="30" name="양쪽 모서리가 둥근 사각형 52">
            <a:extLst>
              <a:ext uri="{FF2B5EF4-FFF2-40B4-BE49-F238E27FC236}">
                <a16:creationId xmlns:a16="http://schemas.microsoft.com/office/drawing/2014/main" id="{41190D93-4C99-BA7E-2F92-DBB55ABACEF5}"/>
              </a:ext>
            </a:extLst>
          </p:cNvPr>
          <p:cNvSpPr/>
          <p:nvPr/>
        </p:nvSpPr>
        <p:spPr>
          <a:xfrm rot="5400000">
            <a:off x="7632446" y="1772040"/>
            <a:ext cx="273242" cy="237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B97CF"/>
          </a:solidFill>
          <a:ln w="11176" algn="ctr">
            <a:noFill/>
            <a:round/>
            <a:headEnd/>
            <a:tailEnd/>
          </a:ln>
          <a:scene3d>
            <a:camera prst="orthographicFront"/>
            <a:lightRig rig="threePt" dir="t"/>
          </a:scene3d>
          <a:sp3d>
            <a:bevelT w="0"/>
          </a:sp3d>
        </p:spPr>
        <p:txBody>
          <a:bodyPr wrap="none" anchor="ctr">
            <a:sp3d>
              <a:bevelT w="0"/>
              <a:bevelB w="0" h="0"/>
            </a:sp3d>
          </a:bodyPr>
          <a:lstStyle/>
          <a:p>
            <a:pPr algn="ctr" defTabSz="914354" latinLnBrk="1">
              <a:spcBef>
                <a:spcPct val="50000"/>
              </a:spcBef>
            </a:pPr>
            <a:endParaRPr lang="ko-KR" altLang="en-US" sz="1100" b="1" dirty="0">
              <a:solidFill>
                <a:srgbClr val="3C5FA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9136C7-9417-8088-53E2-20AC084FAE5E}"/>
              </a:ext>
            </a:extLst>
          </p:cNvPr>
          <p:cNvSpPr txBox="1"/>
          <p:nvPr/>
        </p:nvSpPr>
        <p:spPr>
          <a:xfrm>
            <a:off x="6671447" y="2835698"/>
            <a:ext cx="13516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b="1" dirty="0"/>
              <a:t>Major Experience</a:t>
            </a:r>
          </a:p>
        </p:txBody>
      </p:sp>
      <p:sp>
        <p:nvSpPr>
          <p:cNvPr id="32" name="직사각형 51">
            <a:extLst>
              <a:ext uri="{FF2B5EF4-FFF2-40B4-BE49-F238E27FC236}">
                <a16:creationId xmlns:a16="http://schemas.microsoft.com/office/drawing/2014/main" id="{0B6D46C4-B3B6-CE58-2BBC-A5837BADED22}"/>
              </a:ext>
            </a:extLst>
          </p:cNvPr>
          <p:cNvSpPr/>
          <p:nvPr/>
        </p:nvSpPr>
        <p:spPr>
          <a:xfrm>
            <a:off x="6581067" y="3134993"/>
            <a:ext cx="2767075" cy="2092881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/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모집단관리시스템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(I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전사위험평가시스템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금융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(O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식품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모집단관리시스템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(K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(L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(K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제약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법인추가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(K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건설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(F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금융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(K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금융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제약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(Y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제조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유통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금융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(M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제조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33" name="양쪽 모서리가 둥근 사각형 57">
            <a:extLst>
              <a:ext uri="{FF2B5EF4-FFF2-40B4-BE49-F238E27FC236}">
                <a16:creationId xmlns:a16="http://schemas.microsoft.com/office/drawing/2014/main" id="{D867E257-EA23-BDCF-8C07-59DF347679A1}"/>
              </a:ext>
            </a:extLst>
          </p:cNvPr>
          <p:cNvSpPr/>
          <p:nvPr/>
        </p:nvSpPr>
        <p:spPr>
          <a:xfrm rot="5400000">
            <a:off x="7643067" y="4351223"/>
            <a:ext cx="252000" cy="237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FC0E5"/>
          </a:solidFill>
          <a:ln w="11176" algn="ctr">
            <a:noFill/>
            <a:round/>
            <a:headEnd/>
            <a:tailEnd/>
          </a:ln>
          <a:scene3d>
            <a:camera prst="orthographicFront"/>
            <a:lightRig rig="threePt" dir="t"/>
          </a:scene3d>
          <a:sp3d>
            <a:bevelT w="0"/>
          </a:sp3d>
        </p:spPr>
        <p:txBody>
          <a:bodyPr wrap="none" anchor="ctr">
            <a:sp3d>
              <a:bevelT w="0"/>
              <a:bevelB w="0" h="0"/>
            </a:sp3d>
          </a:bodyPr>
          <a:lstStyle/>
          <a:p>
            <a:pPr algn="ctr" defTabSz="914354" latinLnBrk="1">
              <a:spcBef>
                <a:spcPct val="50000"/>
              </a:spcBef>
            </a:pPr>
            <a:endParaRPr lang="ko-KR" altLang="en-US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66B66F-1EA4-3015-AFAB-E28A9186CA10}"/>
              </a:ext>
            </a:extLst>
          </p:cNvPr>
          <p:cNvSpPr txBox="1"/>
          <p:nvPr/>
        </p:nvSpPr>
        <p:spPr>
          <a:xfrm>
            <a:off x="6671447" y="5408183"/>
            <a:ext cx="15103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b="1" dirty="0"/>
              <a:t>Industry Experience</a:t>
            </a:r>
          </a:p>
        </p:txBody>
      </p:sp>
      <p:sp>
        <p:nvSpPr>
          <p:cNvPr id="37" name="직사각형 56">
            <a:extLst>
              <a:ext uri="{FF2B5EF4-FFF2-40B4-BE49-F238E27FC236}">
                <a16:creationId xmlns:a16="http://schemas.microsoft.com/office/drawing/2014/main" id="{5362ACC9-153D-F2D0-5C47-E75447DC667E}"/>
              </a:ext>
            </a:extLst>
          </p:cNvPr>
          <p:cNvSpPr/>
          <p:nvPr/>
        </p:nvSpPr>
        <p:spPr>
          <a:xfrm>
            <a:off x="6581067" y="5680542"/>
            <a:ext cx="2767075" cy="605294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/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개별 내부회계관리시스템 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Package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표준화</a:t>
            </a:r>
            <a:endParaRPr kumimoji="1" lang="en-US" altLang="ko-KR" sz="900" spc="-3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신규시스템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전사위험평가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연결결산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설계 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다수의 내부회계관리 구축 및 기능고도화 경험</a:t>
            </a:r>
          </a:p>
        </p:txBody>
      </p:sp>
      <p:sp>
        <p:nvSpPr>
          <p:cNvPr id="38" name="Rectangle 4">
            <a:extLst>
              <a:ext uri="{FF2B5EF4-FFF2-40B4-BE49-F238E27FC236}">
                <a16:creationId xmlns:a16="http://schemas.microsoft.com/office/drawing/2014/main" id="{8097DE82-9AF7-85F0-3592-19D59F294A0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647683" y="2354241"/>
            <a:ext cx="2700000" cy="3960000"/>
          </a:xfrm>
          <a:prstGeom prst="round1Rect">
            <a:avLst>
              <a:gd name="adj" fmla="val 4241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/>
          <a:p>
            <a:pPr algn="ctr" eaLnBrk="1" latinLnBrk="1" hangingPunct="1"/>
            <a:endParaRPr lang="ko-KR" altLang="en-US" sz="1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1">
            <a:extLst>
              <a:ext uri="{FF2B5EF4-FFF2-40B4-BE49-F238E27FC236}">
                <a16:creationId xmlns:a16="http://schemas.microsoft.com/office/drawing/2014/main" id="{101AEB0B-7310-A363-E524-70B317534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7683" y="2345570"/>
            <a:ext cx="2160000" cy="360000"/>
          </a:xfrm>
          <a:prstGeom prst="rect">
            <a:avLst/>
          </a:prstGeom>
          <a:solidFill>
            <a:srgbClr val="23469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cene3d>
              <a:camera prst="orthographicFront"/>
              <a:lightRig rig="threePt" dir="t"/>
            </a:scene3d>
            <a:sp3d>
              <a:bevelT w="0"/>
              <a:bevelB w="0" h="0"/>
            </a:sp3d>
          </a:bodyPr>
          <a:lstStyle/>
          <a:p>
            <a:pPr algn="ctr" latinLnBrk="1"/>
            <a:endParaRPr lang="ko-KR" altLang="en-US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양쪽 모서리가 둥근 사각형 66">
            <a:extLst>
              <a:ext uri="{FF2B5EF4-FFF2-40B4-BE49-F238E27FC236}">
                <a16:creationId xmlns:a16="http://schemas.microsoft.com/office/drawing/2014/main" id="{595B9C76-B7C5-56EA-C578-FA1278AD62F2}"/>
              </a:ext>
            </a:extLst>
          </p:cNvPr>
          <p:cNvSpPr/>
          <p:nvPr/>
        </p:nvSpPr>
        <p:spPr>
          <a:xfrm rot="5400000">
            <a:off x="4699062" y="1772040"/>
            <a:ext cx="273242" cy="237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B97CF"/>
          </a:solidFill>
          <a:ln w="11176" algn="ctr">
            <a:noFill/>
            <a:round/>
            <a:headEnd/>
            <a:tailEnd/>
          </a:ln>
          <a:scene3d>
            <a:camera prst="orthographicFront"/>
            <a:lightRig rig="threePt" dir="t"/>
          </a:scene3d>
          <a:sp3d>
            <a:bevelT w="0"/>
          </a:sp3d>
        </p:spPr>
        <p:txBody>
          <a:bodyPr wrap="none" anchor="ctr">
            <a:sp3d>
              <a:bevelT w="0"/>
              <a:bevelB w="0" h="0"/>
            </a:sp3d>
          </a:bodyPr>
          <a:lstStyle/>
          <a:p>
            <a:pPr algn="ctr" defTabSz="914354" latinLnBrk="1">
              <a:spcBef>
                <a:spcPct val="50000"/>
              </a:spcBef>
            </a:pPr>
            <a:endParaRPr lang="ko-KR" altLang="en-US" sz="1100" b="1" dirty="0">
              <a:solidFill>
                <a:srgbClr val="3C5FA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909CC4-6FFB-CE6A-4BC7-3E00D673E6A6}"/>
              </a:ext>
            </a:extLst>
          </p:cNvPr>
          <p:cNvSpPr txBox="1"/>
          <p:nvPr/>
        </p:nvSpPr>
        <p:spPr>
          <a:xfrm>
            <a:off x="3738063" y="2835698"/>
            <a:ext cx="13516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b="1" dirty="0"/>
              <a:t>Major Experience</a:t>
            </a:r>
          </a:p>
        </p:txBody>
      </p:sp>
      <p:sp>
        <p:nvSpPr>
          <p:cNvPr id="44" name="직사각형 65">
            <a:extLst>
              <a:ext uri="{FF2B5EF4-FFF2-40B4-BE49-F238E27FC236}">
                <a16:creationId xmlns:a16="http://schemas.microsoft.com/office/drawing/2014/main" id="{6294EAF9-9404-5D94-CBDF-A3E60DAF363C}"/>
              </a:ext>
            </a:extLst>
          </p:cNvPr>
          <p:cNvSpPr/>
          <p:nvPr/>
        </p:nvSpPr>
        <p:spPr>
          <a:xfrm>
            <a:off x="3647683" y="3134993"/>
            <a:ext cx="2767075" cy="2105705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/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 및 모집단 연동 개발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(H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조선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내부회계관리시스템 개발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(K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그룹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리스크모니터링 개발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철강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1" lang="ko-KR" altLang="en-US" sz="900" spc="-3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준법감시시스템 개발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철강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고도화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(L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모집단시스템 고도화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통신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 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모집단시스템 개발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(L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제조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내부회계관리시스템 개발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(L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내부회계관리시스템 개발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(H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제조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 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내부회계관리시스템 개발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(M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제조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내부회계관리시스템 개발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(G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건설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화학 제조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IT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(K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금융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外 다수</a:t>
            </a:r>
          </a:p>
        </p:txBody>
      </p:sp>
      <p:sp>
        <p:nvSpPr>
          <p:cNvPr id="45" name="양쪽 모서리가 둥근 사각형 71">
            <a:extLst>
              <a:ext uri="{FF2B5EF4-FFF2-40B4-BE49-F238E27FC236}">
                <a16:creationId xmlns:a16="http://schemas.microsoft.com/office/drawing/2014/main" id="{54E85E32-023F-87FC-3317-722435613581}"/>
              </a:ext>
            </a:extLst>
          </p:cNvPr>
          <p:cNvSpPr/>
          <p:nvPr/>
        </p:nvSpPr>
        <p:spPr>
          <a:xfrm rot="5400000">
            <a:off x="4709683" y="4351223"/>
            <a:ext cx="252000" cy="237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FC0E5"/>
          </a:solidFill>
          <a:ln w="11176" algn="ctr">
            <a:noFill/>
            <a:round/>
            <a:headEnd/>
            <a:tailEnd/>
          </a:ln>
          <a:scene3d>
            <a:camera prst="orthographicFront"/>
            <a:lightRig rig="threePt" dir="t"/>
          </a:scene3d>
          <a:sp3d>
            <a:bevelT w="0"/>
          </a:sp3d>
        </p:spPr>
        <p:txBody>
          <a:bodyPr wrap="none" anchor="ctr">
            <a:sp3d>
              <a:bevelT w="0"/>
              <a:bevelB w="0" h="0"/>
            </a:sp3d>
          </a:bodyPr>
          <a:lstStyle/>
          <a:p>
            <a:pPr algn="ctr" defTabSz="914354" latinLnBrk="1">
              <a:spcBef>
                <a:spcPct val="50000"/>
              </a:spcBef>
            </a:pPr>
            <a:endParaRPr lang="ko-KR" altLang="en-US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7473E9-FDBF-7047-DEB2-8324E744E211}"/>
              </a:ext>
            </a:extLst>
          </p:cNvPr>
          <p:cNvSpPr txBox="1"/>
          <p:nvPr/>
        </p:nvSpPr>
        <p:spPr>
          <a:xfrm>
            <a:off x="3738063" y="5408183"/>
            <a:ext cx="15103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b="1" dirty="0"/>
              <a:t>Industry Experience</a:t>
            </a:r>
          </a:p>
        </p:txBody>
      </p:sp>
      <p:sp>
        <p:nvSpPr>
          <p:cNvPr id="53" name="직사각형 70">
            <a:extLst>
              <a:ext uri="{FF2B5EF4-FFF2-40B4-BE49-F238E27FC236}">
                <a16:creationId xmlns:a16="http://schemas.microsoft.com/office/drawing/2014/main" id="{86C66DE9-C2F6-951A-258D-FB48244C3E76}"/>
              </a:ext>
            </a:extLst>
          </p:cNvPr>
          <p:cNvSpPr/>
          <p:nvPr/>
        </p:nvSpPr>
        <p:spPr>
          <a:xfrm>
            <a:off x="3647683" y="5680542"/>
            <a:ext cx="2767075" cy="605294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/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 및 모집단 시스템 개발</a:t>
            </a:r>
            <a:endParaRPr kumimoji="1" lang="en-US" altLang="ko-KR" sz="900" spc="-3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신규시스템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리스크모니터링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준법경영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설계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다양한 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Legacy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환경의 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Interface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경험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8AF76C0F-1936-11A3-CBA5-7CF44B54528B}"/>
              </a:ext>
            </a:extLst>
          </p:cNvPr>
          <p:cNvGrpSpPr/>
          <p:nvPr/>
        </p:nvGrpSpPr>
        <p:grpSpPr>
          <a:xfrm>
            <a:off x="3596586" y="1640309"/>
            <a:ext cx="1008000" cy="1080000"/>
            <a:chOff x="3596586" y="1640309"/>
            <a:chExt cx="1008000" cy="1080000"/>
          </a:xfrm>
        </p:grpSpPr>
        <p:sp>
          <p:nvSpPr>
            <p:cNvPr id="59" name="직사각형 45">
              <a:extLst>
                <a:ext uri="{FF2B5EF4-FFF2-40B4-BE49-F238E27FC236}">
                  <a16:creationId xmlns:a16="http://schemas.microsoft.com/office/drawing/2014/main" id="{0DBF18AB-3151-AC8A-9BB0-3FBEC1CF9A45}"/>
                </a:ext>
              </a:extLst>
            </p:cNvPr>
            <p:cNvSpPr/>
            <p:nvPr/>
          </p:nvSpPr>
          <p:spPr>
            <a:xfrm>
              <a:off x="3596586" y="1640309"/>
              <a:ext cx="1008000" cy="1080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5A92"/>
              </a:solidFill>
            </a:ln>
            <a:effectLst>
              <a:outerShdw dist="38100" dir="2220000" rotWithShape="0">
                <a:prstClr val="black">
                  <a:alpha val="14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180000" tIns="46800" rIns="108000" bIns="46800" anchor="ctr">
              <a:noAutofit/>
              <a:scene3d>
                <a:camera prst="orthographicFront"/>
                <a:lightRig rig="threePt" dir="t"/>
              </a:scene3d>
              <a:sp3d>
                <a:bevelT w="0"/>
                <a:bevelB w="0" h="0"/>
              </a:sp3d>
            </a:bodyPr>
            <a:lstStyle/>
            <a:p>
              <a:pPr eaLnBrk="1" latinLnBrk="1" hangingPunct="1"/>
              <a:endParaRPr lang="ko-KR" altLang="en-US" sz="1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0" name="그림 59" descr="인간의 얼굴, 사람, 의류, 슈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58E96EF-E047-BE66-1C83-A765A0F32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44" t="17683" r="22091" b="43253"/>
            <a:stretch>
              <a:fillRect/>
            </a:stretch>
          </p:blipFill>
          <p:spPr>
            <a:xfrm>
              <a:off x="3620059" y="1676309"/>
              <a:ext cx="961054" cy="1008000"/>
            </a:xfrm>
            <a:prstGeom prst="rect">
              <a:avLst/>
            </a:prstGeom>
          </p:spPr>
        </p:pic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FA52DCC8-0DD9-8936-BE1D-A641F07CBFDC}"/>
              </a:ext>
            </a:extLst>
          </p:cNvPr>
          <p:cNvGrpSpPr/>
          <p:nvPr/>
        </p:nvGrpSpPr>
        <p:grpSpPr>
          <a:xfrm>
            <a:off x="642053" y="1640309"/>
            <a:ext cx="1008000" cy="1080000"/>
            <a:chOff x="6897703" y="1647236"/>
            <a:chExt cx="1008000" cy="1080000"/>
          </a:xfrm>
        </p:grpSpPr>
        <p:sp>
          <p:nvSpPr>
            <p:cNvPr id="62" name="직사각형 45">
              <a:extLst>
                <a:ext uri="{FF2B5EF4-FFF2-40B4-BE49-F238E27FC236}">
                  <a16:creationId xmlns:a16="http://schemas.microsoft.com/office/drawing/2014/main" id="{6477C82E-EF1C-962F-156F-03DFF3436330}"/>
                </a:ext>
              </a:extLst>
            </p:cNvPr>
            <p:cNvSpPr/>
            <p:nvPr/>
          </p:nvSpPr>
          <p:spPr>
            <a:xfrm>
              <a:off x="6897703" y="1647236"/>
              <a:ext cx="1008000" cy="1080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5A92"/>
              </a:solidFill>
            </a:ln>
            <a:effectLst>
              <a:outerShdw dist="38100" dir="2220000" rotWithShape="0">
                <a:prstClr val="black">
                  <a:alpha val="14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180000" tIns="46800" rIns="108000" bIns="46800" anchor="ctr">
              <a:noAutofit/>
              <a:scene3d>
                <a:camera prst="orthographicFront"/>
                <a:lightRig rig="threePt" dir="t"/>
              </a:scene3d>
              <a:sp3d>
                <a:bevelT w="0"/>
                <a:bevelB w="0" h="0"/>
              </a:sp3d>
            </a:bodyPr>
            <a:lstStyle/>
            <a:p>
              <a:pPr eaLnBrk="1" latinLnBrk="1" hangingPunct="1"/>
              <a:endParaRPr lang="ko-KR" altLang="en-US" sz="1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3" name="그림 62" descr="인간의 얼굴, 셔츠, 의류, 패브릭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86D5F23-BE5D-A734-1E2D-BAA76A633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31" t="18659" r="20858" b="43688"/>
            <a:stretch>
              <a:fillRect/>
            </a:stretch>
          </p:blipFill>
          <p:spPr>
            <a:xfrm>
              <a:off x="6930439" y="1683236"/>
              <a:ext cx="942529" cy="1008000"/>
            </a:xfrm>
            <a:prstGeom prst="rect">
              <a:avLst/>
            </a:prstGeom>
          </p:spPr>
        </p:pic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15CC2515-7E9D-7967-81A6-56BDD2526D06}"/>
              </a:ext>
            </a:extLst>
          </p:cNvPr>
          <p:cNvSpPr txBox="1"/>
          <p:nvPr/>
        </p:nvSpPr>
        <p:spPr>
          <a:xfrm>
            <a:off x="643277" y="3134993"/>
            <a:ext cx="2804996" cy="2303510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/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(L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에너지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내부회계관리 해외법인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(H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제조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리스크모니터링시스템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철강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전사위험평가시스템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(N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금융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모집단관리 및 증빙연계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(L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제조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(H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제조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(L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유통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(H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제조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성과관리시스템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바이오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(G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제약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(K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건설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철강제조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(H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금융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1600" lvl="1" indent="-101600">
              <a:spcAft>
                <a:spcPts val="1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성과관리시스템 및 경영성과 시스템 구축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kumimoji="1" lang="ko-KR" altLang="en-US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제약</a:t>
            </a:r>
            <a:r>
              <a:rPr kumimoji="1" lang="en-US" altLang="ko-KR" sz="9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1" lang="ko-KR" altLang="en-US" sz="900" spc="-3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866053-5100-4C26-4D1A-06177BC9C7B2}"/>
              </a:ext>
            </a:extLst>
          </p:cNvPr>
          <p:cNvSpPr txBox="1"/>
          <p:nvPr/>
        </p:nvSpPr>
        <p:spPr>
          <a:xfrm>
            <a:off x="1794053" y="2377440"/>
            <a:ext cx="149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PM</a:t>
            </a:r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권기풍 이사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8273750-20C0-F1F9-4C8C-59806CD4108E}"/>
              </a:ext>
            </a:extLst>
          </p:cNvPr>
          <p:cNvSpPr txBox="1"/>
          <p:nvPr/>
        </p:nvSpPr>
        <p:spPr>
          <a:xfrm>
            <a:off x="5025000" y="2377440"/>
            <a:ext cx="1292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 </a:t>
            </a:r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 삼 이사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71C0694-69A5-0114-9A61-6AF888DE5FBF}"/>
              </a:ext>
            </a:extLst>
          </p:cNvPr>
          <p:cNvSpPr txBox="1"/>
          <p:nvPr/>
        </p:nvSpPr>
        <p:spPr>
          <a:xfrm>
            <a:off x="7689000" y="2377440"/>
            <a:ext cx="1566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구축</a:t>
            </a:r>
            <a:r>
              <a:rPr lang="en-US" altLang="ko-KR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장건우 책임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4BB9EDA-0332-22A9-7F2F-AF0A3D620636}"/>
              </a:ext>
            </a:extLst>
          </p:cNvPr>
          <p:cNvGrpSpPr/>
          <p:nvPr/>
        </p:nvGrpSpPr>
        <p:grpSpPr>
          <a:xfrm>
            <a:off x="6543683" y="1640309"/>
            <a:ext cx="1008000" cy="1080000"/>
            <a:chOff x="6543683" y="1640309"/>
            <a:chExt cx="1008000" cy="1080000"/>
          </a:xfrm>
        </p:grpSpPr>
        <p:sp>
          <p:nvSpPr>
            <p:cNvPr id="78" name="직사각형 45">
              <a:extLst>
                <a:ext uri="{FF2B5EF4-FFF2-40B4-BE49-F238E27FC236}">
                  <a16:creationId xmlns:a16="http://schemas.microsoft.com/office/drawing/2014/main" id="{6DEB3237-3691-4424-7990-F945FBCA72A3}"/>
                </a:ext>
              </a:extLst>
            </p:cNvPr>
            <p:cNvSpPr/>
            <p:nvPr/>
          </p:nvSpPr>
          <p:spPr>
            <a:xfrm>
              <a:off x="6543683" y="1640309"/>
              <a:ext cx="1008000" cy="1080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5A92"/>
              </a:solidFill>
            </a:ln>
            <a:effectLst>
              <a:outerShdw dist="38100" dir="2220000" rotWithShape="0">
                <a:prstClr val="black">
                  <a:alpha val="14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180000" tIns="46800" rIns="108000" bIns="46800" anchor="ctr">
              <a:noAutofit/>
              <a:scene3d>
                <a:camera prst="orthographicFront"/>
                <a:lightRig rig="threePt" dir="t"/>
              </a:scene3d>
              <a:sp3d>
                <a:bevelT w="0"/>
                <a:bevelB w="0" h="0"/>
              </a:sp3d>
            </a:bodyPr>
            <a:lstStyle/>
            <a:p>
              <a:pPr eaLnBrk="1" latinLnBrk="1" hangingPunct="1"/>
              <a:endParaRPr lang="ko-KR" altLang="en-US" sz="1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6" name="그림 5" descr="사람, 인간의 얼굴, 의류, 상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50C28BB-1D2B-A246-E07F-963F8CA7D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89" t="18795" r="26003" b="46678"/>
            <a:stretch>
              <a:fillRect/>
            </a:stretch>
          </p:blipFill>
          <p:spPr>
            <a:xfrm>
              <a:off x="6571154" y="1658309"/>
              <a:ext cx="953058" cy="104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32684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9F151-E643-09C6-DC04-F1C160AA9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F623F62-2804-4980-6147-5054F486B650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3.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이슈 관리 방안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9DD3DF6-8E75-D50E-C800-4116BCB87C3F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위험관리 방안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위험요소에 대한 중점 관리 및 사전 예방 활동을 진행하겠습니다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81" name="Freeform 155">
            <a:extLst>
              <a:ext uri="{FF2B5EF4-FFF2-40B4-BE49-F238E27FC236}">
                <a16:creationId xmlns:a16="http://schemas.microsoft.com/office/drawing/2014/main" id="{1CA0A579-EC60-1B25-5E18-5C0776A630DE}"/>
              </a:ext>
            </a:extLst>
          </p:cNvPr>
          <p:cNvSpPr>
            <a:spLocks noEditPoints="1"/>
          </p:cNvSpPr>
          <p:nvPr/>
        </p:nvSpPr>
        <p:spPr bwMode="auto">
          <a:xfrm>
            <a:off x="1541772" y="2450873"/>
            <a:ext cx="326428" cy="282523"/>
          </a:xfrm>
          <a:custGeom>
            <a:avLst/>
            <a:gdLst>
              <a:gd name="T0" fmla="*/ 95 w 282"/>
              <a:gd name="T1" fmla="*/ 43 h 250"/>
              <a:gd name="T2" fmla="*/ 95 w 282"/>
              <a:gd name="T3" fmla="*/ 102 h 250"/>
              <a:gd name="T4" fmla="*/ 44 w 282"/>
              <a:gd name="T5" fmla="*/ 197 h 250"/>
              <a:gd name="T6" fmla="*/ 55 w 282"/>
              <a:gd name="T7" fmla="*/ 187 h 250"/>
              <a:gd name="T8" fmla="*/ 66 w 282"/>
              <a:gd name="T9" fmla="*/ 186 h 250"/>
              <a:gd name="T10" fmla="*/ 65 w 282"/>
              <a:gd name="T11" fmla="*/ 203 h 250"/>
              <a:gd name="T12" fmla="*/ 125 w 282"/>
              <a:gd name="T13" fmla="*/ 195 h 250"/>
              <a:gd name="T14" fmla="*/ 121 w 282"/>
              <a:gd name="T15" fmla="*/ 138 h 250"/>
              <a:gd name="T16" fmla="*/ 134 w 282"/>
              <a:gd name="T17" fmla="*/ 168 h 250"/>
              <a:gd name="T18" fmla="*/ 163 w 282"/>
              <a:gd name="T19" fmla="*/ 196 h 250"/>
              <a:gd name="T20" fmla="*/ 167 w 282"/>
              <a:gd name="T21" fmla="*/ 196 h 250"/>
              <a:gd name="T22" fmla="*/ 169 w 282"/>
              <a:gd name="T23" fmla="*/ 176 h 250"/>
              <a:gd name="T24" fmla="*/ 159 w 282"/>
              <a:gd name="T25" fmla="*/ 173 h 250"/>
              <a:gd name="T26" fmla="*/ 144 w 282"/>
              <a:gd name="T27" fmla="*/ 134 h 250"/>
              <a:gd name="T28" fmla="*/ 112 w 282"/>
              <a:gd name="T29" fmla="*/ 107 h 250"/>
              <a:gd name="T30" fmla="*/ 106 w 282"/>
              <a:gd name="T31" fmla="*/ 184 h 250"/>
              <a:gd name="T32" fmla="*/ 82 w 282"/>
              <a:gd name="T33" fmla="*/ 184 h 250"/>
              <a:gd name="T34" fmla="*/ 77 w 282"/>
              <a:gd name="T35" fmla="*/ 107 h 250"/>
              <a:gd name="T36" fmla="*/ 59 w 282"/>
              <a:gd name="T37" fmla="*/ 117 h 250"/>
              <a:gd name="T38" fmla="*/ 44 w 282"/>
              <a:gd name="T39" fmla="*/ 197 h 250"/>
              <a:gd name="T40" fmla="*/ 0 w 282"/>
              <a:gd name="T41" fmla="*/ 218 h 250"/>
              <a:gd name="T42" fmla="*/ 282 w 282"/>
              <a:gd name="T43" fmla="*/ 0 h 250"/>
              <a:gd name="T44" fmla="*/ 262 w 282"/>
              <a:gd name="T45" fmla="*/ 199 h 250"/>
              <a:gd name="T46" fmla="*/ 20 w 282"/>
              <a:gd name="T47" fmla="*/ 19 h 250"/>
              <a:gd name="T48" fmla="*/ 262 w 282"/>
              <a:gd name="T49" fmla="*/ 199 h 250"/>
              <a:gd name="T50" fmla="*/ 148 w 282"/>
              <a:gd name="T51" fmla="*/ 44 h 250"/>
              <a:gd name="T52" fmla="*/ 244 w 282"/>
              <a:gd name="T53" fmla="*/ 64 h 250"/>
              <a:gd name="T54" fmla="*/ 244 w 282"/>
              <a:gd name="T55" fmla="*/ 119 h 250"/>
              <a:gd name="T56" fmla="*/ 217 w 282"/>
              <a:gd name="T57" fmla="*/ 139 h 250"/>
              <a:gd name="T58" fmla="*/ 244 w 282"/>
              <a:gd name="T59" fmla="*/ 119 h 250"/>
              <a:gd name="T60" fmla="*/ 186 w 282"/>
              <a:gd name="T61" fmla="*/ 82 h 250"/>
              <a:gd name="T62" fmla="*/ 244 w 282"/>
              <a:gd name="T63" fmla="*/ 102 h 250"/>
              <a:gd name="T64" fmla="*/ 172 w 282"/>
              <a:gd name="T65" fmla="*/ 190 h 250"/>
              <a:gd name="T66" fmla="*/ 166 w 282"/>
              <a:gd name="T67" fmla="*/ 183 h 250"/>
              <a:gd name="T68" fmla="*/ 168 w 282"/>
              <a:gd name="T69" fmla="*/ 208 h 250"/>
              <a:gd name="T70" fmla="*/ 106 w 282"/>
              <a:gd name="T71" fmla="*/ 250 h 250"/>
              <a:gd name="T72" fmla="*/ 168 w 282"/>
              <a:gd name="T73" fmla="*/ 208 h 250"/>
              <a:gd name="T74" fmla="*/ 168 w 282"/>
              <a:gd name="T75" fmla="*/ 208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82" h="250">
                <a:moveTo>
                  <a:pt x="64" y="73"/>
                </a:moveTo>
                <a:cubicBezTo>
                  <a:pt x="64" y="56"/>
                  <a:pt x="78" y="43"/>
                  <a:pt x="95" y="43"/>
                </a:cubicBezTo>
                <a:cubicBezTo>
                  <a:pt x="111" y="43"/>
                  <a:pt x="125" y="56"/>
                  <a:pt x="125" y="73"/>
                </a:cubicBezTo>
                <a:cubicBezTo>
                  <a:pt x="125" y="89"/>
                  <a:pt x="111" y="102"/>
                  <a:pt x="95" y="102"/>
                </a:cubicBezTo>
                <a:cubicBezTo>
                  <a:pt x="78" y="102"/>
                  <a:pt x="64" y="89"/>
                  <a:pt x="64" y="73"/>
                </a:cubicBezTo>
                <a:close/>
                <a:moveTo>
                  <a:pt x="44" y="197"/>
                </a:moveTo>
                <a:cubicBezTo>
                  <a:pt x="44" y="197"/>
                  <a:pt x="44" y="197"/>
                  <a:pt x="44" y="197"/>
                </a:cubicBezTo>
                <a:cubicBezTo>
                  <a:pt x="50" y="197"/>
                  <a:pt x="55" y="193"/>
                  <a:pt x="55" y="187"/>
                </a:cubicBezTo>
                <a:cubicBezTo>
                  <a:pt x="56" y="165"/>
                  <a:pt x="61" y="148"/>
                  <a:pt x="69" y="138"/>
                </a:cubicBezTo>
                <a:cubicBezTo>
                  <a:pt x="68" y="148"/>
                  <a:pt x="67" y="167"/>
                  <a:pt x="66" y="186"/>
                </a:cubicBezTo>
                <a:cubicBezTo>
                  <a:pt x="66" y="187"/>
                  <a:pt x="66" y="187"/>
                  <a:pt x="66" y="188"/>
                </a:cubicBezTo>
                <a:cubicBezTo>
                  <a:pt x="65" y="203"/>
                  <a:pt x="65" y="203"/>
                  <a:pt x="65" y="203"/>
                </a:cubicBezTo>
                <a:cubicBezTo>
                  <a:pt x="125" y="203"/>
                  <a:pt x="125" y="203"/>
                  <a:pt x="125" y="203"/>
                </a:cubicBezTo>
                <a:cubicBezTo>
                  <a:pt x="125" y="195"/>
                  <a:pt x="125" y="195"/>
                  <a:pt x="125" y="195"/>
                </a:cubicBezTo>
                <a:cubicBezTo>
                  <a:pt x="125" y="195"/>
                  <a:pt x="125" y="194"/>
                  <a:pt x="124" y="193"/>
                </a:cubicBezTo>
                <a:cubicBezTo>
                  <a:pt x="124" y="176"/>
                  <a:pt x="122" y="151"/>
                  <a:pt x="121" y="138"/>
                </a:cubicBezTo>
                <a:cubicBezTo>
                  <a:pt x="122" y="140"/>
                  <a:pt x="123" y="142"/>
                  <a:pt x="124" y="144"/>
                </a:cubicBezTo>
                <a:cubicBezTo>
                  <a:pt x="129" y="152"/>
                  <a:pt x="132" y="161"/>
                  <a:pt x="134" y="168"/>
                </a:cubicBezTo>
                <a:cubicBezTo>
                  <a:pt x="135" y="174"/>
                  <a:pt x="137" y="181"/>
                  <a:pt x="143" y="187"/>
                </a:cubicBezTo>
                <a:cubicBezTo>
                  <a:pt x="149" y="193"/>
                  <a:pt x="157" y="195"/>
                  <a:pt x="163" y="196"/>
                </a:cubicBezTo>
                <a:cubicBezTo>
                  <a:pt x="165" y="196"/>
                  <a:pt x="165" y="196"/>
                  <a:pt x="165" y="196"/>
                </a:cubicBezTo>
                <a:cubicBezTo>
                  <a:pt x="166" y="196"/>
                  <a:pt x="166" y="196"/>
                  <a:pt x="167" y="196"/>
                </a:cubicBezTo>
                <a:cubicBezTo>
                  <a:pt x="172" y="196"/>
                  <a:pt x="177" y="193"/>
                  <a:pt x="178" y="188"/>
                </a:cubicBezTo>
                <a:cubicBezTo>
                  <a:pt x="179" y="182"/>
                  <a:pt x="175" y="177"/>
                  <a:pt x="169" y="176"/>
                </a:cubicBezTo>
                <a:cubicBezTo>
                  <a:pt x="167" y="175"/>
                  <a:pt x="167" y="175"/>
                  <a:pt x="167" y="175"/>
                </a:cubicBezTo>
                <a:cubicBezTo>
                  <a:pt x="164" y="175"/>
                  <a:pt x="160" y="174"/>
                  <a:pt x="159" y="173"/>
                </a:cubicBezTo>
                <a:cubicBezTo>
                  <a:pt x="157" y="171"/>
                  <a:pt x="156" y="167"/>
                  <a:pt x="155" y="163"/>
                </a:cubicBezTo>
                <a:cubicBezTo>
                  <a:pt x="153" y="154"/>
                  <a:pt x="149" y="144"/>
                  <a:pt x="144" y="134"/>
                </a:cubicBezTo>
                <a:cubicBezTo>
                  <a:pt x="138" y="124"/>
                  <a:pt x="130" y="115"/>
                  <a:pt x="119" y="110"/>
                </a:cubicBezTo>
                <a:cubicBezTo>
                  <a:pt x="117" y="109"/>
                  <a:pt x="115" y="108"/>
                  <a:pt x="112" y="107"/>
                </a:cubicBezTo>
                <a:cubicBezTo>
                  <a:pt x="108" y="106"/>
                  <a:pt x="103" y="105"/>
                  <a:pt x="98" y="105"/>
                </a:cubicBezTo>
                <a:cubicBezTo>
                  <a:pt x="106" y="184"/>
                  <a:pt x="106" y="184"/>
                  <a:pt x="106" y="184"/>
                </a:cubicBezTo>
                <a:cubicBezTo>
                  <a:pt x="95" y="197"/>
                  <a:pt x="95" y="197"/>
                  <a:pt x="95" y="197"/>
                </a:cubicBezTo>
                <a:cubicBezTo>
                  <a:pt x="82" y="184"/>
                  <a:pt x="82" y="184"/>
                  <a:pt x="82" y="184"/>
                </a:cubicBezTo>
                <a:cubicBezTo>
                  <a:pt x="92" y="105"/>
                  <a:pt x="92" y="105"/>
                  <a:pt x="92" y="105"/>
                </a:cubicBezTo>
                <a:cubicBezTo>
                  <a:pt x="87" y="105"/>
                  <a:pt x="82" y="106"/>
                  <a:pt x="77" y="107"/>
                </a:cubicBezTo>
                <a:cubicBezTo>
                  <a:pt x="75" y="108"/>
                  <a:pt x="72" y="109"/>
                  <a:pt x="70" y="110"/>
                </a:cubicBezTo>
                <a:cubicBezTo>
                  <a:pt x="66" y="112"/>
                  <a:pt x="62" y="115"/>
                  <a:pt x="59" y="117"/>
                </a:cubicBezTo>
                <a:cubicBezTo>
                  <a:pt x="44" y="130"/>
                  <a:pt x="35" y="153"/>
                  <a:pt x="34" y="186"/>
                </a:cubicBezTo>
                <a:cubicBezTo>
                  <a:pt x="33" y="192"/>
                  <a:pt x="38" y="197"/>
                  <a:pt x="44" y="197"/>
                </a:cubicBezTo>
                <a:close/>
                <a:moveTo>
                  <a:pt x="0" y="0"/>
                </a:moveTo>
                <a:cubicBezTo>
                  <a:pt x="0" y="218"/>
                  <a:pt x="0" y="218"/>
                  <a:pt x="0" y="218"/>
                </a:cubicBezTo>
                <a:cubicBezTo>
                  <a:pt x="282" y="218"/>
                  <a:pt x="282" y="218"/>
                  <a:pt x="282" y="218"/>
                </a:cubicBezTo>
                <a:cubicBezTo>
                  <a:pt x="282" y="0"/>
                  <a:pt x="282" y="0"/>
                  <a:pt x="282" y="0"/>
                </a:cubicBezTo>
                <a:lnTo>
                  <a:pt x="0" y="0"/>
                </a:lnTo>
                <a:close/>
                <a:moveTo>
                  <a:pt x="262" y="199"/>
                </a:moveTo>
                <a:cubicBezTo>
                  <a:pt x="20" y="199"/>
                  <a:pt x="20" y="199"/>
                  <a:pt x="20" y="199"/>
                </a:cubicBezTo>
                <a:cubicBezTo>
                  <a:pt x="20" y="19"/>
                  <a:pt x="20" y="19"/>
                  <a:pt x="20" y="19"/>
                </a:cubicBezTo>
                <a:cubicBezTo>
                  <a:pt x="262" y="19"/>
                  <a:pt x="262" y="19"/>
                  <a:pt x="262" y="19"/>
                </a:cubicBezTo>
                <a:cubicBezTo>
                  <a:pt x="262" y="199"/>
                  <a:pt x="262" y="199"/>
                  <a:pt x="262" y="199"/>
                </a:cubicBezTo>
                <a:close/>
                <a:moveTo>
                  <a:pt x="244" y="44"/>
                </a:moveTo>
                <a:cubicBezTo>
                  <a:pt x="148" y="44"/>
                  <a:pt x="148" y="44"/>
                  <a:pt x="148" y="44"/>
                </a:cubicBezTo>
                <a:cubicBezTo>
                  <a:pt x="148" y="64"/>
                  <a:pt x="148" y="64"/>
                  <a:pt x="148" y="64"/>
                </a:cubicBezTo>
                <a:cubicBezTo>
                  <a:pt x="244" y="64"/>
                  <a:pt x="244" y="64"/>
                  <a:pt x="244" y="64"/>
                </a:cubicBezTo>
                <a:lnTo>
                  <a:pt x="244" y="44"/>
                </a:lnTo>
                <a:close/>
                <a:moveTo>
                  <a:pt x="244" y="119"/>
                </a:moveTo>
                <a:cubicBezTo>
                  <a:pt x="217" y="119"/>
                  <a:pt x="217" y="119"/>
                  <a:pt x="217" y="119"/>
                </a:cubicBezTo>
                <a:cubicBezTo>
                  <a:pt x="217" y="139"/>
                  <a:pt x="217" y="139"/>
                  <a:pt x="217" y="139"/>
                </a:cubicBezTo>
                <a:cubicBezTo>
                  <a:pt x="244" y="139"/>
                  <a:pt x="244" y="139"/>
                  <a:pt x="244" y="139"/>
                </a:cubicBezTo>
                <a:lnTo>
                  <a:pt x="244" y="119"/>
                </a:lnTo>
                <a:close/>
                <a:moveTo>
                  <a:pt x="244" y="82"/>
                </a:moveTo>
                <a:cubicBezTo>
                  <a:pt x="186" y="82"/>
                  <a:pt x="186" y="82"/>
                  <a:pt x="186" y="82"/>
                </a:cubicBezTo>
                <a:cubicBezTo>
                  <a:pt x="186" y="102"/>
                  <a:pt x="186" y="102"/>
                  <a:pt x="186" y="102"/>
                </a:cubicBezTo>
                <a:cubicBezTo>
                  <a:pt x="244" y="102"/>
                  <a:pt x="244" y="102"/>
                  <a:pt x="244" y="102"/>
                </a:cubicBezTo>
                <a:lnTo>
                  <a:pt x="244" y="82"/>
                </a:lnTo>
                <a:close/>
                <a:moveTo>
                  <a:pt x="172" y="190"/>
                </a:moveTo>
                <a:cubicBezTo>
                  <a:pt x="211" y="123"/>
                  <a:pt x="211" y="123"/>
                  <a:pt x="211" y="123"/>
                </a:cubicBezTo>
                <a:cubicBezTo>
                  <a:pt x="166" y="183"/>
                  <a:pt x="166" y="183"/>
                  <a:pt x="166" y="183"/>
                </a:cubicBezTo>
                <a:lnTo>
                  <a:pt x="172" y="190"/>
                </a:lnTo>
                <a:close/>
                <a:moveTo>
                  <a:pt x="168" y="208"/>
                </a:moveTo>
                <a:cubicBezTo>
                  <a:pt x="114" y="208"/>
                  <a:pt x="114" y="208"/>
                  <a:pt x="114" y="208"/>
                </a:cubicBezTo>
                <a:cubicBezTo>
                  <a:pt x="106" y="250"/>
                  <a:pt x="106" y="250"/>
                  <a:pt x="106" y="250"/>
                </a:cubicBezTo>
                <a:cubicBezTo>
                  <a:pt x="176" y="250"/>
                  <a:pt x="176" y="250"/>
                  <a:pt x="176" y="250"/>
                </a:cubicBezTo>
                <a:lnTo>
                  <a:pt x="168" y="208"/>
                </a:lnTo>
                <a:close/>
                <a:moveTo>
                  <a:pt x="168" y="208"/>
                </a:moveTo>
                <a:cubicBezTo>
                  <a:pt x="168" y="208"/>
                  <a:pt x="168" y="208"/>
                  <a:pt x="168" y="208"/>
                </a:cubicBezTo>
              </a:path>
            </a:pathLst>
          </a:custGeom>
          <a:solidFill>
            <a:srgbClr val="48A3E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눈물 방울 19">
            <a:extLst>
              <a:ext uri="{FF2B5EF4-FFF2-40B4-BE49-F238E27FC236}">
                <a16:creationId xmlns:a16="http://schemas.microsoft.com/office/drawing/2014/main" id="{4E9C9FB0-77F7-84A4-1213-D86452D51E9C}"/>
              </a:ext>
            </a:extLst>
          </p:cNvPr>
          <p:cNvSpPr>
            <a:spLocks/>
          </p:cNvSpPr>
          <p:nvPr/>
        </p:nvSpPr>
        <p:spPr bwMode="auto">
          <a:xfrm>
            <a:off x="642775" y="1668296"/>
            <a:ext cx="133032" cy="138169"/>
          </a:xfrm>
          <a:custGeom>
            <a:avLst/>
            <a:gdLst>
              <a:gd name="T0" fmla="*/ 0 w 1400175"/>
              <a:gd name="T1" fmla="*/ 700088 h 1400175"/>
              <a:gd name="T2" fmla="*/ 700088 w 1400175"/>
              <a:gd name="T3" fmla="*/ 0 h 1400175"/>
              <a:gd name="T4" fmla="*/ 1400175 w 1400175"/>
              <a:gd name="T5" fmla="*/ 0 h 1400175"/>
              <a:gd name="T6" fmla="*/ 1400175 w 1400175"/>
              <a:gd name="T7" fmla="*/ 700088 h 1400175"/>
              <a:gd name="T8" fmla="*/ 700087 w 1400175"/>
              <a:gd name="T9" fmla="*/ 1400176 h 1400175"/>
              <a:gd name="T10" fmla="*/ -1 w 1400175"/>
              <a:gd name="T11" fmla="*/ 700088 h 1400175"/>
              <a:gd name="T12" fmla="*/ 0 w 1400175"/>
              <a:gd name="T13" fmla="*/ 700088 h 14001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0175" h="1400175">
                <a:moveTo>
                  <a:pt x="0" y="700088"/>
                </a:moveTo>
                <a:cubicBezTo>
                  <a:pt x="0" y="313440"/>
                  <a:pt x="313440" y="0"/>
                  <a:pt x="700088" y="0"/>
                </a:cubicBezTo>
                <a:lnTo>
                  <a:pt x="1400175" y="0"/>
                </a:lnTo>
                <a:lnTo>
                  <a:pt x="1400175" y="700088"/>
                </a:lnTo>
                <a:cubicBezTo>
                  <a:pt x="1400175" y="1086736"/>
                  <a:pt x="1086735" y="1400176"/>
                  <a:pt x="700087" y="1400176"/>
                </a:cubicBezTo>
                <a:cubicBezTo>
                  <a:pt x="313439" y="1400176"/>
                  <a:pt x="-1" y="1086736"/>
                  <a:pt x="-1" y="700088"/>
                </a:cubicBezTo>
                <a:lnTo>
                  <a:pt x="0" y="700088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600" dirty="0">
              <a:solidFill>
                <a:schemeClr val="l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Rectangle 15">
            <a:extLst>
              <a:ext uri="{FF2B5EF4-FFF2-40B4-BE49-F238E27FC236}">
                <a16:creationId xmlns:a16="http://schemas.microsoft.com/office/drawing/2014/main" id="{08D2D000-77CF-44A2-01DF-DE3129CE947B}"/>
              </a:ext>
            </a:extLst>
          </p:cNvPr>
          <p:cNvSpPr>
            <a:spLocks noChangeArrowheads="1"/>
          </p:cNvSpPr>
          <p:nvPr/>
        </p:nvSpPr>
        <p:spPr bwMode="gray">
          <a:xfrm>
            <a:off x="813480" y="1697600"/>
            <a:ext cx="307777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t">
            <a:spAutoFit/>
          </a:bodyPr>
          <a:lstStyle/>
          <a:p>
            <a:pPr latinLnBrk="0"/>
            <a:r>
              <a:rPr lang="ko-KR" altLang="en-US" sz="1200" b="1" kern="0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DF455923-46CD-7FD1-2E1F-23DD02AD2B7F}"/>
              </a:ext>
            </a:extLst>
          </p:cNvPr>
          <p:cNvCxnSpPr/>
          <p:nvPr/>
        </p:nvCxnSpPr>
        <p:spPr>
          <a:xfrm>
            <a:off x="823215" y="1673241"/>
            <a:ext cx="96732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Freeform 511">
            <a:extLst>
              <a:ext uri="{FF2B5EF4-FFF2-40B4-BE49-F238E27FC236}">
                <a16:creationId xmlns:a16="http://schemas.microsoft.com/office/drawing/2014/main" id="{80D89193-1A53-6D3F-5BDC-110B9D60429B}"/>
              </a:ext>
            </a:extLst>
          </p:cNvPr>
          <p:cNvSpPr>
            <a:spLocks noEditPoints="1"/>
          </p:cNvSpPr>
          <p:nvPr/>
        </p:nvSpPr>
        <p:spPr bwMode="auto">
          <a:xfrm>
            <a:off x="1556824" y="1708166"/>
            <a:ext cx="323850" cy="410206"/>
          </a:xfrm>
          <a:custGeom>
            <a:avLst/>
            <a:gdLst>
              <a:gd name="T0" fmla="*/ 102 w 224"/>
              <a:gd name="T1" fmla="*/ 14 h 276"/>
              <a:gd name="T2" fmla="*/ 88 w 224"/>
              <a:gd name="T3" fmla="*/ 0 h 276"/>
              <a:gd name="T4" fmla="*/ 69 w 224"/>
              <a:gd name="T5" fmla="*/ 20 h 276"/>
              <a:gd name="T6" fmla="*/ 51 w 224"/>
              <a:gd name="T7" fmla="*/ 32 h 276"/>
              <a:gd name="T8" fmla="*/ 126 w 224"/>
              <a:gd name="T9" fmla="*/ 32 h 276"/>
              <a:gd name="T10" fmla="*/ 88 w 224"/>
              <a:gd name="T11" fmla="*/ 20 h 276"/>
              <a:gd name="T12" fmla="*/ 94 w 224"/>
              <a:gd name="T13" fmla="*/ 14 h 276"/>
              <a:gd name="T14" fmla="*/ 15 w 224"/>
              <a:gd name="T15" fmla="*/ 248 h 276"/>
              <a:gd name="T16" fmla="*/ 12 w 224"/>
              <a:gd name="T17" fmla="*/ 27 h 276"/>
              <a:gd name="T18" fmla="*/ 63 w 224"/>
              <a:gd name="T19" fmla="*/ 51 h 276"/>
              <a:gd name="T20" fmla="*/ 133 w 224"/>
              <a:gd name="T21" fmla="*/ 27 h 276"/>
              <a:gd name="T22" fmla="*/ 177 w 224"/>
              <a:gd name="T23" fmla="*/ 162 h 276"/>
              <a:gd name="T24" fmla="*/ 157 w 224"/>
              <a:gd name="T25" fmla="*/ 71 h 276"/>
              <a:gd name="T26" fmla="*/ 110 w 224"/>
              <a:gd name="T27" fmla="*/ 228 h 276"/>
              <a:gd name="T28" fmla="*/ 122 w 224"/>
              <a:gd name="T29" fmla="*/ 224 h 276"/>
              <a:gd name="T30" fmla="*/ 173 w 224"/>
              <a:gd name="T31" fmla="*/ 173 h 276"/>
              <a:gd name="T32" fmla="*/ 169 w 224"/>
              <a:gd name="T33" fmla="*/ 252 h 276"/>
              <a:gd name="T34" fmla="*/ 143 w 224"/>
              <a:gd name="T35" fmla="*/ 223 h 276"/>
              <a:gd name="T36" fmla="*/ 195 w 224"/>
              <a:gd name="T37" fmla="*/ 203 h 276"/>
              <a:gd name="T38" fmla="*/ 138 w 224"/>
              <a:gd name="T39" fmla="*/ 138 h 276"/>
              <a:gd name="T40" fmla="*/ 71 w 224"/>
              <a:gd name="T41" fmla="*/ 130 h 276"/>
              <a:gd name="T42" fmla="*/ 141 w 224"/>
              <a:gd name="T43" fmla="*/ 130 h 276"/>
              <a:gd name="T44" fmla="*/ 138 w 224"/>
              <a:gd name="T45" fmla="*/ 102 h 276"/>
              <a:gd name="T46" fmla="*/ 71 w 224"/>
              <a:gd name="T47" fmla="*/ 94 h 276"/>
              <a:gd name="T48" fmla="*/ 141 w 224"/>
              <a:gd name="T49" fmla="*/ 94 h 276"/>
              <a:gd name="T50" fmla="*/ 118 w 224"/>
              <a:gd name="T51" fmla="*/ 169 h 276"/>
              <a:gd name="T52" fmla="*/ 71 w 224"/>
              <a:gd name="T53" fmla="*/ 161 h 276"/>
              <a:gd name="T54" fmla="*/ 122 w 224"/>
              <a:gd name="T55" fmla="*/ 161 h 276"/>
              <a:gd name="T56" fmla="*/ 110 w 224"/>
              <a:gd name="T57" fmla="*/ 205 h 276"/>
              <a:gd name="T58" fmla="*/ 71 w 224"/>
              <a:gd name="T59" fmla="*/ 197 h 276"/>
              <a:gd name="T60" fmla="*/ 114 w 224"/>
              <a:gd name="T61" fmla="*/ 197 h 276"/>
              <a:gd name="T62" fmla="*/ 63 w 224"/>
              <a:gd name="T63" fmla="*/ 88 h 276"/>
              <a:gd name="T64" fmla="*/ 44 w 224"/>
              <a:gd name="T65" fmla="*/ 104 h 276"/>
              <a:gd name="T66" fmla="*/ 39 w 224"/>
              <a:gd name="T67" fmla="*/ 92 h 276"/>
              <a:gd name="T68" fmla="*/ 63 w 224"/>
              <a:gd name="T69" fmla="*/ 83 h 276"/>
              <a:gd name="T70" fmla="*/ 49 w 224"/>
              <a:gd name="T71" fmla="*/ 139 h 276"/>
              <a:gd name="T72" fmla="*/ 35 w 224"/>
              <a:gd name="T73" fmla="*/ 132 h 276"/>
              <a:gd name="T74" fmla="*/ 45 w 224"/>
              <a:gd name="T75" fmla="*/ 132 h 276"/>
              <a:gd name="T76" fmla="*/ 63 w 224"/>
              <a:gd name="T77" fmla="*/ 123 h 276"/>
              <a:gd name="T78" fmla="*/ 46 w 224"/>
              <a:gd name="T79" fmla="*/ 174 h 276"/>
              <a:gd name="T80" fmla="*/ 34 w 224"/>
              <a:gd name="T81" fmla="*/ 161 h 276"/>
              <a:gd name="T82" fmla="*/ 58 w 224"/>
              <a:gd name="T83" fmla="*/ 151 h 276"/>
              <a:gd name="T84" fmla="*/ 63 w 224"/>
              <a:gd name="T85" fmla="*/ 190 h 276"/>
              <a:gd name="T86" fmla="*/ 44 w 224"/>
              <a:gd name="T87" fmla="*/ 207 h 276"/>
              <a:gd name="T88" fmla="*/ 39 w 224"/>
              <a:gd name="T89" fmla="*/ 194 h 276"/>
              <a:gd name="T90" fmla="*/ 63 w 224"/>
              <a:gd name="T91" fmla="*/ 185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24" h="276">
                <a:moveTo>
                  <a:pt x="114" y="20"/>
                </a:moveTo>
                <a:cubicBezTo>
                  <a:pt x="108" y="20"/>
                  <a:pt x="108" y="20"/>
                  <a:pt x="108" y="20"/>
                </a:cubicBezTo>
                <a:cubicBezTo>
                  <a:pt x="105" y="20"/>
                  <a:pt x="102" y="17"/>
                  <a:pt x="102" y="14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6"/>
                  <a:pt x="96" y="0"/>
                  <a:pt x="88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81" y="0"/>
                  <a:pt x="75" y="6"/>
                  <a:pt x="75" y="14"/>
                </a:cubicBezTo>
                <a:cubicBezTo>
                  <a:pt x="75" y="14"/>
                  <a:pt x="75" y="14"/>
                  <a:pt x="75" y="14"/>
                </a:cubicBezTo>
                <a:cubicBezTo>
                  <a:pt x="75" y="17"/>
                  <a:pt x="72" y="20"/>
                  <a:pt x="69" y="20"/>
                </a:cubicBezTo>
                <a:cubicBezTo>
                  <a:pt x="63" y="20"/>
                  <a:pt x="63" y="20"/>
                  <a:pt x="63" y="20"/>
                </a:cubicBezTo>
                <a:cubicBezTo>
                  <a:pt x="56" y="20"/>
                  <a:pt x="51" y="25"/>
                  <a:pt x="51" y="31"/>
                </a:cubicBezTo>
                <a:cubicBezTo>
                  <a:pt x="51" y="32"/>
                  <a:pt x="51" y="32"/>
                  <a:pt x="51" y="32"/>
                </a:cubicBezTo>
                <a:cubicBezTo>
                  <a:pt x="51" y="38"/>
                  <a:pt x="56" y="43"/>
                  <a:pt x="63" y="43"/>
                </a:cubicBezTo>
                <a:cubicBezTo>
                  <a:pt x="114" y="43"/>
                  <a:pt x="114" y="43"/>
                  <a:pt x="114" y="43"/>
                </a:cubicBezTo>
                <a:cubicBezTo>
                  <a:pt x="120" y="43"/>
                  <a:pt x="126" y="38"/>
                  <a:pt x="126" y="32"/>
                </a:cubicBezTo>
                <a:cubicBezTo>
                  <a:pt x="126" y="31"/>
                  <a:pt x="126" y="31"/>
                  <a:pt x="126" y="31"/>
                </a:cubicBezTo>
                <a:cubicBezTo>
                  <a:pt x="126" y="25"/>
                  <a:pt x="120" y="20"/>
                  <a:pt x="114" y="20"/>
                </a:cubicBezTo>
                <a:close/>
                <a:moveTo>
                  <a:pt x="88" y="20"/>
                </a:moveTo>
                <a:cubicBezTo>
                  <a:pt x="85" y="20"/>
                  <a:pt x="82" y="17"/>
                  <a:pt x="82" y="14"/>
                </a:cubicBezTo>
                <a:cubicBezTo>
                  <a:pt x="82" y="10"/>
                  <a:pt x="85" y="8"/>
                  <a:pt x="88" y="8"/>
                </a:cubicBezTo>
                <a:cubicBezTo>
                  <a:pt x="92" y="8"/>
                  <a:pt x="94" y="10"/>
                  <a:pt x="94" y="14"/>
                </a:cubicBezTo>
                <a:cubicBezTo>
                  <a:pt x="94" y="17"/>
                  <a:pt x="92" y="20"/>
                  <a:pt x="88" y="20"/>
                </a:cubicBezTo>
                <a:close/>
                <a:moveTo>
                  <a:pt x="115" y="248"/>
                </a:moveTo>
                <a:cubicBezTo>
                  <a:pt x="15" y="248"/>
                  <a:pt x="15" y="248"/>
                  <a:pt x="15" y="248"/>
                </a:cubicBezTo>
                <a:cubicBezTo>
                  <a:pt x="7" y="248"/>
                  <a:pt x="0" y="241"/>
                  <a:pt x="0" y="232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35"/>
                  <a:pt x="7" y="27"/>
                  <a:pt x="12" y="27"/>
                </a:cubicBezTo>
                <a:cubicBezTo>
                  <a:pt x="43" y="27"/>
                  <a:pt x="43" y="27"/>
                  <a:pt x="43" y="27"/>
                </a:cubicBezTo>
                <a:cubicBezTo>
                  <a:pt x="43" y="29"/>
                  <a:pt x="43" y="30"/>
                  <a:pt x="43" y="32"/>
                </a:cubicBezTo>
                <a:cubicBezTo>
                  <a:pt x="43" y="42"/>
                  <a:pt x="52" y="51"/>
                  <a:pt x="63" y="51"/>
                </a:cubicBezTo>
                <a:cubicBezTo>
                  <a:pt x="114" y="51"/>
                  <a:pt x="114" y="51"/>
                  <a:pt x="114" y="51"/>
                </a:cubicBezTo>
                <a:cubicBezTo>
                  <a:pt x="125" y="51"/>
                  <a:pt x="134" y="42"/>
                  <a:pt x="134" y="31"/>
                </a:cubicBezTo>
                <a:cubicBezTo>
                  <a:pt x="134" y="30"/>
                  <a:pt x="133" y="29"/>
                  <a:pt x="133" y="27"/>
                </a:cubicBezTo>
                <a:cubicBezTo>
                  <a:pt x="157" y="27"/>
                  <a:pt x="157" y="27"/>
                  <a:pt x="157" y="27"/>
                </a:cubicBezTo>
                <a:cubicBezTo>
                  <a:pt x="170" y="27"/>
                  <a:pt x="177" y="35"/>
                  <a:pt x="177" y="43"/>
                </a:cubicBezTo>
                <a:cubicBezTo>
                  <a:pt x="177" y="162"/>
                  <a:pt x="177" y="162"/>
                  <a:pt x="177" y="162"/>
                </a:cubicBezTo>
                <a:cubicBezTo>
                  <a:pt x="176" y="162"/>
                  <a:pt x="174" y="161"/>
                  <a:pt x="173" y="161"/>
                </a:cubicBezTo>
                <a:cubicBezTo>
                  <a:pt x="168" y="161"/>
                  <a:pt x="162" y="162"/>
                  <a:pt x="157" y="163"/>
                </a:cubicBezTo>
                <a:cubicBezTo>
                  <a:pt x="157" y="71"/>
                  <a:pt x="157" y="71"/>
                  <a:pt x="157" y="71"/>
                </a:cubicBezTo>
                <a:cubicBezTo>
                  <a:pt x="19" y="71"/>
                  <a:pt x="19" y="71"/>
                  <a:pt x="19" y="71"/>
                </a:cubicBezTo>
                <a:cubicBezTo>
                  <a:pt x="19" y="228"/>
                  <a:pt x="19" y="228"/>
                  <a:pt x="19" y="228"/>
                </a:cubicBezTo>
                <a:cubicBezTo>
                  <a:pt x="110" y="228"/>
                  <a:pt x="110" y="228"/>
                  <a:pt x="110" y="228"/>
                </a:cubicBezTo>
                <a:cubicBezTo>
                  <a:pt x="111" y="235"/>
                  <a:pt x="112" y="242"/>
                  <a:pt x="115" y="248"/>
                </a:cubicBezTo>
                <a:close/>
                <a:moveTo>
                  <a:pt x="173" y="173"/>
                </a:moveTo>
                <a:cubicBezTo>
                  <a:pt x="145" y="173"/>
                  <a:pt x="122" y="196"/>
                  <a:pt x="122" y="224"/>
                </a:cubicBezTo>
                <a:cubicBezTo>
                  <a:pt x="122" y="253"/>
                  <a:pt x="145" y="276"/>
                  <a:pt x="173" y="276"/>
                </a:cubicBezTo>
                <a:cubicBezTo>
                  <a:pt x="201" y="276"/>
                  <a:pt x="224" y="253"/>
                  <a:pt x="224" y="224"/>
                </a:cubicBezTo>
                <a:cubicBezTo>
                  <a:pt x="224" y="196"/>
                  <a:pt x="201" y="173"/>
                  <a:pt x="173" y="173"/>
                </a:cubicBezTo>
                <a:close/>
                <a:moveTo>
                  <a:pt x="206" y="214"/>
                </a:moveTo>
                <a:cubicBezTo>
                  <a:pt x="175" y="249"/>
                  <a:pt x="175" y="249"/>
                  <a:pt x="175" y="249"/>
                </a:cubicBezTo>
                <a:cubicBezTo>
                  <a:pt x="173" y="251"/>
                  <a:pt x="171" y="252"/>
                  <a:pt x="169" y="252"/>
                </a:cubicBezTo>
                <a:cubicBezTo>
                  <a:pt x="167" y="252"/>
                  <a:pt x="166" y="251"/>
                  <a:pt x="164" y="250"/>
                </a:cubicBezTo>
                <a:cubicBezTo>
                  <a:pt x="144" y="234"/>
                  <a:pt x="144" y="234"/>
                  <a:pt x="144" y="234"/>
                </a:cubicBezTo>
                <a:cubicBezTo>
                  <a:pt x="141" y="232"/>
                  <a:pt x="140" y="227"/>
                  <a:pt x="143" y="223"/>
                </a:cubicBezTo>
                <a:cubicBezTo>
                  <a:pt x="146" y="220"/>
                  <a:pt x="151" y="219"/>
                  <a:pt x="154" y="222"/>
                </a:cubicBezTo>
                <a:cubicBezTo>
                  <a:pt x="168" y="233"/>
                  <a:pt x="168" y="233"/>
                  <a:pt x="168" y="233"/>
                </a:cubicBezTo>
                <a:cubicBezTo>
                  <a:pt x="195" y="203"/>
                  <a:pt x="195" y="203"/>
                  <a:pt x="195" y="203"/>
                </a:cubicBezTo>
                <a:cubicBezTo>
                  <a:pt x="198" y="200"/>
                  <a:pt x="203" y="200"/>
                  <a:pt x="206" y="203"/>
                </a:cubicBezTo>
                <a:cubicBezTo>
                  <a:pt x="209" y="206"/>
                  <a:pt x="209" y="211"/>
                  <a:pt x="206" y="214"/>
                </a:cubicBezTo>
                <a:close/>
                <a:moveTo>
                  <a:pt x="138" y="138"/>
                </a:moveTo>
                <a:cubicBezTo>
                  <a:pt x="75" y="138"/>
                  <a:pt x="75" y="138"/>
                  <a:pt x="75" y="138"/>
                </a:cubicBezTo>
                <a:cubicBezTo>
                  <a:pt x="72" y="138"/>
                  <a:pt x="71" y="136"/>
                  <a:pt x="71" y="134"/>
                </a:cubicBezTo>
                <a:cubicBezTo>
                  <a:pt x="71" y="130"/>
                  <a:pt x="71" y="130"/>
                  <a:pt x="71" y="130"/>
                </a:cubicBezTo>
                <a:cubicBezTo>
                  <a:pt x="71" y="128"/>
                  <a:pt x="72" y="126"/>
                  <a:pt x="75" y="126"/>
                </a:cubicBezTo>
                <a:cubicBezTo>
                  <a:pt x="138" y="126"/>
                  <a:pt x="138" y="126"/>
                  <a:pt x="138" y="126"/>
                </a:cubicBezTo>
                <a:cubicBezTo>
                  <a:pt x="140" y="126"/>
                  <a:pt x="141" y="128"/>
                  <a:pt x="141" y="130"/>
                </a:cubicBezTo>
                <a:cubicBezTo>
                  <a:pt x="141" y="134"/>
                  <a:pt x="141" y="134"/>
                  <a:pt x="141" y="134"/>
                </a:cubicBezTo>
                <a:cubicBezTo>
                  <a:pt x="141" y="136"/>
                  <a:pt x="140" y="138"/>
                  <a:pt x="138" y="138"/>
                </a:cubicBezTo>
                <a:close/>
                <a:moveTo>
                  <a:pt x="138" y="102"/>
                </a:moveTo>
                <a:cubicBezTo>
                  <a:pt x="75" y="102"/>
                  <a:pt x="75" y="102"/>
                  <a:pt x="75" y="102"/>
                </a:cubicBezTo>
                <a:cubicBezTo>
                  <a:pt x="72" y="102"/>
                  <a:pt x="71" y="101"/>
                  <a:pt x="71" y="98"/>
                </a:cubicBezTo>
                <a:cubicBezTo>
                  <a:pt x="71" y="94"/>
                  <a:pt x="71" y="94"/>
                  <a:pt x="71" y="94"/>
                </a:cubicBezTo>
                <a:cubicBezTo>
                  <a:pt x="71" y="92"/>
                  <a:pt x="72" y="91"/>
                  <a:pt x="75" y="91"/>
                </a:cubicBezTo>
                <a:cubicBezTo>
                  <a:pt x="138" y="91"/>
                  <a:pt x="138" y="91"/>
                  <a:pt x="138" y="91"/>
                </a:cubicBezTo>
                <a:cubicBezTo>
                  <a:pt x="140" y="91"/>
                  <a:pt x="141" y="92"/>
                  <a:pt x="141" y="94"/>
                </a:cubicBezTo>
                <a:cubicBezTo>
                  <a:pt x="141" y="98"/>
                  <a:pt x="141" y="98"/>
                  <a:pt x="141" y="98"/>
                </a:cubicBezTo>
                <a:cubicBezTo>
                  <a:pt x="141" y="101"/>
                  <a:pt x="140" y="102"/>
                  <a:pt x="138" y="102"/>
                </a:cubicBezTo>
                <a:close/>
                <a:moveTo>
                  <a:pt x="118" y="169"/>
                </a:moveTo>
                <a:cubicBezTo>
                  <a:pt x="75" y="169"/>
                  <a:pt x="75" y="169"/>
                  <a:pt x="75" y="169"/>
                </a:cubicBezTo>
                <a:cubicBezTo>
                  <a:pt x="72" y="169"/>
                  <a:pt x="71" y="168"/>
                  <a:pt x="71" y="165"/>
                </a:cubicBezTo>
                <a:cubicBezTo>
                  <a:pt x="71" y="161"/>
                  <a:pt x="71" y="161"/>
                  <a:pt x="71" y="161"/>
                </a:cubicBezTo>
                <a:cubicBezTo>
                  <a:pt x="71" y="159"/>
                  <a:pt x="72" y="157"/>
                  <a:pt x="75" y="157"/>
                </a:cubicBezTo>
                <a:cubicBezTo>
                  <a:pt x="118" y="157"/>
                  <a:pt x="118" y="157"/>
                  <a:pt x="118" y="157"/>
                </a:cubicBezTo>
                <a:cubicBezTo>
                  <a:pt x="120" y="157"/>
                  <a:pt x="122" y="159"/>
                  <a:pt x="122" y="161"/>
                </a:cubicBezTo>
                <a:cubicBezTo>
                  <a:pt x="122" y="165"/>
                  <a:pt x="122" y="165"/>
                  <a:pt x="122" y="165"/>
                </a:cubicBezTo>
                <a:cubicBezTo>
                  <a:pt x="122" y="168"/>
                  <a:pt x="120" y="169"/>
                  <a:pt x="118" y="169"/>
                </a:cubicBezTo>
                <a:close/>
                <a:moveTo>
                  <a:pt x="110" y="205"/>
                </a:moveTo>
                <a:cubicBezTo>
                  <a:pt x="75" y="205"/>
                  <a:pt x="75" y="205"/>
                  <a:pt x="75" y="205"/>
                </a:cubicBezTo>
                <a:cubicBezTo>
                  <a:pt x="72" y="205"/>
                  <a:pt x="71" y="203"/>
                  <a:pt x="71" y="201"/>
                </a:cubicBezTo>
                <a:cubicBezTo>
                  <a:pt x="71" y="197"/>
                  <a:pt x="71" y="197"/>
                  <a:pt x="71" y="197"/>
                </a:cubicBezTo>
                <a:cubicBezTo>
                  <a:pt x="71" y="195"/>
                  <a:pt x="72" y="193"/>
                  <a:pt x="75" y="193"/>
                </a:cubicBezTo>
                <a:cubicBezTo>
                  <a:pt x="110" y="193"/>
                  <a:pt x="110" y="193"/>
                  <a:pt x="110" y="193"/>
                </a:cubicBezTo>
                <a:cubicBezTo>
                  <a:pt x="112" y="193"/>
                  <a:pt x="114" y="195"/>
                  <a:pt x="114" y="197"/>
                </a:cubicBezTo>
                <a:cubicBezTo>
                  <a:pt x="114" y="201"/>
                  <a:pt x="114" y="201"/>
                  <a:pt x="114" y="201"/>
                </a:cubicBezTo>
                <a:cubicBezTo>
                  <a:pt x="114" y="203"/>
                  <a:pt x="112" y="205"/>
                  <a:pt x="110" y="205"/>
                </a:cubicBezTo>
                <a:close/>
                <a:moveTo>
                  <a:pt x="63" y="88"/>
                </a:moveTo>
                <a:cubicBezTo>
                  <a:pt x="49" y="104"/>
                  <a:pt x="49" y="104"/>
                  <a:pt x="49" y="104"/>
                </a:cubicBezTo>
                <a:cubicBezTo>
                  <a:pt x="48" y="105"/>
                  <a:pt x="47" y="105"/>
                  <a:pt x="46" y="105"/>
                </a:cubicBezTo>
                <a:cubicBezTo>
                  <a:pt x="45" y="105"/>
                  <a:pt x="44" y="105"/>
                  <a:pt x="44" y="104"/>
                </a:cubicBezTo>
                <a:cubicBezTo>
                  <a:pt x="35" y="97"/>
                  <a:pt x="35" y="97"/>
                  <a:pt x="35" y="97"/>
                </a:cubicBezTo>
                <a:cubicBezTo>
                  <a:pt x="33" y="96"/>
                  <a:pt x="33" y="94"/>
                  <a:pt x="34" y="92"/>
                </a:cubicBezTo>
                <a:cubicBezTo>
                  <a:pt x="35" y="91"/>
                  <a:pt x="37" y="90"/>
                  <a:pt x="39" y="92"/>
                </a:cubicBezTo>
                <a:cubicBezTo>
                  <a:pt x="45" y="97"/>
                  <a:pt x="45" y="97"/>
                  <a:pt x="45" y="97"/>
                </a:cubicBezTo>
                <a:cubicBezTo>
                  <a:pt x="58" y="83"/>
                  <a:pt x="58" y="83"/>
                  <a:pt x="58" y="83"/>
                </a:cubicBezTo>
                <a:cubicBezTo>
                  <a:pt x="59" y="81"/>
                  <a:pt x="61" y="81"/>
                  <a:pt x="63" y="83"/>
                </a:cubicBezTo>
                <a:cubicBezTo>
                  <a:pt x="64" y="84"/>
                  <a:pt x="64" y="86"/>
                  <a:pt x="63" y="88"/>
                </a:cubicBezTo>
                <a:close/>
                <a:moveTo>
                  <a:pt x="63" y="123"/>
                </a:moveTo>
                <a:cubicBezTo>
                  <a:pt x="49" y="139"/>
                  <a:pt x="49" y="139"/>
                  <a:pt x="49" y="139"/>
                </a:cubicBezTo>
                <a:cubicBezTo>
                  <a:pt x="48" y="140"/>
                  <a:pt x="47" y="140"/>
                  <a:pt x="46" y="140"/>
                </a:cubicBezTo>
                <a:cubicBezTo>
                  <a:pt x="45" y="140"/>
                  <a:pt x="44" y="140"/>
                  <a:pt x="44" y="140"/>
                </a:cubicBezTo>
                <a:cubicBezTo>
                  <a:pt x="35" y="132"/>
                  <a:pt x="35" y="132"/>
                  <a:pt x="35" y="132"/>
                </a:cubicBezTo>
                <a:cubicBezTo>
                  <a:pt x="33" y="131"/>
                  <a:pt x="33" y="129"/>
                  <a:pt x="34" y="127"/>
                </a:cubicBezTo>
                <a:cubicBezTo>
                  <a:pt x="35" y="126"/>
                  <a:pt x="37" y="125"/>
                  <a:pt x="39" y="127"/>
                </a:cubicBezTo>
                <a:cubicBezTo>
                  <a:pt x="45" y="132"/>
                  <a:pt x="45" y="132"/>
                  <a:pt x="45" y="132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9" y="116"/>
                  <a:pt x="61" y="116"/>
                  <a:pt x="63" y="118"/>
                </a:cubicBezTo>
                <a:cubicBezTo>
                  <a:pt x="64" y="119"/>
                  <a:pt x="64" y="121"/>
                  <a:pt x="63" y="123"/>
                </a:cubicBezTo>
                <a:close/>
                <a:moveTo>
                  <a:pt x="63" y="156"/>
                </a:moveTo>
                <a:cubicBezTo>
                  <a:pt x="49" y="173"/>
                  <a:pt x="49" y="173"/>
                  <a:pt x="49" y="173"/>
                </a:cubicBezTo>
                <a:cubicBezTo>
                  <a:pt x="48" y="173"/>
                  <a:pt x="47" y="174"/>
                  <a:pt x="46" y="174"/>
                </a:cubicBezTo>
                <a:cubicBezTo>
                  <a:pt x="45" y="174"/>
                  <a:pt x="44" y="174"/>
                  <a:pt x="44" y="173"/>
                </a:cubicBezTo>
                <a:cubicBezTo>
                  <a:pt x="35" y="166"/>
                  <a:pt x="35" y="166"/>
                  <a:pt x="35" y="166"/>
                </a:cubicBezTo>
                <a:cubicBezTo>
                  <a:pt x="33" y="165"/>
                  <a:pt x="33" y="162"/>
                  <a:pt x="34" y="161"/>
                </a:cubicBezTo>
                <a:cubicBezTo>
                  <a:pt x="35" y="159"/>
                  <a:pt x="37" y="159"/>
                  <a:pt x="39" y="160"/>
                </a:cubicBezTo>
                <a:cubicBezTo>
                  <a:pt x="45" y="165"/>
                  <a:pt x="45" y="165"/>
                  <a:pt x="45" y="165"/>
                </a:cubicBezTo>
                <a:cubicBezTo>
                  <a:pt x="58" y="151"/>
                  <a:pt x="58" y="151"/>
                  <a:pt x="58" y="151"/>
                </a:cubicBezTo>
                <a:cubicBezTo>
                  <a:pt x="59" y="150"/>
                  <a:pt x="61" y="150"/>
                  <a:pt x="63" y="151"/>
                </a:cubicBezTo>
                <a:cubicBezTo>
                  <a:pt x="64" y="153"/>
                  <a:pt x="64" y="155"/>
                  <a:pt x="63" y="156"/>
                </a:cubicBezTo>
                <a:close/>
                <a:moveTo>
                  <a:pt x="63" y="190"/>
                </a:moveTo>
                <a:cubicBezTo>
                  <a:pt x="49" y="206"/>
                  <a:pt x="49" y="206"/>
                  <a:pt x="49" y="206"/>
                </a:cubicBezTo>
                <a:cubicBezTo>
                  <a:pt x="48" y="207"/>
                  <a:pt x="47" y="208"/>
                  <a:pt x="46" y="208"/>
                </a:cubicBezTo>
                <a:cubicBezTo>
                  <a:pt x="45" y="208"/>
                  <a:pt x="44" y="207"/>
                  <a:pt x="44" y="207"/>
                </a:cubicBezTo>
                <a:cubicBezTo>
                  <a:pt x="35" y="200"/>
                  <a:pt x="35" y="200"/>
                  <a:pt x="35" y="200"/>
                </a:cubicBezTo>
                <a:cubicBezTo>
                  <a:pt x="33" y="198"/>
                  <a:pt x="33" y="196"/>
                  <a:pt x="34" y="194"/>
                </a:cubicBezTo>
                <a:cubicBezTo>
                  <a:pt x="35" y="193"/>
                  <a:pt x="37" y="193"/>
                  <a:pt x="39" y="194"/>
                </a:cubicBezTo>
                <a:cubicBezTo>
                  <a:pt x="45" y="199"/>
                  <a:pt x="45" y="199"/>
                  <a:pt x="45" y="199"/>
                </a:cubicBezTo>
                <a:cubicBezTo>
                  <a:pt x="58" y="185"/>
                  <a:pt x="58" y="185"/>
                  <a:pt x="58" y="185"/>
                </a:cubicBezTo>
                <a:cubicBezTo>
                  <a:pt x="59" y="184"/>
                  <a:pt x="61" y="184"/>
                  <a:pt x="63" y="185"/>
                </a:cubicBezTo>
                <a:cubicBezTo>
                  <a:pt x="64" y="186"/>
                  <a:pt x="64" y="189"/>
                  <a:pt x="63" y="190"/>
                </a:cubicBezTo>
                <a:close/>
              </a:path>
            </a:pathLst>
          </a:custGeom>
          <a:solidFill>
            <a:srgbClr val="48A3E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눈물 방울 19">
            <a:extLst>
              <a:ext uri="{FF2B5EF4-FFF2-40B4-BE49-F238E27FC236}">
                <a16:creationId xmlns:a16="http://schemas.microsoft.com/office/drawing/2014/main" id="{34B9652A-AD3A-F75F-C0A3-2B4FAAC32F9D}"/>
              </a:ext>
            </a:extLst>
          </p:cNvPr>
          <p:cNvSpPr>
            <a:spLocks/>
          </p:cNvSpPr>
          <p:nvPr/>
        </p:nvSpPr>
        <p:spPr bwMode="auto">
          <a:xfrm>
            <a:off x="642775" y="2398546"/>
            <a:ext cx="133032" cy="138169"/>
          </a:xfrm>
          <a:custGeom>
            <a:avLst/>
            <a:gdLst>
              <a:gd name="T0" fmla="*/ 0 w 1400175"/>
              <a:gd name="T1" fmla="*/ 700088 h 1400175"/>
              <a:gd name="T2" fmla="*/ 700088 w 1400175"/>
              <a:gd name="T3" fmla="*/ 0 h 1400175"/>
              <a:gd name="T4" fmla="*/ 1400175 w 1400175"/>
              <a:gd name="T5" fmla="*/ 0 h 1400175"/>
              <a:gd name="T6" fmla="*/ 1400175 w 1400175"/>
              <a:gd name="T7" fmla="*/ 700088 h 1400175"/>
              <a:gd name="T8" fmla="*/ 700087 w 1400175"/>
              <a:gd name="T9" fmla="*/ 1400176 h 1400175"/>
              <a:gd name="T10" fmla="*/ -1 w 1400175"/>
              <a:gd name="T11" fmla="*/ 700088 h 1400175"/>
              <a:gd name="T12" fmla="*/ 0 w 1400175"/>
              <a:gd name="T13" fmla="*/ 700088 h 14001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0175" h="1400175">
                <a:moveTo>
                  <a:pt x="0" y="700088"/>
                </a:moveTo>
                <a:cubicBezTo>
                  <a:pt x="0" y="313440"/>
                  <a:pt x="313440" y="0"/>
                  <a:pt x="700088" y="0"/>
                </a:cubicBezTo>
                <a:lnTo>
                  <a:pt x="1400175" y="0"/>
                </a:lnTo>
                <a:lnTo>
                  <a:pt x="1400175" y="700088"/>
                </a:lnTo>
                <a:cubicBezTo>
                  <a:pt x="1400175" y="1086736"/>
                  <a:pt x="1086735" y="1400176"/>
                  <a:pt x="700087" y="1400176"/>
                </a:cubicBezTo>
                <a:cubicBezTo>
                  <a:pt x="313439" y="1400176"/>
                  <a:pt x="-1" y="1086736"/>
                  <a:pt x="-1" y="700088"/>
                </a:cubicBezTo>
                <a:lnTo>
                  <a:pt x="0" y="700088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600" dirty="0">
              <a:solidFill>
                <a:schemeClr val="l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Rectangle 15">
            <a:extLst>
              <a:ext uri="{FF2B5EF4-FFF2-40B4-BE49-F238E27FC236}">
                <a16:creationId xmlns:a16="http://schemas.microsoft.com/office/drawing/2014/main" id="{11A267D1-9DD1-C1E7-0F96-BDC079958236}"/>
              </a:ext>
            </a:extLst>
          </p:cNvPr>
          <p:cNvSpPr>
            <a:spLocks noChangeArrowheads="1"/>
          </p:cNvSpPr>
          <p:nvPr/>
        </p:nvSpPr>
        <p:spPr bwMode="gray">
          <a:xfrm>
            <a:off x="813480" y="2408800"/>
            <a:ext cx="615553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t">
            <a:spAutoFit/>
          </a:bodyPr>
          <a:lstStyle/>
          <a:p>
            <a:pPr latinLnBrk="0"/>
            <a:r>
              <a:rPr lang="ko-KR" altLang="en-US" sz="1200" b="1" kern="0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관리절차</a:t>
            </a: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2E31A01D-CF0A-9D48-415C-197A73E7A084}"/>
              </a:ext>
            </a:extLst>
          </p:cNvPr>
          <p:cNvCxnSpPr/>
          <p:nvPr/>
        </p:nvCxnSpPr>
        <p:spPr>
          <a:xfrm>
            <a:off x="823215" y="2403491"/>
            <a:ext cx="96732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07528E53-0B14-8ED6-426D-7C5051AFFAB5}"/>
              </a:ext>
            </a:extLst>
          </p:cNvPr>
          <p:cNvSpPr txBox="1"/>
          <p:nvPr/>
        </p:nvSpPr>
        <p:spPr>
          <a:xfrm>
            <a:off x="2659696" y="2804089"/>
            <a:ext cx="1226731" cy="974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84138" indent="-84138" fontAlgn="auto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404040">
                  <a:lumMod val="75000"/>
                  <a:lumOff val="25000"/>
                </a:srgbClr>
              </a:buClr>
              <a:buSzPct val="90000"/>
              <a:buFont typeface="Arial" pitchFamily="34" charset="0"/>
              <a:buChar char="•"/>
              <a:defRPr kumimoji="0" sz="900" kern="0" spc="-50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pPr>
              <a:defRPr/>
            </a:pPr>
            <a:r>
              <a:rPr lang="ko-KR" altLang="en-US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프로젝트에 부정적 영향요소 조기 식별 </a:t>
            </a:r>
          </a:p>
          <a:p>
            <a:pPr marL="195263" indent="-104775">
              <a:buClr>
                <a:srgbClr val="4D4D4D"/>
              </a:buClr>
              <a:buFont typeface="바른돋움Pro 1" panose="02020603020101020101" pitchFamily="18" charset="-127"/>
              <a:buChar char="-"/>
              <a:defRPr/>
            </a:pPr>
            <a:r>
              <a:rPr lang="ko-KR" altLang="en-US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</a:t>
            </a:r>
            <a:r>
              <a:rPr lang="en-US" altLang="ko-KR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이슈 보고서 </a:t>
            </a:r>
            <a:endParaRPr lang="en-US" altLang="ko-KR" sz="1000" spc="-3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95263" indent="-104775">
              <a:buClr>
                <a:srgbClr val="4D4D4D"/>
              </a:buClr>
              <a:buFont typeface="바른돋움Pro 1" panose="02020603020101020101" pitchFamily="18" charset="-127"/>
              <a:buChar char="-"/>
              <a:defRPr/>
            </a:pPr>
            <a:r>
              <a:rPr lang="ko-KR" altLang="en-US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잠재적 위험요소 이슈관리로 위험 발생 예방</a:t>
            </a:r>
            <a:endParaRPr lang="en-US" altLang="ko-KR" sz="1000" spc="-3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518A36D-AE13-D02A-77A5-9B9AD13C67CA}"/>
              </a:ext>
            </a:extLst>
          </p:cNvPr>
          <p:cNvSpPr txBox="1"/>
          <p:nvPr/>
        </p:nvSpPr>
        <p:spPr>
          <a:xfrm>
            <a:off x="4244945" y="2804089"/>
            <a:ext cx="1196345" cy="974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84138" indent="-84138" fontAlgn="auto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404040">
                  <a:lumMod val="75000"/>
                  <a:lumOff val="25000"/>
                </a:srgbClr>
              </a:buClr>
              <a:buSzPct val="90000"/>
              <a:buFont typeface="Arial" pitchFamily="34" charset="0"/>
              <a:buChar char="•"/>
              <a:defRPr kumimoji="0" sz="900" kern="0" spc="-50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pPr>
              <a:defRPr/>
            </a:pPr>
            <a:r>
              <a:rPr lang="ko-KR" altLang="en-US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식별된 위험의 영향도 분석 및 발생 가능성 평가</a:t>
            </a:r>
          </a:p>
          <a:p>
            <a:pPr>
              <a:defRPr/>
            </a:pPr>
            <a:r>
              <a:rPr lang="ko-KR" altLang="en-US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관리 우선순위 판단</a:t>
            </a:r>
          </a:p>
          <a:p>
            <a:pPr marL="195263" indent="-104775">
              <a:buClr>
                <a:srgbClr val="4D4D4D"/>
              </a:buClr>
              <a:buFont typeface="바른돋움Pro 1" panose="02020603020101020101" pitchFamily="18" charset="-127"/>
              <a:buChar char="-"/>
              <a:defRPr/>
            </a:pPr>
            <a:r>
              <a:rPr lang="ko-KR" altLang="en-US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위험보고서</a:t>
            </a:r>
            <a:br>
              <a:rPr lang="ko-KR" altLang="en-US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위험분석결과</a:t>
            </a:r>
            <a:r>
              <a:rPr lang="en-US" altLang="ko-KR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F0C959F-0B8A-2782-76D4-68F37A799695}"/>
              </a:ext>
            </a:extLst>
          </p:cNvPr>
          <p:cNvSpPr txBox="1"/>
          <p:nvPr/>
        </p:nvSpPr>
        <p:spPr>
          <a:xfrm>
            <a:off x="5918676" y="2804089"/>
            <a:ext cx="1115210" cy="641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84138" indent="-84138" fontAlgn="auto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404040">
                  <a:lumMod val="75000"/>
                  <a:lumOff val="25000"/>
                </a:srgbClr>
              </a:buClr>
              <a:buSzPct val="90000"/>
              <a:buFont typeface="Arial" pitchFamily="34" charset="0"/>
              <a:buChar char="•"/>
              <a:defRPr kumimoji="0" sz="900" kern="0" spc="-50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pPr>
              <a:defRPr/>
            </a:pPr>
            <a:r>
              <a:rPr lang="ko-KR" altLang="en-US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 조치 현황 및 적절한 시정조치</a:t>
            </a:r>
          </a:p>
          <a:p>
            <a:pPr marL="195263" indent="-104775">
              <a:buClr>
                <a:srgbClr val="4D4D4D"/>
              </a:buClr>
              <a:buFont typeface="바른돋움Pro 1" panose="02020603020101020101" pitchFamily="18" charset="-127"/>
              <a:buChar char="-"/>
              <a:defRPr/>
            </a:pPr>
            <a:r>
              <a:rPr lang="ko-KR" altLang="en-US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위험이슈 보고서 </a:t>
            </a:r>
            <a:br>
              <a:rPr lang="ko-KR" altLang="en-US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완화활동결과</a:t>
            </a:r>
            <a:r>
              <a:rPr lang="en-US" altLang="ko-KR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F0E7C3-EAF3-BC33-E232-12ACAC08A1CA}"/>
              </a:ext>
            </a:extLst>
          </p:cNvPr>
          <p:cNvSpPr txBox="1"/>
          <p:nvPr/>
        </p:nvSpPr>
        <p:spPr>
          <a:xfrm>
            <a:off x="7871827" y="2804089"/>
            <a:ext cx="1013827" cy="795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84138" indent="-84138" fontAlgn="auto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404040">
                  <a:lumMod val="75000"/>
                  <a:lumOff val="25000"/>
                </a:srgbClr>
              </a:buClr>
              <a:buSzPct val="90000"/>
              <a:buFont typeface="Arial" pitchFamily="34" charset="0"/>
              <a:buChar char="•"/>
              <a:defRPr kumimoji="0" sz="900" kern="0" spc="-50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pPr>
              <a:defRPr/>
            </a:pPr>
            <a:r>
              <a:rPr lang="ko-KR" altLang="en-US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우선순위에 의한 </a:t>
            </a:r>
            <a:br>
              <a:rPr lang="ko-KR" altLang="en-US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구체적 대응 전략 수립</a:t>
            </a:r>
          </a:p>
          <a:p>
            <a:pPr marL="195263" indent="-104775">
              <a:buClr>
                <a:srgbClr val="4D4D4D"/>
              </a:buClr>
              <a:buFont typeface="바른돋움Pro 1" panose="02020603020101020101" pitchFamily="18" charset="-127"/>
              <a:buChar char="-"/>
              <a:defRPr/>
            </a:pPr>
            <a:r>
              <a:rPr lang="ko-KR" altLang="en-US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위험보고서</a:t>
            </a:r>
            <a:br>
              <a:rPr lang="ko-KR" altLang="en-US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위험완화계획</a:t>
            </a:r>
            <a:r>
              <a:rPr lang="en-US" altLang="ko-KR" sz="10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1FA335A4-2AE4-494F-1078-DB0757905E84}"/>
              </a:ext>
            </a:extLst>
          </p:cNvPr>
          <p:cNvGrpSpPr/>
          <p:nvPr/>
        </p:nvGrpSpPr>
        <p:grpSpPr>
          <a:xfrm>
            <a:off x="2337702" y="2267604"/>
            <a:ext cx="6925523" cy="200055"/>
            <a:chOff x="2343150" y="5402496"/>
            <a:chExt cx="4214813" cy="184666"/>
          </a:xfrm>
        </p:grpSpPr>
        <p:sp>
          <p:nvSpPr>
            <p:cNvPr id="112" name="Rectangle 98">
              <a:extLst>
                <a:ext uri="{FF2B5EF4-FFF2-40B4-BE49-F238E27FC236}">
                  <a16:creationId xmlns:a16="http://schemas.microsoft.com/office/drawing/2014/main" id="{D2D3F1E7-15BB-CD3B-712B-D0C8809E3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9703" y="5402496"/>
              <a:ext cx="40170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922338"/>
              <a:r>
                <a:rPr lang="ko-KR" altLang="en-US" sz="1200" b="1" dirty="0">
                  <a:solidFill>
                    <a:schemeClr val="accent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위험관리</a:t>
              </a:r>
            </a:p>
          </p:txBody>
        </p: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E6DD5223-D86D-977E-523A-D239A4195D2F}"/>
                </a:ext>
              </a:extLst>
            </p:cNvPr>
            <p:cNvCxnSpPr/>
            <p:nvPr/>
          </p:nvCxnSpPr>
          <p:spPr>
            <a:xfrm flipH="1">
              <a:off x="2343150" y="5529265"/>
              <a:ext cx="17526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3C2152E9-1504-88C7-E87E-263CDED17572}"/>
                </a:ext>
              </a:extLst>
            </p:cNvPr>
            <p:cNvCxnSpPr/>
            <p:nvPr/>
          </p:nvCxnSpPr>
          <p:spPr>
            <a:xfrm flipH="1">
              <a:off x="4805363" y="5529265"/>
              <a:ext cx="17526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5" name="Group 65">
            <a:extLst>
              <a:ext uri="{FF2B5EF4-FFF2-40B4-BE49-F238E27FC236}">
                <a16:creationId xmlns:a16="http://schemas.microsoft.com/office/drawing/2014/main" id="{44B1550B-7928-0AB1-CE3C-DDBD5760F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406279"/>
              </p:ext>
            </p:extLst>
          </p:nvPr>
        </p:nvGraphicFramePr>
        <p:xfrm>
          <a:off x="2327879" y="3895231"/>
          <a:ext cx="6946294" cy="24134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1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8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9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95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7875"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873125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 horzOverflow="overflow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873125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위험요소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873125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사전 </a:t>
                      </a:r>
                      <a:r>
                        <a:rPr kumimoji="1" lang="en-US" altLang="ko-KR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사후 관리방안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873125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발생</a:t>
                      </a:r>
                      <a:endParaRPr kumimoji="1" lang="en-US" altLang="ko-KR" sz="9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873125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빈도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873125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파급</a:t>
                      </a:r>
                      <a:endParaRPr kumimoji="1" lang="en-US" altLang="ko-KR" sz="9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873125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효과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873125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중점</a:t>
                      </a:r>
                      <a:endParaRPr kumimoji="1" lang="en-US" altLang="ko-KR" sz="9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873125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관리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545"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6837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지주</a:t>
                      </a:r>
                      <a:r>
                        <a:rPr kumimoji="0" lang="en-US" altLang="ko-KR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법인간</a:t>
                      </a:r>
                      <a:endParaRPr kumimoji="0" lang="en-US" altLang="ko-KR" sz="9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/>
                      </a:endParaRPr>
                    </a:p>
                    <a:p>
                      <a:pPr marL="0" marR="0" lvl="0" indent="0" algn="ctr" defTabSz="96837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협력 및 </a:t>
                      </a:r>
                      <a:br>
                        <a:rPr kumimoji="0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</a:br>
                      <a:r>
                        <a:rPr kumimoji="0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의사소통 문제</a:t>
                      </a:r>
                    </a:p>
                  </a:txBody>
                  <a:tcPr marL="0" marR="0" marT="0" marB="0" anchor="ctr" horzOverflow="overflow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사용자 요구사항에 대한 사업 주관부서 요구사항 이해 오류</a:t>
                      </a:r>
                      <a:endParaRPr kumimoji="1" lang="en-US" altLang="ko-KR" sz="8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협조미비로 합의사항의 이견발생 및 약속 불이행</a:t>
                      </a:r>
                    </a:p>
                  </a:txBody>
                  <a:tcPr marL="90000" marR="90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주관부서 실무담당자와 의사결정 협의체를 구성하여 체계적이고  신속한 의사 결정체계 확보</a:t>
                      </a:r>
                      <a:endParaRPr kumimoji="1" lang="en-US" altLang="ko-KR" sz="8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분석 및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BEST PRACTICE</a:t>
                      </a:r>
                      <a:r>
                        <a:rPr kumimoji="1" lang="en-US" altLang="ko-KR" sz="8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 </a:t>
                      </a:r>
                      <a:r>
                        <a:rPr kumimoji="1" lang="ko-KR" altLang="en-US" sz="800" b="1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업무 단계의 업무 효율성을 높임</a:t>
                      </a:r>
                      <a:endParaRPr kumimoji="1" lang="en-US" altLang="ko-KR" sz="800" b="1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/>
                      </a:endParaRPr>
                    </a:p>
                  </a:txBody>
                  <a:tcPr marL="9000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68375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중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68375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상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68375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O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34"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6837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투입 인력 손실</a:t>
                      </a:r>
                    </a:p>
                  </a:txBody>
                  <a:tcPr marL="0" marR="0" marT="0" marB="0" anchor="ctr" horzOverflow="overflow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개인 사정으로 인한 사직 등으로 결원 발생 </a:t>
                      </a:r>
                      <a:endParaRPr kumimoji="1" lang="en-US" altLang="ko-KR" sz="8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코로나  발생으로 인한 인력 공백</a:t>
                      </a:r>
                    </a:p>
                  </a:txBody>
                  <a:tcPr marL="90000" marR="90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본 제안사의 인력 풀에서 업무 파트별 최적의 예비인력을 편성하여 결원 발생시 즉시 투입 가능한 동급의 인원 교체 </a:t>
                      </a:r>
                    </a:p>
                  </a:txBody>
                  <a:tcPr marL="9000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68375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하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68375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중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68375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O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267"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6837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제도변경</a:t>
                      </a:r>
                    </a:p>
                  </a:txBody>
                  <a:tcPr marL="0" marR="0" marT="0" marB="0" anchor="ctr" horzOverflow="overflow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사업수행범위 변경</a:t>
                      </a:r>
                      <a:endParaRPr kumimoji="1" lang="en-US" altLang="ko-KR" sz="8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법 제도 변경</a:t>
                      </a:r>
                    </a:p>
                  </a:txBody>
                  <a:tcPr marL="90000" marR="90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범위 변경에 대한 주관기관과의 협의를 통한 합리적 의사결정 도출</a:t>
                      </a:r>
                      <a:endParaRPr kumimoji="1" lang="en-US" altLang="ko-KR" sz="8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범위변경에 따른 영향도 철저 분석 및 고객과 공동 대처</a:t>
                      </a:r>
                    </a:p>
                  </a:txBody>
                  <a:tcPr marL="9000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68375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하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68375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상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68375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O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978"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6837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일정지연</a:t>
                      </a:r>
                    </a:p>
                  </a:txBody>
                  <a:tcPr marL="0" marR="0" marT="0" marB="0" anchor="ctr" horzOverflow="overflow"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예상치 못한 작업 발생</a:t>
                      </a:r>
                      <a:endParaRPr kumimoji="1" lang="en-US" altLang="ko-KR" sz="8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선행작업 미완료에 의한 차기 작업 지연</a:t>
                      </a:r>
                      <a:endParaRPr kumimoji="1" lang="en-US" altLang="ko-KR" sz="8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특정 공정의 지연으로 인한 전체공정의 </a:t>
                      </a:r>
                      <a:r>
                        <a:rPr kumimoji="1" lang="en-US" altLang="ko-KR" sz="8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 </a:t>
                      </a:r>
                      <a:r>
                        <a:rPr kumimoji="1" lang="ko-KR" altLang="en-US" sz="8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연쇄 지연</a:t>
                      </a:r>
                    </a:p>
                  </a:txBody>
                  <a:tcPr marL="90000" marR="9000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특정 공정의 지연 판단 시 연관 공정의 지연여부를 분석 후</a:t>
                      </a:r>
                      <a:r>
                        <a:rPr kumimoji="1" lang="en-US" altLang="ko-KR" sz="8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영향 최소화 방안 마련 </a:t>
                      </a:r>
                      <a:endParaRPr kumimoji="1" lang="en-US" altLang="ko-KR" sz="800" b="0" i="0" u="none" strike="noStrike" kern="1200" cap="none" spc="-3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사업지연 상황 발생시 공정의 해결을 위한 자원 추가 투입 및 기술적 해결점 도출</a:t>
                      </a:r>
                    </a:p>
                  </a:txBody>
                  <a:tcPr marL="9000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68375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중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68375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상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68375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kern="1200" cap="none" spc="-3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Monotype Sorts"/>
                        </a:rPr>
                        <a:t>O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7" name="눈물 방울 19">
            <a:extLst>
              <a:ext uri="{FF2B5EF4-FFF2-40B4-BE49-F238E27FC236}">
                <a16:creationId xmlns:a16="http://schemas.microsoft.com/office/drawing/2014/main" id="{D675755F-8FB5-D774-F6E7-5498E12626FE}"/>
              </a:ext>
            </a:extLst>
          </p:cNvPr>
          <p:cNvSpPr>
            <a:spLocks/>
          </p:cNvSpPr>
          <p:nvPr/>
        </p:nvSpPr>
        <p:spPr bwMode="auto">
          <a:xfrm>
            <a:off x="653568" y="3894956"/>
            <a:ext cx="133032" cy="138169"/>
          </a:xfrm>
          <a:custGeom>
            <a:avLst/>
            <a:gdLst>
              <a:gd name="T0" fmla="*/ 0 w 1400175"/>
              <a:gd name="T1" fmla="*/ 700088 h 1400175"/>
              <a:gd name="T2" fmla="*/ 700088 w 1400175"/>
              <a:gd name="T3" fmla="*/ 0 h 1400175"/>
              <a:gd name="T4" fmla="*/ 1400175 w 1400175"/>
              <a:gd name="T5" fmla="*/ 0 h 1400175"/>
              <a:gd name="T6" fmla="*/ 1400175 w 1400175"/>
              <a:gd name="T7" fmla="*/ 700088 h 1400175"/>
              <a:gd name="T8" fmla="*/ 700087 w 1400175"/>
              <a:gd name="T9" fmla="*/ 1400176 h 1400175"/>
              <a:gd name="T10" fmla="*/ -1 w 1400175"/>
              <a:gd name="T11" fmla="*/ 700088 h 1400175"/>
              <a:gd name="T12" fmla="*/ 0 w 1400175"/>
              <a:gd name="T13" fmla="*/ 700088 h 14001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00175" h="1400175">
                <a:moveTo>
                  <a:pt x="0" y="700088"/>
                </a:moveTo>
                <a:cubicBezTo>
                  <a:pt x="0" y="313440"/>
                  <a:pt x="313440" y="0"/>
                  <a:pt x="700088" y="0"/>
                </a:cubicBezTo>
                <a:lnTo>
                  <a:pt x="1400175" y="0"/>
                </a:lnTo>
                <a:lnTo>
                  <a:pt x="1400175" y="700088"/>
                </a:lnTo>
                <a:cubicBezTo>
                  <a:pt x="1400175" y="1086736"/>
                  <a:pt x="1086735" y="1400176"/>
                  <a:pt x="700087" y="1400176"/>
                </a:cubicBezTo>
                <a:cubicBezTo>
                  <a:pt x="313439" y="1400176"/>
                  <a:pt x="-1" y="1086736"/>
                  <a:pt x="-1" y="700088"/>
                </a:cubicBezTo>
                <a:lnTo>
                  <a:pt x="0" y="700088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600" b="1" dirty="0">
              <a:solidFill>
                <a:schemeClr val="l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352CC81F-F412-77F8-9B52-A6E705B0EE1C}"/>
              </a:ext>
            </a:extLst>
          </p:cNvPr>
          <p:cNvCxnSpPr/>
          <p:nvPr/>
        </p:nvCxnSpPr>
        <p:spPr>
          <a:xfrm>
            <a:off x="834008" y="3899902"/>
            <a:ext cx="96732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 15">
            <a:extLst>
              <a:ext uri="{FF2B5EF4-FFF2-40B4-BE49-F238E27FC236}">
                <a16:creationId xmlns:a16="http://schemas.microsoft.com/office/drawing/2014/main" id="{CF556C99-712B-A3BC-719D-66CB803B81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813480" y="3914736"/>
            <a:ext cx="615553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t">
            <a:spAutoFit/>
          </a:bodyPr>
          <a:lstStyle/>
          <a:p>
            <a:pPr latinLnBrk="0"/>
            <a:r>
              <a:rPr lang="ko-KR" altLang="en-US" sz="1200" b="1" kern="0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위험구분</a:t>
            </a: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E5D9D8B4-F00F-9666-A6F2-D595C018ADA9}"/>
              </a:ext>
            </a:extLst>
          </p:cNvPr>
          <p:cNvGrpSpPr/>
          <p:nvPr/>
        </p:nvGrpSpPr>
        <p:grpSpPr>
          <a:xfrm>
            <a:off x="1541772" y="3947285"/>
            <a:ext cx="341070" cy="282521"/>
            <a:chOff x="5951538" y="3054350"/>
            <a:chExt cx="400050" cy="393700"/>
          </a:xfrm>
          <a:solidFill>
            <a:srgbClr val="83C8A2"/>
          </a:solidFill>
        </p:grpSpPr>
        <p:sp>
          <p:nvSpPr>
            <p:cNvPr id="121" name="Freeform 115">
              <a:extLst>
                <a:ext uri="{FF2B5EF4-FFF2-40B4-BE49-F238E27FC236}">
                  <a16:creationId xmlns:a16="http://schemas.microsoft.com/office/drawing/2014/main" id="{8A73F6EF-DAFA-DB97-FAFA-FBE141F617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24563" y="3409950"/>
              <a:ext cx="254000" cy="38100"/>
            </a:xfrm>
            <a:custGeom>
              <a:avLst/>
              <a:gdLst>
                <a:gd name="T0" fmla="*/ 7 w 150"/>
                <a:gd name="T1" fmla="*/ 0 h 23"/>
                <a:gd name="T2" fmla="*/ 0 w 150"/>
                <a:gd name="T3" fmla="*/ 23 h 23"/>
                <a:gd name="T4" fmla="*/ 150 w 150"/>
                <a:gd name="T5" fmla="*/ 23 h 23"/>
                <a:gd name="T6" fmla="*/ 143 w 150"/>
                <a:gd name="T7" fmla="*/ 0 h 23"/>
                <a:gd name="T8" fmla="*/ 7 w 150"/>
                <a:gd name="T9" fmla="*/ 0 h 23"/>
                <a:gd name="T10" fmla="*/ 31 w 150"/>
                <a:gd name="T11" fmla="*/ 19 h 23"/>
                <a:gd name="T12" fmla="*/ 6 w 150"/>
                <a:gd name="T13" fmla="*/ 19 h 23"/>
                <a:gd name="T14" fmla="*/ 11 w 150"/>
                <a:gd name="T15" fmla="*/ 4 h 23"/>
                <a:gd name="T16" fmla="*/ 45 w 150"/>
                <a:gd name="T17" fmla="*/ 4 h 23"/>
                <a:gd name="T18" fmla="*/ 31 w 150"/>
                <a:gd name="T19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" h="23">
                  <a:moveTo>
                    <a:pt x="7" y="0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150" y="23"/>
                    <a:pt x="150" y="23"/>
                    <a:pt x="150" y="23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7" y="0"/>
                    <a:pt x="7" y="0"/>
                    <a:pt x="7" y="0"/>
                  </a:cubicBezTo>
                  <a:close/>
                  <a:moveTo>
                    <a:pt x="31" y="19"/>
                  </a:moveTo>
                  <a:cubicBezTo>
                    <a:pt x="6" y="19"/>
                    <a:pt x="6" y="19"/>
                    <a:pt x="6" y="19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45" y="4"/>
                    <a:pt x="45" y="4"/>
                    <a:pt x="45" y="4"/>
                  </a:cubicBezTo>
                  <a:cubicBezTo>
                    <a:pt x="41" y="9"/>
                    <a:pt x="36" y="14"/>
                    <a:pt x="31" y="19"/>
                  </a:cubicBezTo>
                  <a:close/>
                </a:path>
              </a:pathLst>
            </a:custGeom>
            <a:solidFill>
              <a:srgbClr val="48A3E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2" name="Freeform 116">
              <a:extLst>
                <a:ext uri="{FF2B5EF4-FFF2-40B4-BE49-F238E27FC236}">
                  <a16:creationId xmlns:a16="http://schemas.microsoft.com/office/drawing/2014/main" id="{99AFD5A9-F62D-890B-AD18-52934FC758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9963" y="3171825"/>
              <a:ext cx="203200" cy="227013"/>
            </a:xfrm>
            <a:custGeom>
              <a:avLst/>
              <a:gdLst>
                <a:gd name="T0" fmla="*/ 59 w 120"/>
                <a:gd name="T1" fmla="*/ 0 h 134"/>
                <a:gd name="T2" fmla="*/ 0 w 120"/>
                <a:gd name="T3" fmla="*/ 60 h 134"/>
                <a:gd name="T4" fmla="*/ 0 w 120"/>
                <a:gd name="T5" fmla="*/ 134 h 134"/>
                <a:gd name="T6" fmla="*/ 120 w 120"/>
                <a:gd name="T7" fmla="*/ 134 h 134"/>
                <a:gd name="T8" fmla="*/ 120 w 120"/>
                <a:gd name="T9" fmla="*/ 60 h 134"/>
                <a:gd name="T10" fmla="*/ 60 w 120"/>
                <a:gd name="T11" fmla="*/ 0 h 134"/>
                <a:gd name="T12" fmla="*/ 59 w 120"/>
                <a:gd name="T13" fmla="*/ 0 h 134"/>
                <a:gd name="T14" fmla="*/ 109 w 120"/>
                <a:gd name="T15" fmla="*/ 62 h 134"/>
                <a:gd name="T16" fmla="*/ 104 w 120"/>
                <a:gd name="T17" fmla="*/ 67 h 134"/>
                <a:gd name="T18" fmla="*/ 98 w 120"/>
                <a:gd name="T19" fmla="*/ 62 h 134"/>
                <a:gd name="T20" fmla="*/ 61 w 120"/>
                <a:gd name="T21" fmla="*/ 24 h 134"/>
                <a:gd name="T22" fmla="*/ 60 w 120"/>
                <a:gd name="T23" fmla="*/ 24 h 134"/>
                <a:gd name="T24" fmla="*/ 55 w 120"/>
                <a:gd name="T25" fmla="*/ 19 h 134"/>
                <a:gd name="T26" fmla="*/ 60 w 120"/>
                <a:gd name="T27" fmla="*/ 14 h 134"/>
                <a:gd name="T28" fmla="*/ 61 w 120"/>
                <a:gd name="T29" fmla="*/ 14 h 134"/>
                <a:gd name="T30" fmla="*/ 109 w 120"/>
                <a:gd name="T31" fmla="*/ 62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0" h="134">
                  <a:moveTo>
                    <a:pt x="59" y="0"/>
                  </a:moveTo>
                  <a:cubicBezTo>
                    <a:pt x="26" y="0"/>
                    <a:pt x="0" y="27"/>
                    <a:pt x="0" y="60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120" y="134"/>
                    <a:pt x="120" y="134"/>
                    <a:pt x="120" y="134"/>
                  </a:cubicBezTo>
                  <a:cubicBezTo>
                    <a:pt x="120" y="60"/>
                    <a:pt x="120" y="60"/>
                    <a:pt x="120" y="60"/>
                  </a:cubicBezTo>
                  <a:cubicBezTo>
                    <a:pt x="120" y="27"/>
                    <a:pt x="93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09" y="62"/>
                  </a:moveTo>
                  <a:cubicBezTo>
                    <a:pt x="109" y="65"/>
                    <a:pt x="106" y="67"/>
                    <a:pt x="104" y="67"/>
                  </a:cubicBezTo>
                  <a:cubicBezTo>
                    <a:pt x="101" y="67"/>
                    <a:pt x="98" y="65"/>
                    <a:pt x="98" y="62"/>
                  </a:cubicBezTo>
                  <a:cubicBezTo>
                    <a:pt x="98" y="41"/>
                    <a:pt x="82" y="24"/>
                    <a:pt x="61" y="24"/>
                  </a:cubicBezTo>
                  <a:cubicBezTo>
                    <a:pt x="60" y="24"/>
                    <a:pt x="60" y="24"/>
                    <a:pt x="60" y="24"/>
                  </a:cubicBezTo>
                  <a:cubicBezTo>
                    <a:pt x="57" y="24"/>
                    <a:pt x="55" y="22"/>
                    <a:pt x="55" y="19"/>
                  </a:cubicBezTo>
                  <a:cubicBezTo>
                    <a:pt x="55" y="16"/>
                    <a:pt x="57" y="14"/>
                    <a:pt x="60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87" y="14"/>
                    <a:pt x="109" y="36"/>
                    <a:pt x="109" y="62"/>
                  </a:cubicBezTo>
                  <a:close/>
                </a:path>
              </a:pathLst>
            </a:custGeom>
            <a:solidFill>
              <a:srgbClr val="48A3E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3" name="Freeform 117">
              <a:extLst>
                <a:ext uri="{FF2B5EF4-FFF2-40B4-BE49-F238E27FC236}">
                  <a16:creationId xmlns:a16="http://schemas.microsoft.com/office/drawing/2014/main" id="{F93A7407-53FC-AE7F-AF7E-3A7E25146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538" y="3201988"/>
              <a:ext cx="84138" cy="46038"/>
            </a:xfrm>
            <a:custGeom>
              <a:avLst/>
              <a:gdLst>
                <a:gd name="T0" fmla="*/ 48 w 49"/>
                <a:gd name="T1" fmla="*/ 18 h 27"/>
                <a:gd name="T2" fmla="*/ 40 w 49"/>
                <a:gd name="T3" fmla="*/ 7 h 27"/>
                <a:gd name="T4" fmla="*/ 12 w 49"/>
                <a:gd name="T5" fmla="*/ 1 h 27"/>
                <a:gd name="T6" fmla="*/ 0 w 49"/>
                <a:gd name="T7" fmla="*/ 9 h 27"/>
                <a:gd name="T8" fmla="*/ 0 w 49"/>
                <a:gd name="T9" fmla="*/ 12 h 27"/>
                <a:gd name="T10" fmla="*/ 8 w 49"/>
                <a:gd name="T11" fmla="*/ 20 h 27"/>
                <a:gd name="T12" fmla="*/ 36 w 49"/>
                <a:gd name="T13" fmla="*/ 26 h 27"/>
                <a:gd name="T14" fmla="*/ 48 w 49"/>
                <a:gd name="T1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" h="27">
                  <a:moveTo>
                    <a:pt x="48" y="18"/>
                  </a:moveTo>
                  <a:cubicBezTo>
                    <a:pt x="49" y="13"/>
                    <a:pt x="45" y="8"/>
                    <a:pt x="40" y="7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7" y="0"/>
                    <a:pt x="1" y="3"/>
                    <a:pt x="0" y="9"/>
                  </a:cubicBezTo>
                  <a:cubicBezTo>
                    <a:pt x="0" y="10"/>
                    <a:pt x="0" y="11"/>
                    <a:pt x="0" y="12"/>
                  </a:cubicBezTo>
                  <a:cubicBezTo>
                    <a:pt x="1" y="16"/>
                    <a:pt x="4" y="19"/>
                    <a:pt x="8" y="20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42" y="27"/>
                    <a:pt x="47" y="24"/>
                    <a:pt x="48" y="18"/>
                  </a:cubicBezTo>
                  <a:close/>
                </a:path>
              </a:pathLst>
            </a:custGeom>
            <a:solidFill>
              <a:srgbClr val="48A3E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4" name="Freeform 118">
              <a:extLst>
                <a:ext uri="{FF2B5EF4-FFF2-40B4-BE49-F238E27FC236}">
                  <a16:creationId xmlns:a16="http://schemas.microsoft.com/office/drawing/2014/main" id="{831C8221-3B36-08DD-F213-78EB76E96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8213" y="3094038"/>
              <a:ext cx="66675" cy="74613"/>
            </a:xfrm>
            <a:custGeom>
              <a:avLst/>
              <a:gdLst>
                <a:gd name="T0" fmla="*/ 2 w 39"/>
                <a:gd name="T1" fmla="*/ 17 h 44"/>
                <a:gd name="T2" fmla="*/ 20 w 39"/>
                <a:gd name="T3" fmla="*/ 39 h 44"/>
                <a:gd name="T4" fmla="*/ 34 w 39"/>
                <a:gd name="T5" fmla="*/ 41 h 44"/>
                <a:gd name="T6" fmla="*/ 36 w 39"/>
                <a:gd name="T7" fmla="*/ 27 h 44"/>
                <a:gd name="T8" fmla="*/ 18 w 39"/>
                <a:gd name="T9" fmla="*/ 4 h 44"/>
                <a:gd name="T10" fmla="*/ 4 w 39"/>
                <a:gd name="T11" fmla="*/ 3 h 44"/>
                <a:gd name="T12" fmla="*/ 0 w 39"/>
                <a:gd name="T13" fmla="*/ 12 h 44"/>
                <a:gd name="T14" fmla="*/ 2 w 39"/>
                <a:gd name="T15" fmla="*/ 17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44">
                  <a:moveTo>
                    <a:pt x="2" y="17"/>
                  </a:moveTo>
                  <a:cubicBezTo>
                    <a:pt x="20" y="39"/>
                    <a:pt x="20" y="39"/>
                    <a:pt x="20" y="39"/>
                  </a:cubicBezTo>
                  <a:cubicBezTo>
                    <a:pt x="24" y="43"/>
                    <a:pt x="30" y="44"/>
                    <a:pt x="34" y="41"/>
                  </a:cubicBezTo>
                  <a:cubicBezTo>
                    <a:pt x="38" y="37"/>
                    <a:pt x="39" y="31"/>
                    <a:pt x="36" y="27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4" y="0"/>
                    <a:pt x="8" y="0"/>
                    <a:pt x="4" y="3"/>
                  </a:cubicBezTo>
                  <a:cubicBezTo>
                    <a:pt x="1" y="5"/>
                    <a:pt x="0" y="9"/>
                    <a:pt x="0" y="12"/>
                  </a:cubicBezTo>
                  <a:cubicBezTo>
                    <a:pt x="1" y="14"/>
                    <a:pt x="1" y="15"/>
                    <a:pt x="2" y="17"/>
                  </a:cubicBezTo>
                  <a:close/>
                </a:path>
              </a:pathLst>
            </a:custGeom>
            <a:solidFill>
              <a:srgbClr val="48A3E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5" name="Freeform 119">
              <a:extLst>
                <a:ext uri="{FF2B5EF4-FFF2-40B4-BE49-F238E27FC236}">
                  <a16:creationId xmlns:a16="http://schemas.microsoft.com/office/drawing/2014/main" id="{43C12F28-D2D8-E56A-CCC0-A2B838696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8863" y="3054350"/>
              <a:ext cx="31750" cy="82550"/>
            </a:xfrm>
            <a:custGeom>
              <a:avLst/>
              <a:gdLst>
                <a:gd name="T0" fmla="*/ 9 w 19"/>
                <a:gd name="T1" fmla="*/ 48 h 48"/>
                <a:gd name="T2" fmla="*/ 19 w 19"/>
                <a:gd name="T3" fmla="*/ 39 h 48"/>
                <a:gd name="T4" fmla="*/ 19 w 19"/>
                <a:gd name="T5" fmla="*/ 10 h 48"/>
                <a:gd name="T6" fmla="*/ 10 w 19"/>
                <a:gd name="T7" fmla="*/ 0 h 48"/>
                <a:gd name="T8" fmla="*/ 0 w 19"/>
                <a:gd name="T9" fmla="*/ 9 h 48"/>
                <a:gd name="T10" fmla="*/ 0 w 19"/>
                <a:gd name="T11" fmla="*/ 38 h 48"/>
                <a:gd name="T12" fmla="*/ 0 w 19"/>
                <a:gd name="T13" fmla="*/ 40 h 48"/>
                <a:gd name="T14" fmla="*/ 9 w 19"/>
                <a:gd name="T1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48">
                  <a:moveTo>
                    <a:pt x="9" y="48"/>
                  </a:moveTo>
                  <a:cubicBezTo>
                    <a:pt x="15" y="48"/>
                    <a:pt x="19" y="44"/>
                    <a:pt x="19" y="3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4"/>
                    <a:pt x="15" y="0"/>
                    <a:pt x="10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9"/>
                    <a:pt x="0" y="39"/>
                    <a:pt x="0" y="40"/>
                  </a:cubicBezTo>
                  <a:cubicBezTo>
                    <a:pt x="0" y="45"/>
                    <a:pt x="4" y="48"/>
                    <a:pt x="9" y="48"/>
                  </a:cubicBezTo>
                  <a:close/>
                </a:path>
              </a:pathLst>
            </a:custGeom>
            <a:solidFill>
              <a:srgbClr val="48A3E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6" name="Freeform 120">
              <a:extLst>
                <a:ext uri="{FF2B5EF4-FFF2-40B4-BE49-F238E27FC236}">
                  <a16:creationId xmlns:a16="http://schemas.microsoft.com/office/drawing/2014/main" id="{4911E1C1-81DA-A7C1-A438-E977FBA61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4588" y="3098800"/>
              <a:ext cx="68263" cy="73025"/>
            </a:xfrm>
            <a:custGeom>
              <a:avLst/>
              <a:gdLst>
                <a:gd name="T0" fmla="*/ 3 w 40"/>
                <a:gd name="T1" fmla="*/ 40 h 43"/>
                <a:gd name="T2" fmla="*/ 17 w 40"/>
                <a:gd name="T3" fmla="*/ 39 h 43"/>
                <a:gd name="T4" fmla="*/ 36 w 40"/>
                <a:gd name="T5" fmla="*/ 17 h 43"/>
                <a:gd name="T6" fmla="*/ 35 w 40"/>
                <a:gd name="T7" fmla="*/ 4 h 43"/>
                <a:gd name="T8" fmla="*/ 22 w 40"/>
                <a:gd name="T9" fmla="*/ 4 h 43"/>
                <a:gd name="T10" fmla="*/ 2 w 40"/>
                <a:gd name="T11" fmla="*/ 26 h 43"/>
                <a:gd name="T12" fmla="*/ 0 w 40"/>
                <a:gd name="T13" fmla="*/ 34 h 43"/>
                <a:gd name="T14" fmla="*/ 3 w 40"/>
                <a:gd name="T15" fmla="*/ 4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" h="43">
                  <a:moveTo>
                    <a:pt x="3" y="40"/>
                  </a:moveTo>
                  <a:cubicBezTo>
                    <a:pt x="7" y="43"/>
                    <a:pt x="14" y="43"/>
                    <a:pt x="17" y="39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40" y="13"/>
                    <a:pt x="39" y="7"/>
                    <a:pt x="35" y="4"/>
                  </a:cubicBezTo>
                  <a:cubicBezTo>
                    <a:pt x="31" y="0"/>
                    <a:pt x="25" y="0"/>
                    <a:pt x="22" y="4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8"/>
                    <a:pt x="0" y="31"/>
                    <a:pt x="0" y="34"/>
                  </a:cubicBezTo>
                  <a:cubicBezTo>
                    <a:pt x="0" y="36"/>
                    <a:pt x="2" y="38"/>
                    <a:pt x="3" y="40"/>
                  </a:cubicBezTo>
                  <a:close/>
                </a:path>
              </a:pathLst>
            </a:custGeom>
            <a:solidFill>
              <a:srgbClr val="48A3E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7" name="Freeform 121">
              <a:extLst>
                <a:ext uri="{FF2B5EF4-FFF2-40B4-BE49-F238E27FC236}">
                  <a16:creationId xmlns:a16="http://schemas.microsoft.com/office/drawing/2014/main" id="{DD43F303-432E-9572-CF8B-2C82FDC56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038" y="3211513"/>
              <a:ext cx="82550" cy="41275"/>
            </a:xfrm>
            <a:custGeom>
              <a:avLst/>
              <a:gdLst>
                <a:gd name="T0" fmla="*/ 48 w 49"/>
                <a:gd name="T1" fmla="*/ 9 h 25"/>
                <a:gd name="T2" fmla="*/ 37 w 49"/>
                <a:gd name="T3" fmla="*/ 1 h 25"/>
                <a:gd name="T4" fmla="*/ 9 w 49"/>
                <a:gd name="T5" fmla="*/ 5 h 25"/>
                <a:gd name="T6" fmla="*/ 1 w 49"/>
                <a:gd name="T7" fmla="*/ 17 h 25"/>
                <a:gd name="T8" fmla="*/ 12 w 49"/>
                <a:gd name="T9" fmla="*/ 25 h 25"/>
                <a:gd name="T10" fmla="*/ 40 w 49"/>
                <a:gd name="T11" fmla="*/ 20 h 25"/>
                <a:gd name="T12" fmla="*/ 48 w 49"/>
                <a:gd name="T13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25">
                  <a:moveTo>
                    <a:pt x="48" y="9"/>
                  </a:moveTo>
                  <a:cubicBezTo>
                    <a:pt x="48" y="4"/>
                    <a:pt x="43" y="0"/>
                    <a:pt x="37" y="1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3" y="6"/>
                    <a:pt x="0" y="11"/>
                    <a:pt x="1" y="17"/>
                  </a:cubicBezTo>
                  <a:cubicBezTo>
                    <a:pt x="1" y="22"/>
                    <a:pt x="6" y="25"/>
                    <a:pt x="12" y="25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6" y="20"/>
                    <a:pt x="49" y="15"/>
                    <a:pt x="48" y="9"/>
                  </a:cubicBezTo>
                  <a:close/>
                </a:path>
              </a:pathLst>
            </a:custGeom>
            <a:solidFill>
              <a:srgbClr val="48A3E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4" name="사각형: 둥근 모서리 54">
            <a:extLst>
              <a:ext uri="{FF2B5EF4-FFF2-40B4-BE49-F238E27FC236}">
                <a16:creationId xmlns:a16="http://schemas.microsoft.com/office/drawing/2014/main" id="{1F9ED9A7-7F1D-BC99-D3E1-6B55A110EC88}"/>
              </a:ext>
            </a:extLst>
          </p:cNvPr>
          <p:cNvSpPr/>
          <p:nvPr/>
        </p:nvSpPr>
        <p:spPr>
          <a:xfrm>
            <a:off x="2327879" y="2508200"/>
            <a:ext cx="6935346" cy="2664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0042A6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Rectangle 98">
            <a:extLst>
              <a:ext uri="{FF2B5EF4-FFF2-40B4-BE49-F238E27FC236}">
                <a16:creationId xmlns:a16="http://schemas.microsoft.com/office/drawing/2014/main" id="{B8CD0A25-DB11-67B9-2B13-52814D379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4114" y="2572479"/>
            <a:ext cx="564257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 defTabSz="922338"/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위험식별</a:t>
            </a:r>
          </a:p>
        </p:txBody>
      </p:sp>
      <p:sp>
        <p:nvSpPr>
          <p:cNvPr id="105" name="Rectangle 98">
            <a:extLst>
              <a:ext uri="{FF2B5EF4-FFF2-40B4-BE49-F238E27FC236}">
                <a16:creationId xmlns:a16="http://schemas.microsoft.com/office/drawing/2014/main" id="{1C4BFFF0-66FE-F504-1483-36E14E084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8125" y="2572479"/>
            <a:ext cx="564257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 defTabSz="922338"/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위험분석</a:t>
            </a:r>
          </a:p>
        </p:txBody>
      </p:sp>
      <p:sp>
        <p:nvSpPr>
          <p:cNvPr id="106" name="Rectangle 98">
            <a:extLst>
              <a:ext uri="{FF2B5EF4-FFF2-40B4-BE49-F238E27FC236}">
                <a16:creationId xmlns:a16="http://schemas.microsoft.com/office/drawing/2014/main" id="{B6F51058-81C0-5F83-A4FF-07DD903B4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4536" y="2572479"/>
            <a:ext cx="1136530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 defTabSz="922338"/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모니터링 및 통제 </a:t>
            </a:r>
          </a:p>
        </p:txBody>
      </p:sp>
      <p:sp>
        <p:nvSpPr>
          <p:cNvPr id="107" name="Rectangle 98">
            <a:extLst>
              <a:ext uri="{FF2B5EF4-FFF2-40B4-BE49-F238E27FC236}">
                <a16:creationId xmlns:a16="http://schemas.microsoft.com/office/drawing/2014/main" id="{0D8C12CB-1F3C-F119-CFDC-3ABD083ED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9846" y="2572479"/>
            <a:ext cx="1178208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 defTabSz="922338"/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위험대응 계획수립</a:t>
            </a: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65457F63-3A36-632B-123C-88D8834B02A1}"/>
              </a:ext>
            </a:extLst>
          </p:cNvPr>
          <p:cNvSpPr/>
          <p:nvPr/>
        </p:nvSpPr>
        <p:spPr>
          <a:xfrm>
            <a:off x="2327880" y="1677377"/>
            <a:ext cx="1440000" cy="504000"/>
          </a:xfrm>
          <a:prstGeom prst="roundRect">
            <a:avLst>
              <a:gd name="adj" fmla="val 36771"/>
            </a:avLst>
          </a:prstGeom>
          <a:solidFill>
            <a:srgbClr val="4C75C8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12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위험</a:t>
            </a:r>
            <a:endParaRPr lang="en-US" altLang="ko-KR" sz="12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_Pro Medium" panose="00000600000000000000" pitchFamily="50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12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조기식별</a:t>
            </a: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F0E4ED8D-5955-1B71-91EA-91CFA28086D4}"/>
              </a:ext>
            </a:extLst>
          </p:cNvPr>
          <p:cNvSpPr/>
          <p:nvPr/>
        </p:nvSpPr>
        <p:spPr>
          <a:xfrm>
            <a:off x="4159329" y="1677377"/>
            <a:ext cx="1440000" cy="504000"/>
          </a:xfrm>
          <a:prstGeom prst="roundRect">
            <a:avLst>
              <a:gd name="adj" fmla="val 36771"/>
            </a:avLst>
          </a:prstGeom>
          <a:solidFill>
            <a:srgbClr val="4C75C8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1200" b="1" spc="-9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철저한</a:t>
            </a:r>
            <a:endParaRPr lang="en-US" altLang="ko-KR" sz="12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12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위험대응</a:t>
            </a: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4F288F37-77A4-2D0F-BA07-7B191B891AB0}"/>
              </a:ext>
            </a:extLst>
          </p:cNvPr>
          <p:cNvSpPr/>
          <p:nvPr/>
        </p:nvSpPr>
        <p:spPr>
          <a:xfrm>
            <a:off x="5990778" y="1677377"/>
            <a:ext cx="1440000" cy="504000"/>
          </a:xfrm>
          <a:prstGeom prst="roundRect">
            <a:avLst>
              <a:gd name="adj" fmla="val 36771"/>
            </a:avLst>
          </a:prstGeom>
          <a:solidFill>
            <a:srgbClr val="4C75C8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12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영향도</a:t>
            </a:r>
            <a:endParaRPr lang="en-US" altLang="ko-KR" sz="12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12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최소화</a:t>
            </a:r>
          </a:p>
        </p:txBody>
      </p:sp>
      <p:sp>
        <p:nvSpPr>
          <p:cNvPr id="19" name="object 7">
            <a:extLst>
              <a:ext uri="{FF2B5EF4-FFF2-40B4-BE49-F238E27FC236}">
                <a16:creationId xmlns:a16="http://schemas.microsoft.com/office/drawing/2014/main" id="{7E013A69-FF02-2845-179B-0D0B69F1540C}"/>
              </a:ext>
            </a:extLst>
          </p:cNvPr>
          <p:cNvSpPr/>
          <p:nvPr/>
        </p:nvSpPr>
        <p:spPr>
          <a:xfrm>
            <a:off x="7822227" y="1677377"/>
            <a:ext cx="1440000" cy="504000"/>
          </a:xfrm>
          <a:prstGeom prst="roundRect">
            <a:avLst>
              <a:gd name="adj" fmla="val 36771"/>
            </a:avLst>
          </a:prstGeom>
          <a:solidFill>
            <a:srgbClr val="4C75C8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ko-KR" altLang="en-US" sz="12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문제해결</a:t>
            </a:r>
            <a:endParaRPr lang="en-US" altLang="ko-KR" sz="12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12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재발방지</a:t>
            </a:r>
          </a:p>
        </p:txBody>
      </p:sp>
    </p:spTree>
    <p:extLst>
      <p:ext uri="{BB962C8B-B14F-4D97-AF65-F5344CB8AC3E}">
        <p14:creationId xmlns:p14="http://schemas.microsoft.com/office/powerpoint/2010/main" val="22125083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136A3-1A6D-8178-D86B-D91BA1790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3DA0672-EBB4-5A85-D83D-9AF1897B5C1C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3.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이슈 관리 방안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A2B1385-E13F-BC53-7690-EEFDEFE61B14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일정관리 방안</a:t>
            </a:r>
            <a:r>
              <a:rPr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 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Milestone 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및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WBS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를 통합 체계적인 일정관리를 하겠습니다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98" name="사각형: 둥근 모서리 418">
            <a:extLst>
              <a:ext uri="{FF2B5EF4-FFF2-40B4-BE49-F238E27FC236}">
                <a16:creationId xmlns:a16="http://schemas.microsoft.com/office/drawing/2014/main" id="{D2FE803F-2959-B1BC-6574-ED98F5DE9F0D}"/>
              </a:ext>
            </a:extLst>
          </p:cNvPr>
          <p:cNvSpPr/>
          <p:nvPr/>
        </p:nvSpPr>
        <p:spPr>
          <a:xfrm>
            <a:off x="2953122" y="5573075"/>
            <a:ext cx="4529922" cy="2560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3C5F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54000" rIns="36000" bIns="36000" rtlCol="0" anchor="t"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사각형: 둥근 모서리 71">
            <a:extLst>
              <a:ext uri="{FF2B5EF4-FFF2-40B4-BE49-F238E27FC236}">
                <a16:creationId xmlns:a16="http://schemas.microsoft.com/office/drawing/2014/main" id="{1438FAD4-98B4-31DF-E491-45D3AFBB6E3F}"/>
              </a:ext>
            </a:extLst>
          </p:cNvPr>
          <p:cNvSpPr/>
          <p:nvPr/>
        </p:nvSpPr>
        <p:spPr>
          <a:xfrm>
            <a:off x="2953122" y="5239700"/>
            <a:ext cx="4529922" cy="2560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3C5F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54000" rIns="36000" bIns="36000" rtlCol="0" anchor="t"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0" name="그룹 6">
            <a:extLst>
              <a:ext uri="{FF2B5EF4-FFF2-40B4-BE49-F238E27FC236}">
                <a16:creationId xmlns:a16="http://schemas.microsoft.com/office/drawing/2014/main" id="{0C965F64-725B-0867-6D2F-32692FB2E909}"/>
              </a:ext>
            </a:extLst>
          </p:cNvPr>
          <p:cNvGrpSpPr/>
          <p:nvPr/>
        </p:nvGrpSpPr>
        <p:grpSpPr>
          <a:xfrm>
            <a:off x="3117328" y="5283104"/>
            <a:ext cx="4068776" cy="502652"/>
            <a:chOff x="1676993" y="9126829"/>
            <a:chExt cx="4068776" cy="502652"/>
          </a:xfrm>
        </p:grpSpPr>
        <p:grpSp>
          <p:nvGrpSpPr>
            <p:cNvPr id="104" name="그룹 11">
              <a:extLst>
                <a:ext uri="{FF2B5EF4-FFF2-40B4-BE49-F238E27FC236}">
                  <a16:creationId xmlns:a16="http://schemas.microsoft.com/office/drawing/2014/main" id="{BAE9A0B9-6D9A-F156-BFA6-1524950ADE43}"/>
                </a:ext>
              </a:extLst>
            </p:cNvPr>
            <p:cNvGrpSpPr/>
            <p:nvPr/>
          </p:nvGrpSpPr>
          <p:grpSpPr>
            <a:xfrm>
              <a:off x="1676993" y="9126829"/>
              <a:ext cx="1227900" cy="502652"/>
              <a:chOff x="1924847" y="9126829"/>
              <a:chExt cx="1227900" cy="502652"/>
            </a:xfrm>
          </p:grpSpPr>
          <p:sp>
            <p:nvSpPr>
              <p:cNvPr id="108" name="object 108">
                <a:extLst>
                  <a:ext uri="{FF2B5EF4-FFF2-40B4-BE49-F238E27FC236}">
                    <a16:creationId xmlns:a16="http://schemas.microsoft.com/office/drawing/2014/main" id="{CB2F4DB9-20BB-369D-9DDD-A03C93E52D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4847" y="9126829"/>
                <a:ext cx="1227900" cy="1692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ko-KR"/>
                </a:defPPr>
                <a:lvl1pPr algn="ctr" latinLnBrk="0">
                  <a:spcBef>
                    <a:spcPts val="0"/>
                  </a:spcBef>
                  <a:spcAft>
                    <a:spcPts val="0"/>
                  </a:spcAft>
                  <a:defRPr sz="1100" spc="-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defRPr>
                </a:lvl1pPr>
              </a:lstStyle>
              <a:p>
                <a:r>
                  <a:rPr lang="ko-KR" altLang="en-US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최적의 구축일정 수립</a:t>
                </a:r>
              </a:p>
            </p:txBody>
          </p:sp>
          <p:sp>
            <p:nvSpPr>
              <p:cNvPr id="109" name="object 108">
                <a:extLst>
                  <a:ext uri="{FF2B5EF4-FFF2-40B4-BE49-F238E27FC236}">
                    <a16:creationId xmlns:a16="http://schemas.microsoft.com/office/drawing/2014/main" id="{37B2A219-6F0E-2CCE-C6E4-EF4D64FC2C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7207" y="9460204"/>
                <a:ext cx="843180" cy="1692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ko-KR"/>
                </a:defPPr>
                <a:lvl1pPr algn="ctr" latinLnBrk="0">
                  <a:spcBef>
                    <a:spcPts val="0"/>
                  </a:spcBef>
                  <a:spcAft>
                    <a:spcPts val="0"/>
                  </a:spcAft>
                  <a:defRPr sz="1100" spc="-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defRPr>
                </a:lvl1pPr>
              </a:lstStyle>
              <a:p>
                <a:r>
                  <a:rPr lang="ko-KR" altLang="en-US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전문 인력 투입</a:t>
                </a:r>
              </a:p>
            </p:txBody>
          </p:sp>
        </p:grpSp>
        <p:grpSp>
          <p:nvGrpSpPr>
            <p:cNvPr id="105" name="그룹 12">
              <a:extLst>
                <a:ext uri="{FF2B5EF4-FFF2-40B4-BE49-F238E27FC236}">
                  <a16:creationId xmlns:a16="http://schemas.microsoft.com/office/drawing/2014/main" id="{5A81E656-25D9-0D8E-A0FA-CF50130E978F}"/>
                </a:ext>
              </a:extLst>
            </p:cNvPr>
            <p:cNvGrpSpPr/>
            <p:nvPr/>
          </p:nvGrpSpPr>
          <p:grpSpPr>
            <a:xfrm>
              <a:off x="4554737" y="9126829"/>
              <a:ext cx="1191032" cy="502652"/>
              <a:chOff x="4775810" y="9126829"/>
              <a:chExt cx="1191032" cy="502652"/>
            </a:xfrm>
          </p:grpSpPr>
          <p:sp>
            <p:nvSpPr>
              <p:cNvPr id="106" name="object 108">
                <a:extLst>
                  <a:ext uri="{FF2B5EF4-FFF2-40B4-BE49-F238E27FC236}">
                    <a16:creationId xmlns:a16="http://schemas.microsoft.com/office/drawing/2014/main" id="{63A21C48-E9C9-2999-FA4F-E983A525B5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75810" y="9126829"/>
                <a:ext cx="1191032" cy="1692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ko-KR"/>
                </a:defPPr>
                <a:lvl1pPr algn="ctr" latinLnBrk="0">
                  <a:spcBef>
                    <a:spcPts val="0"/>
                  </a:spcBef>
                  <a:spcAft>
                    <a:spcPts val="0"/>
                  </a:spcAft>
                  <a:defRPr sz="1100" spc="-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defRPr>
                </a:lvl1pPr>
              </a:lstStyle>
              <a:p>
                <a:r>
                  <a:rPr lang="ko-KR" altLang="en-US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위험관리활동과 연계</a:t>
                </a:r>
              </a:p>
            </p:txBody>
          </p:sp>
          <p:sp>
            <p:nvSpPr>
              <p:cNvPr id="107" name="object 108">
                <a:extLst>
                  <a:ext uri="{FF2B5EF4-FFF2-40B4-BE49-F238E27FC236}">
                    <a16:creationId xmlns:a16="http://schemas.microsoft.com/office/drawing/2014/main" id="{25620ADA-1583-A32E-4D7D-DD71B55BC3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39930" y="9460204"/>
                <a:ext cx="1062791" cy="1692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 anchor="ctr">
                <a:spAutoFit/>
              </a:bodyPr>
              <a:lstStyle>
                <a:defPPr>
                  <a:defRPr lang="ko-KR"/>
                </a:defPPr>
                <a:lvl1pPr algn="ctr" latinLnBrk="0">
                  <a:spcBef>
                    <a:spcPts val="0"/>
                  </a:spcBef>
                  <a:spcAft>
                    <a:spcPts val="0"/>
                  </a:spcAft>
                  <a:defRPr sz="1100" spc="-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defRPr>
                </a:lvl1pPr>
              </a:lstStyle>
              <a:p>
                <a:r>
                  <a:rPr lang="ko-KR" altLang="en-US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전사지원조직 활용</a:t>
                </a:r>
              </a:p>
            </p:txBody>
          </p:sp>
        </p:grpSp>
      </p:grpSp>
      <p:sp>
        <p:nvSpPr>
          <p:cNvPr id="101" name="타원 8">
            <a:extLst>
              <a:ext uri="{FF2B5EF4-FFF2-40B4-BE49-F238E27FC236}">
                <a16:creationId xmlns:a16="http://schemas.microsoft.com/office/drawing/2014/main" id="{D8968363-ABAB-FA41-451E-D1B581A4C21F}"/>
              </a:ext>
            </a:extLst>
          </p:cNvPr>
          <p:cNvSpPr/>
          <p:nvPr/>
        </p:nvSpPr>
        <p:spPr bwMode="auto">
          <a:xfrm>
            <a:off x="4616420" y="4932767"/>
            <a:ext cx="1203326" cy="1203326"/>
          </a:xfrm>
          <a:prstGeom prst="ellipse">
            <a:avLst/>
          </a:prstGeom>
          <a:solidFill>
            <a:schemeClr val="bg1"/>
          </a:solidFill>
          <a:ln w="63500">
            <a:solidFill>
              <a:srgbClr val="3C5FAB"/>
            </a:solidFill>
          </a:ln>
          <a:effectLst>
            <a:outerShdw blurRad="127000" dist="127000" dir="2700000" algn="tl" rotWithShape="0">
              <a:schemeClr val="bg1">
                <a:lumMod val="75000"/>
                <a:alpha val="15000"/>
              </a:schemeClr>
            </a:outerShdw>
          </a:effectLst>
        </p:spPr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직사각형 98" descr="[템플릿] ver10-45">
            <a:extLst>
              <a:ext uri="{FF2B5EF4-FFF2-40B4-BE49-F238E27FC236}">
                <a16:creationId xmlns:a16="http://schemas.microsoft.com/office/drawing/2014/main" id="{4279CCCB-5810-D53E-F410-DB3AD6709A5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774051" y="5223172"/>
            <a:ext cx="888065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 latinLnBrk="0"/>
            <a:r>
              <a:rPr lang="ko-KR" altLang="en-US" sz="12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진도관리</a:t>
            </a:r>
          </a:p>
          <a:p>
            <a:pPr algn="ctr" latinLnBrk="0"/>
            <a:r>
              <a:rPr lang="ko-KR" altLang="en-US" sz="12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모니터링 수행</a:t>
            </a:r>
          </a:p>
        </p:txBody>
      </p:sp>
      <p:pic>
        <p:nvPicPr>
          <p:cNvPr id="103" name="Picture 34" descr="bg-A02-16">
            <a:extLst>
              <a:ext uri="{FF2B5EF4-FFF2-40B4-BE49-F238E27FC236}">
                <a16:creationId xmlns:a16="http://schemas.microsoft.com/office/drawing/2014/main" id="{4597DEB9-2AD3-0458-0EA9-95DDDA5892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93" b="1671"/>
          <a:stretch/>
        </p:blipFill>
        <p:spPr bwMode="auto">
          <a:xfrm>
            <a:off x="4762981" y="5725002"/>
            <a:ext cx="879724" cy="56571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직사각형 17">
            <a:extLst>
              <a:ext uri="{FF2B5EF4-FFF2-40B4-BE49-F238E27FC236}">
                <a16:creationId xmlns:a16="http://schemas.microsoft.com/office/drawing/2014/main" id="{ED698AD5-4046-EF2B-173D-CAD65166ED5E}"/>
              </a:ext>
            </a:extLst>
          </p:cNvPr>
          <p:cNvSpPr/>
          <p:nvPr/>
        </p:nvSpPr>
        <p:spPr>
          <a:xfrm>
            <a:off x="1915158" y="3060559"/>
            <a:ext cx="3864679" cy="11513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직사각형 18">
            <a:extLst>
              <a:ext uri="{FF2B5EF4-FFF2-40B4-BE49-F238E27FC236}">
                <a16:creationId xmlns:a16="http://schemas.microsoft.com/office/drawing/2014/main" id="{14910C69-E8B5-9811-DEE5-A396E227DFCA}"/>
              </a:ext>
            </a:extLst>
          </p:cNvPr>
          <p:cNvSpPr/>
          <p:nvPr/>
        </p:nvSpPr>
        <p:spPr>
          <a:xfrm>
            <a:off x="1388850" y="1632853"/>
            <a:ext cx="469692" cy="4596058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2" name="직선 연결선 19">
            <a:extLst>
              <a:ext uri="{FF2B5EF4-FFF2-40B4-BE49-F238E27FC236}">
                <a16:creationId xmlns:a16="http://schemas.microsoft.com/office/drawing/2014/main" id="{5C5198D4-85AB-072C-82EB-D15CCCF1E6BC}"/>
              </a:ext>
            </a:extLst>
          </p:cNvPr>
          <p:cNvCxnSpPr>
            <a:cxnSpLocks/>
          </p:cNvCxnSpPr>
          <p:nvPr/>
        </p:nvCxnSpPr>
        <p:spPr>
          <a:xfrm>
            <a:off x="1623696" y="2945262"/>
            <a:ext cx="0" cy="2916000"/>
          </a:xfrm>
          <a:prstGeom prst="line">
            <a:avLst/>
          </a:prstGeom>
          <a:ln w="38100">
            <a:solidFill>
              <a:schemeClr val="bg1">
                <a:alpha val="50000"/>
              </a:schemeClr>
            </a:solidFill>
            <a:headEnd type="non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사다리꼴 20">
            <a:extLst>
              <a:ext uri="{FF2B5EF4-FFF2-40B4-BE49-F238E27FC236}">
                <a16:creationId xmlns:a16="http://schemas.microsoft.com/office/drawing/2014/main" id="{5F750513-34C7-1E0A-DB9F-2A30542B3A42}"/>
              </a:ext>
            </a:extLst>
          </p:cNvPr>
          <p:cNvSpPr/>
          <p:nvPr/>
        </p:nvSpPr>
        <p:spPr>
          <a:xfrm flipV="1">
            <a:off x="943793" y="1619804"/>
            <a:ext cx="6539251" cy="337096"/>
          </a:xfrm>
          <a:prstGeom prst="trapezoid">
            <a:avLst>
              <a:gd name="adj" fmla="val 96555"/>
            </a:avLst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4" name="Picture 34" descr="bg-A02-16">
            <a:extLst>
              <a:ext uri="{FF2B5EF4-FFF2-40B4-BE49-F238E27FC236}">
                <a16:creationId xmlns:a16="http://schemas.microsoft.com/office/drawing/2014/main" id="{CCFC1FD7-179F-5E1B-4A7F-86C0F7B24E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93" b="1671"/>
          <a:stretch/>
        </p:blipFill>
        <p:spPr bwMode="auto">
          <a:xfrm>
            <a:off x="972431" y="5419869"/>
            <a:ext cx="1258124" cy="8090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6" name="직선 연결선 23">
            <a:extLst>
              <a:ext uri="{FF2B5EF4-FFF2-40B4-BE49-F238E27FC236}">
                <a16:creationId xmlns:a16="http://schemas.microsoft.com/office/drawing/2014/main" id="{EB0285EF-A8B6-B167-E3BD-DF5AB81F5074}"/>
              </a:ext>
            </a:extLst>
          </p:cNvPr>
          <p:cNvCxnSpPr>
            <a:cxnSpLocks/>
          </p:cNvCxnSpPr>
          <p:nvPr/>
        </p:nvCxnSpPr>
        <p:spPr>
          <a:xfrm flipH="1">
            <a:off x="880431" y="2171226"/>
            <a:ext cx="90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61">
            <a:extLst>
              <a:ext uri="{FF2B5EF4-FFF2-40B4-BE49-F238E27FC236}">
                <a16:creationId xmlns:a16="http://schemas.microsoft.com/office/drawing/2014/main" id="{F26B32A3-B3E2-A9A1-B3D1-CCA0F974F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924" y="2219328"/>
            <a:ext cx="208390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100"/>
              </a:spcBef>
              <a:spcAft>
                <a:spcPts val="100"/>
              </a:spcAft>
              <a:defRPr sz="1100" spc="0">
                <a:solidFill>
                  <a:schemeClr val="tx1">
                    <a:lumMod val="75000"/>
                    <a:lumOff val="25000"/>
                  </a:schemeClr>
                </a:solidFill>
                <a:latin typeface="고도 B" panose="02000503000000020004" pitchFamily="2" charset="-127"/>
                <a:ea typeface="고도 B" panose="02000503000000020004" pitchFamily="2" charset="-127"/>
              </a:defRPr>
            </a:lvl1pPr>
          </a:lstStyle>
          <a:p>
            <a:pPr algn="l"/>
            <a:r>
              <a:rPr lang="en-US" altLang="ko-KR" sz="1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4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1" name="직선 연결선 28">
            <a:extLst>
              <a:ext uri="{FF2B5EF4-FFF2-40B4-BE49-F238E27FC236}">
                <a16:creationId xmlns:a16="http://schemas.microsoft.com/office/drawing/2014/main" id="{6F00FDFE-B6BE-717A-54DA-3647B9633536}"/>
              </a:ext>
            </a:extLst>
          </p:cNvPr>
          <p:cNvCxnSpPr>
            <a:cxnSpLocks/>
          </p:cNvCxnSpPr>
          <p:nvPr/>
        </p:nvCxnSpPr>
        <p:spPr>
          <a:xfrm flipH="1">
            <a:off x="880431" y="3322359"/>
            <a:ext cx="90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61">
            <a:extLst>
              <a:ext uri="{FF2B5EF4-FFF2-40B4-BE49-F238E27FC236}">
                <a16:creationId xmlns:a16="http://schemas.microsoft.com/office/drawing/2014/main" id="{11EFE389-5EB9-345B-77B6-C29B4BFA2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924" y="3370461"/>
            <a:ext cx="208390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100"/>
              </a:spcBef>
              <a:spcAft>
                <a:spcPts val="100"/>
              </a:spcAft>
              <a:defRPr sz="1100" spc="0">
                <a:solidFill>
                  <a:schemeClr val="tx1">
                    <a:lumMod val="75000"/>
                    <a:lumOff val="25000"/>
                  </a:schemeClr>
                </a:solidFill>
                <a:latin typeface="고도 B" panose="02000503000000020004" pitchFamily="2" charset="-127"/>
                <a:ea typeface="고도 B" panose="02000503000000020004" pitchFamily="2" charset="-127"/>
              </a:defRPr>
            </a:lvl1pPr>
          </a:lstStyle>
          <a:p>
            <a:pPr algn="l"/>
            <a:r>
              <a:rPr lang="en-US" altLang="ko-KR" sz="1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4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6" name="직선 연결선 33">
            <a:extLst>
              <a:ext uri="{FF2B5EF4-FFF2-40B4-BE49-F238E27FC236}">
                <a16:creationId xmlns:a16="http://schemas.microsoft.com/office/drawing/2014/main" id="{3F4753BE-F63A-7F0C-C402-2F8F0195050D}"/>
              </a:ext>
            </a:extLst>
          </p:cNvPr>
          <p:cNvCxnSpPr>
            <a:cxnSpLocks/>
          </p:cNvCxnSpPr>
          <p:nvPr/>
        </p:nvCxnSpPr>
        <p:spPr>
          <a:xfrm flipH="1">
            <a:off x="880431" y="4400871"/>
            <a:ext cx="90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61">
            <a:extLst>
              <a:ext uri="{FF2B5EF4-FFF2-40B4-BE49-F238E27FC236}">
                <a16:creationId xmlns:a16="http://schemas.microsoft.com/office/drawing/2014/main" id="{D21A61EF-3868-B6BC-E708-13D162876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924" y="4448973"/>
            <a:ext cx="208390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100"/>
              </a:spcBef>
              <a:spcAft>
                <a:spcPts val="100"/>
              </a:spcAft>
              <a:defRPr sz="1100" spc="0">
                <a:solidFill>
                  <a:schemeClr val="tx1">
                    <a:lumMod val="75000"/>
                    <a:lumOff val="25000"/>
                  </a:schemeClr>
                </a:solidFill>
                <a:latin typeface="고도 B" panose="02000503000000020004" pitchFamily="2" charset="-127"/>
                <a:ea typeface="고도 B" panose="02000503000000020004" pitchFamily="2" charset="-127"/>
              </a:defRPr>
            </a:lvl1pPr>
          </a:lstStyle>
          <a:p>
            <a:pPr algn="l"/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Rectangle 67">
            <a:extLst>
              <a:ext uri="{FF2B5EF4-FFF2-40B4-BE49-F238E27FC236}">
                <a16:creationId xmlns:a16="http://schemas.microsoft.com/office/drawing/2014/main" id="{883F5A27-B8A6-0A9C-6142-6170044B34BA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2354594" y="2210044"/>
            <a:ext cx="2749792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88900" lvl="1" indent="-88900" defTabSz="777514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lang="ko-KR" altLang="en-US" sz="11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활동목록 정의 </a:t>
            </a:r>
            <a:r>
              <a:rPr lang="en-US" altLang="ko-KR" sz="11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활동순서 및 상호관계 정의</a:t>
            </a:r>
          </a:p>
          <a:p>
            <a:pPr marL="88900" lvl="1" indent="-88900" defTabSz="777514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lang="ko-KR" altLang="en-US" sz="11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활동기간 산정 </a:t>
            </a:r>
            <a:r>
              <a:rPr lang="en-US" altLang="ko-KR" sz="11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1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일정계획 개발</a:t>
            </a:r>
          </a:p>
          <a:p>
            <a:pPr marL="88900" lvl="1" indent="-88900" defTabSz="777514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lang="ko-KR" altLang="en-US" sz="11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주관기관과 작성내용 검토 및 승인</a:t>
            </a:r>
          </a:p>
        </p:txBody>
      </p:sp>
      <p:sp>
        <p:nvSpPr>
          <p:cNvPr id="131" name="Rectangle 67">
            <a:extLst>
              <a:ext uri="{FF2B5EF4-FFF2-40B4-BE49-F238E27FC236}">
                <a16:creationId xmlns:a16="http://schemas.microsoft.com/office/drawing/2014/main" id="{EE8AC329-4D9A-0028-654A-BF9B97F43BF7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2354594" y="3202958"/>
            <a:ext cx="2880597" cy="9079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88900" lvl="1" indent="-88900" defTabSz="777514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lang="ko-KR" altLang="en-US" sz="11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일정계획 대비 작업진도 측정</a:t>
            </a:r>
          </a:p>
          <a:p>
            <a:pPr marL="88900" lvl="1" indent="-88900" defTabSz="777514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lang="ko-KR" altLang="en-US" sz="11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일정 차이 발생 시 원인분석 및 진도경향 측정</a:t>
            </a:r>
          </a:p>
          <a:p>
            <a:pPr marL="88900" lvl="1" indent="-88900" defTabSz="777514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lang="ko-KR" altLang="en-US" sz="11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측정결과 및 일정차이 분석 결과 보고</a:t>
            </a:r>
          </a:p>
          <a:p>
            <a:pPr marL="88900" lvl="1" indent="-88900" defTabSz="777514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lang="ko-KR" altLang="en-US" sz="11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해결방안 수립 및 실행</a:t>
            </a:r>
          </a:p>
        </p:txBody>
      </p:sp>
      <p:sp>
        <p:nvSpPr>
          <p:cNvPr id="132" name="Rectangle 67">
            <a:extLst>
              <a:ext uri="{FF2B5EF4-FFF2-40B4-BE49-F238E27FC236}">
                <a16:creationId xmlns:a16="http://schemas.microsoft.com/office/drawing/2014/main" id="{480FB8D9-B2F4-4945-63DB-816B520DC3CE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2329699" y="4385000"/>
            <a:ext cx="2468625" cy="661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88900" lvl="1" indent="-88900" defTabSz="777514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lang="ko-KR" altLang="en-US" sz="11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일정변경 후의 작업에 미치는 영향분석</a:t>
            </a:r>
          </a:p>
          <a:p>
            <a:pPr marL="88900" lvl="1" indent="-88900" defTabSz="777514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lang="ko-KR" altLang="en-US" sz="11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변경된 일정계획 작성</a:t>
            </a:r>
          </a:p>
          <a:p>
            <a:pPr marL="88900" lvl="1" indent="-88900" defTabSz="777514"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lang="ko-KR" altLang="en-US" sz="1100" spc="-3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주관기관과 변경사항 검토 및 승인 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0FE59C3-51B7-7101-F643-9AB2C1244FB0}"/>
              </a:ext>
            </a:extLst>
          </p:cNvPr>
          <p:cNvSpPr txBox="1"/>
          <p:nvPr/>
        </p:nvSpPr>
        <p:spPr bwMode="auto">
          <a:xfrm>
            <a:off x="3331593" y="1687262"/>
            <a:ext cx="162384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0">
            <a:spAutoFit/>
            <a:scene3d>
              <a:camera prst="orthographicFront"/>
              <a:lightRig rig="threePt" dir="t"/>
            </a:scene3d>
            <a:sp3d prstMaterial="matte">
              <a:bevelT w="0" h="0"/>
            </a:sp3d>
          </a:bodyPr>
          <a:lstStyle>
            <a:defPPr>
              <a:defRPr lang="ko-KR"/>
            </a:defPPr>
            <a:lvl1pPr indent="-176213" defTabSz="935980">
              <a:spcBef>
                <a:spcPct val="0"/>
              </a:spcBef>
              <a:buSzPct val="80000"/>
              <a:buFontTx/>
              <a:buNone/>
              <a:defRPr sz="1100"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진도 관리 수행 방안</a:t>
            </a:r>
          </a:p>
        </p:txBody>
      </p:sp>
      <p:pic>
        <p:nvPicPr>
          <p:cNvPr id="134" name="그림 51">
            <a:extLst>
              <a:ext uri="{FF2B5EF4-FFF2-40B4-BE49-F238E27FC236}">
                <a16:creationId xmlns:a16="http://schemas.microsoft.com/office/drawing/2014/main" id="{103C6183-948E-463D-61FF-9B23487EA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21215">
            <a:off x="6087586" y="2546923"/>
            <a:ext cx="2970832" cy="164120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grpSp>
        <p:nvGrpSpPr>
          <p:cNvPr id="135" name="그룹 55">
            <a:extLst>
              <a:ext uri="{FF2B5EF4-FFF2-40B4-BE49-F238E27FC236}">
                <a16:creationId xmlns:a16="http://schemas.microsoft.com/office/drawing/2014/main" id="{BAF607BE-42FE-EA6C-39E1-B7B45ACFABCA}"/>
              </a:ext>
            </a:extLst>
          </p:cNvPr>
          <p:cNvGrpSpPr/>
          <p:nvPr/>
        </p:nvGrpSpPr>
        <p:grpSpPr>
          <a:xfrm rot="21136336">
            <a:off x="6856718" y="4397717"/>
            <a:ext cx="183212" cy="690927"/>
            <a:chOff x="6607167" y="2186732"/>
            <a:chExt cx="211878" cy="835339"/>
          </a:xfrm>
          <a:solidFill>
            <a:srgbClr val="92A1AC"/>
          </a:solidFill>
        </p:grpSpPr>
        <p:sp>
          <p:nvSpPr>
            <p:cNvPr id="136" name="Freeform 5">
              <a:extLst>
                <a:ext uri="{FF2B5EF4-FFF2-40B4-BE49-F238E27FC236}">
                  <a16:creationId xmlns:a16="http://schemas.microsoft.com/office/drawing/2014/main" id="{1C21B6A3-245C-3B63-D289-39048811F1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07167" y="2186732"/>
              <a:ext cx="211878" cy="664484"/>
            </a:xfrm>
            <a:custGeom>
              <a:avLst/>
              <a:gdLst>
                <a:gd name="T0" fmla="*/ 198 w 395"/>
                <a:gd name="T1" fmla="*/ 1246 h 1246"/>
                <a:gd name="T2" fmla="*/ 312 w 395"/>
                <a:gd name="T3" fmla="*/ 1141 h 1246"/>
                <a:gd name="T4" fmla="*/ 390 w 395"/>
                <a:gd name="T5" fmla="*/ 210 h 1246"/>
                <a:gd name="T6" fmla="*/ 340 w 395"/>
                <a:gd name="T7" fmla="*/ 62 h 1246"/>
                <a:gd name="T8" fmla="*/ 198 w 395"/>
                <a:gd name="T9" fmla="*/ 0 h 1246"/>
                <a:gd name="T10" fmla="*/ 55 w 395"/>
                <a:gd name="T11" fmla="*/ 62 h 1246"/>
                <a:gd name="T12" fmla="*/ 5 w 395"/>
                <a:gd name="T13" fmla="*/ 210 h 1246"/>
                <a:gd name="T14" fmla="*/ 83 w 395"/>
                <a:gd name="T15" fmla="*/ 1141 h 1246"/>
                <a:gd name="T16" fmla="*/ 198 w 395"/>
                <a:gd name="T17" fmla="*/ 1246 h 1246"/>
                <a:gd name="T18" fmla="*/ 198 w 395"/>
                <a:gd name="T19" fmla="*/ 1246 h 1246"/>
                <a:gd name="T20" fmla="*/ 198 w 395"/>
                <a:gd name="T21" fmla="*/ 1246 h 1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5" h="1246">
                  <a:moveTo>
                    <a:pt x="198" y="1246"/>
                  </a:moveTo>
                  <a:cubicBezTo>
                    <a:pt x="258" y="1246"/>
                    <a:pt x="307" y="1200"/>
                    <a:pt x="312" y="1141"/>
                  </a:cubicBezTo>
                  <a:cubicBezTo>
                    <a:pt x="390" y="210"/>
                    <a:pt x="390" y="210"/>
                    <a:pt x="390" y="210"/>
                  </a:cubicBezTo>
                  <a:cubicBezTo>
                    <a:pt x="395" y="156"/>
                    <a:pt x="377" y="102"/>
                    <a:pt x="340" y="62"/>
                  </a:cubicBezTo>
                  <a:cubicBezTo>
                    <a:pt x="303" y="23"/>
                    <a:pt x="252" y="0"/>
                    <a:pt x="198" y="0"/>
                  </a:cubicBezTo>
                  <a:cubicBezTo>
                    <a:pt x="143" y="0"/>
                    <a:pt x="92" y="23"/>
                    <a:pt x="55" y="62"/>
                  </a:cubicBezTo>
                  <a:cubicBezTo>
                    <a:pt x="18" y="102"/>
                    <a:pt x="0" y="156"/>
                    <a:pt x="5" y="210"/>
                  </a:cubicBezTo>
                  <a:cubicBezTo>
                    <a:pt x="83" y="1141"/>
                    <a:pt x="83" y="1141"/>
                    <a:pt x="83" y="1141"/>
                  </a:cubicBezTo>
                  <a:cubicBezTo>
                    <a:pt x="88" y="1200"/>
                    <a:pt x="138" y="1246"/>
                    <a:pt x="198" y="1246"/>
                  </a:cubicBezTo>
                  <a:close/>
                  <a:moveTo>
                    <a:pt x="198" y="1246"/>
                  </a:moveTo>
                  <a:cubicBezTo>
                    <a:pt x="198" y="1246"/>
                    <a:pt x="198" y="1246"/>
                    <a:pt x="198" y="1246"/>
                  </a:cubicBez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2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7" name="Freeform 6">
              <a:extLst>
                <a:ext uri="{FF2B5EF4-FFF2-40B4-BE49-F238E27FC236}">
                  <a16:creationId xmlns:a16="http://schemas.microsoft.com/office/drawing/2014/main" id="{E9C47A32-D805-A610-5E45-BA0AE08FEC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5709" y="2888182"/>
              <a:ext cx="134791" cy="133889"/>
            </a:xfrm>
            <a:custGeom>
              <a:avLst/>
              <a:gdLst>
                <a:gd name="T0" fmla="*/ 126 w 251"/>
                <a:gd name="T1" fmla="*/ 0 h 251"/>
                <a:gd name="T2" fmla="*/ 0 w 251"/>
                <a:gd name="T3" fmla="*/ 126 h 251"/>
                <a:gd name="T4" fmla="*/ 126 w 251"/>
                <a:gd name="T5" fmla="*/ 251 h 251"/>
                <a:gd name="T6" fmla="*/ 251 w 251"/>
                <a:gd name="T7" fmla="*/ 126 h 251"/>
                <a:gd name="T8" fmla="*/ 126 w 251"/>
                <a:gd name="T9" fmla="*/ 0 h 251"/>
                <a:gd name="T10" fmla="*/ 126 w 251"/>
                <a:gd name="T11" fmla="*/ 0 h 251"/>
                <a:gd name="T12" fmla="*/ 126 w 251"/>
                <a:gd name="T13" fmla="*/ 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" h="251">
                  <a:moveTo>
                    <a:pt x="126" y="0"/>
                  </a:moveTo>
                  <a:cubicBezTo>
                    <a:pt x="56" y="0"/>
                    <a:pt x="0" y="56"/>
                    <a:pt x="0" y="126"/>
                  </a:cubicBezTo>
                  <a:cubicBezTo>
                    <a:pt x="0" y="195"/>
                    <a:pt x="56" y="251"/>
                    <a:pt x="126" y="251"/>
                  </a:cubicBezTo>
                  <a:cubicBezTo>
                    <a:pt x="195" y="251"/>
                    <a:pt x="251" y="195"/>
                    <a:pt x="251" y="126"/>
                  </a:cubicBezTo>
                  <a:cubicBezTo>
                    <a:pt x="251" y="56"/>
                    <a:pt x="195" y="0"/>
                    <a:pt x="126" y="0"/>
                  </a:cubicBezTo>
                  <a:close/>
                  <a:moveTo>
                    <a:pt x="126" y="0"/>
                  </a:moveTo>
                  <a:cubicBezTo>
                    <a:pt x="126" y="0"/>
                    <a:pt x="126" y="0"/>
                    <a:pt x="126" y="0"/>
                  </a:cubicBez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2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38" name="TextBox 6">
            <a:extLst>
              <a:ext uri="{FF2B5EF4-FFF2-40B4-BE49-F238E27FC236}">
                <a16:creationId xmlns:a16="http://schemas.microsoft.com/office/drawing/2014/main" id="{9025B685-CFD2-DB97-CB8E-76490F8178D4}"/>
              </a:ext>
            </a:extLst>
          </p:cNvPr>
          <p:cNvSpPr txBox="1">
            <a:spLocks noChangeArrowheads="1"/>
          </p:cNvSpPr>
          <p:nvPr/>
        </p:nvSpPr>
        <p:spPr bwMode="auto">
          <a:xfrm rot="21237745">
            <a:off x="7102574" y="4282540"/>
            <a:ext cx="22960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anchor="ctr" anchorCtr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14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srgbClr val="3C46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프로젝트의 성공 수행의 </a:t>
            </a:r>
            <a:r>
              <a:rPr lang="en-US" altLang="ko-KR" sz="14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srgbClr val="3C46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KEY</a:t>
            </a:r>
            <a:r>
              <a:rPr lang="ko-KR" altLang="en-US" sz="14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srgbClr val="3C46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br>
              <a:rPr lang="en-US" altLang="ko-KR" sz="14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srgbClr val="3C46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2800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진도관리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8A63103-9F28-881A-E8D2-D5AACB625265}"/>
              </a:ext>
            </a:extLst>
          </p:cNvPr>
          <p:cNvSpPr/>
          <p:nvPr/>
        </p:nvSpPr>
        <p:spPr bwMode="auto">
          <a:xfrm>
            <a:off x="1174442" y="2090157"/>
            <a:ext cx="900000" cy="900000"/>
          </a:xfrm>
          <a:prstGeom prst="ellipse">
            <a:avLst/>
          </a:prstGeom>
          <a:solidFill>
            <a:sysClr val="window" lastClr="FFFFFF"/>
          </a:solidFill>
          <a:ln w="31750" cap="flat" cmpd="sng" algn="ctr">
            <a:solidFill>
              <a:srgbClr val="3C5FAB"/>
            </a:solidFill>
            <a:prstDash val="solid"/>
          </a:ln>
          <a:effectLst>
            <a:outerShdw sx="103000" sy="103000" algn="ctr" rotWithShape="0">
              <a:srgbClr val="99D5F0"/>
            </a:outerShdw>
          </a:effectLst>
        </p:spPr>
        <p:txBody>
          <a:bodyPr wrap="none" anchor="ctr"/>
          <a:lstStyle/>
          <a:p>
            <a:pPr algn="ctr" defTabSz="956371"/>
            <a:r>
              <a:rPr lang="ko-KR" altLang="en-US" sz="1100" b="1" kern="0" spc="-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일정계획</a:t>
            </a:r>
            <a:endParaRPr lang="en-US" altLang="ko-KR" sz="1100" b="1" kern="0" spc="-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956371"/>
            <a:r>
              <a:rPr lang="ko-KR" altLang="en-US" sz="1100" b="1" kern="0" spc="-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수립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AE03EC3-DA46-1C4F-C030-8CEAF2F40D0C}"/>
              </a:ext>
            </a:extLst>
          </p:cNvPr>
          <p:cNvSpPr/>
          <p:nvPr/>
        </p:nvSpPr>
        <p:spPr bwMode="auto">
          <a:xfrm>
            <a:off x="1174442" y="3206183"/>
            <a:ext cx="900000" cy="900000"/>
          </a:xfrm>
          <a:prstGeom prst="ellipse">
            <a:avLst/>
          </a:prstGeom>
          <a:solidFill>
            <a:sysClr val="window" lastClr="FFFFFF"/>
          </a:solidFill>
          <a:ln w="31750" cap="flat" cmpd="sng" algn="ctr">
            <a:solidFill>
              <a:srgbClr val="3C5FAB"/>
            </a:solidFill>
            <a:prstDash val="solid"/>
          </a:ln>
          <a:effectLst>
            <a:outerShdw sx="103000" sy="103000" algn="ctr" rotWithShape="0">
              <a:srgbClr val="99D5F0"/>
            </a:outerShdw>
          </a:effectLst>
        </p:spPr>
        <p:txBody>
          <a:bodyPr wrap="none" anchor="ctr"/>
          <a:lstStyle/>
          <a:p>
            <a:pPr algn="ctr" defTabSz="956371"/>
            <a:r>
              <a:rPr lang="ko-KR" altLang="en-US" sz="1100" b="1" kern="0" spc="-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실적</a:t>
            </a:r>
            <a:endParaRPr lang="en-US" altLang="ko-KR" sz="1100" b="1" kern="0" spc="-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956371"/>
            <a:r>
              <a:rPr lang="ko-KR" altLang="en-US" sz="1100" b="1" kern="0" spc="-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관리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3CE8587-6D68-1442-5F6C-71AF6EE01C69}"/>
              </a:ext>
            </a:extLst>
          </p:cNvPr>
          <p:cNvSpPr/>
          <p:nvPr/>
        </p:nvSpPr>
        <p:spPr bwMode="auto">
          <a:xfrm>
            <a:off x="1174442" y="4284695"/>
            <a:ext cx="900000" cy="900000"/>
          </a:xfrm>
          <a:prstGeom prst="ellipse">
            <a:avLst/>
          </a:prstGeom>
          <a:solidFill>
            <a:sysClr val="window" lastClr="FFFFFF"/>
          </a:solidFill>
          <a:ln w="31750" cap="flat" cmpd="sng" algn="ctr">
            <a:solidFill>
              <a:srgbClr val="3C5FAB"/>
            </a:solidFill>
            <a:prstDash val="solid"/>
          </a:ln>
          <a:effectLst>
            <a:outerShdw sx="103000" sy="103000" algn="ctr" rotWithShape="0">
              <a:srgbClr val="99D5F0"/>
            </a:outerShdw>
          </a:effectLst>
        </p:spPr>
        <p:txBody>
          <a:bodyPr wrap="none" anchor="ctr"/>
          <a:lstStyle/>
          <a:p>
            <a:pPr algn="ctr" defTabSz="956371"/>
            <a:r>
              <a:rPr lang="ko-KR" altLang="en-US" sz="1100" b="1" kern="0" spc="-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일정</a:t>
            </a:r>
            <a:endParaRPr lang="en-US" altLang="ko-KR" sz="1100" b="1" kern="0" spc="-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956371"/>
            <a:r>
              <a:rPr lang="ko-KR" altLang="en-US" sz="1100" b="1" kern="0" spc="-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통제</a:t>
            </a:r>
          </a:p>
        </p:txBody>
      </p:sp>
    </p:spTree>
    <p:extLst>
      <p:ext uri="{BB962C8B-B14F-4D97-AF65-F5344CB8AC3E}">
        <p14:creationId xmlns:p14="http://schemas.microsoft.com/office/powerpoint/2010/main" val="14523830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91EFD-6DC7-B407-0A9B-461490309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4BAB333-8FED-A409-9791-0C75C0CF273D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3.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이슈 관리 방안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1EFA917-55CA-AA56-D225-3D7D80E7F185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의사소통 방안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원활한 의사소통 체계를 수립하여 운영하겠습니다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graphicFrame>
        <p:nvGraphicFramePr>
          <p:cNvPr id="133" name="Group 163">
            <a:extLst>
              <a:ext uri="{FF2B5EF4-FFF2-40B4-BE49-F238E27FC236}">
                <a16:creationId xmlns:a16="http://schemas.microsoft.com/office/drawing/2014/main" id="{F6B85B4A-D37B-AFF1-366E-C35A3621EA54}"/>
              </a:ext>
            </a:extLst>
          </p:cNvPr>
          <p:cNvGraphicFramePr>
            <a:graphicFrameLocks noGrp="1"/>
          </p:cNvGraphicFramePr>
          <p:nvPr/>
        </p:nvGraphicFramePr>
        <p:xfrm>
          <a:off x="3289269" y="3907430"/>
          <a:ext cx="4932000" cy="702114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38">
                <a:tc rowSpan="2"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217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808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정기</a:t>
                      </a:r>
                    </a:p>
                  </a:txBody>
                  <a:tcPr marL="45720" marR="4572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L="95250" indent="-952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217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100" kern="1200" spc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주간보고</a:t>
                      </a:r>
                    </a:p>
                  </a:txBody>
                  <a:tcPr marL="45720" marR="4572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95250" indent="-952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217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100" kern="1200" spc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매주</a:t>
                      </a:r>
                    </a:p>
                  </a:txBody>
                  <a:tcPr marL="45720" marR="4572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95250" indent="-952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217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100" kern="1200" spc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종료보고</a:t>
                      </a:r>
                    </a:p>
                  </a:txBody>
                  <a:tcPr marL="45720" marR="4572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95250" indent="-952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217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100" kern="1200" spc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종료 시점</a:t>
                      </a:r>
                    </a:p>
                  </a:txBody>
                  <a:tcPr marL="45720" marR="4572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217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808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수시</a:t>
                      </a:r>
                    </a:p>
                  </a:txBody>
                  <a:tcPr marL="45720" marR="4572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L="95250" indent="-952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217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100" kern="1200" spc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이슈보고</a:t>
                      </a:r>
                    </a:p>
                  </a:txBody>
                  <a:tcPr marL="45720" marR="4572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95250" indent="-952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217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100" kern="1200" spc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이슈 발생 시</a:t>
                      </a:r>
                    </a:p>
                  </a:txBody>
                  <a:tcPr marL="45720" marR="4572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4" name="Group 186">
            <a:extLst>
              <a:ext uri="{FF2B5EF4-FFF2-40B4-BE49-F238E27FC236}">
                <a16:creationId xmlns:a16="http://schemas.microsoft.com/office/drawing/2014/main" id="{213C1DA6-BD3E-4552-6363-42DEBF87FC75}"/>
              </a:ext>
            </a:extLst>
          </p:cNvPr>
          <p:cNvGraphicFramePr>
            <a:graphicFrameLocks noGrp="1"/>
          </p:cNvGraphicFramePr>
          <p:nvPr/>
        </p:nvGraphicFramePr>
        <p:xfrm>
          <a:off x="3289269" y="4818454"/>
          <a:ext cx="4932000" cy="677724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5908">
                <a:tc rowSpan="2"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217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808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산출물</a:t>
                      </a:r>
                    </a:p>
                    <a:p>
                      <a:pPr marL="0" marR="0" lvl="0" indent="0" algn="ctr" defTabSz="914217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808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검토회의</a:t>
                      </a:r>
                    </a:p>
                  </a:txBody>
                  <a:tcPr marL="45720" marR="4572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L="95250" indent="-952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217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100" kern="1200" spc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사업수행팀</a:t>
                      </a:r>
                      <a:r>
                        <a:rPr lang="ko-KR" altLang="en-US" sz="1100" kern="1200" spc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검토</a:t>
                      </a:r>
                    </a:p>
                  </a:txBody>
                  <a:tcPr marL="45720" marR="4572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95250" indent="-952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217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100" kern="1200" spc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각 단계 말</a:t>
                      </a:r>
                    </a:p>
                  </a:txBody>
                  <a:tcPr marL="45720" marR="4572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9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95250" indent="-952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217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100" kern="1200" spc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고객공식검토</a:t>
                      </a:r>
                    </a:p>
                  </a:txBody>
                  <a:tcPr marL="45720" marR="4572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90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217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808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회의</a:t>
                      </a:r>
                    </a:p>
                  </a:txBody>
                  <a:tcPr marL="45720" marR="4572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marL="95250" indent="-952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217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100" kern="1200" spc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업무회의</a:t>
                      </a:r>
                    </a:p>
                  </a:txBody>
                  <a:tcPr marL="45720" marR="4572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95250" indent="-952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217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100" kern="1200" spc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업무 협의 시</a:t>
                      </a:r>
                    </a:p>
                  </a:txBody>
                  <a:tcPr marL="45720" marR="45720" marT="18000" marB="18000" anchor="ctr" horzOverflow="overflow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5" name="AutoShape 52">
            <a:extLst>
              <a:ext uri="{FF2B5EF4-FFF2-40B4-BE49-F238E27FC236}">
                <a16:creationId xmlns:a16="http://schemas.microsoft.com/office/drawing/2014/main" id="{E2A7E213-3F8F-2E52-B674-57939AB55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0695" y="2216048"/>
            <a:ext cx="3600000" cy="252000"/>
          </a:xfrm>
          <a:prstGeom prst="rect">
            <a:avLst/>
          </a:prstGeom>
          <a:solidFill>
            <a:srgbClr val="E7E6E6"/>
          </a:solidFill>
          <a:ln w="9525" algn="ctr">
            <a:solidFill>
              <a:srgbClr val="BFBFBF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내</a:t>
            </a:r>
            <a:r>
              <a:rPr kumimoji="0" lang="en-US" altLang="ko-KR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외부 의사소통 채널 확인 </a:t>
            </a:r>
          </a:p>
        </p:txBody>
      </p:sp>
      <p:sp>
        <p:nvSpPr>
          <p:cNvPr id="136" name="AutoShape 53">
            <a:extLst>
              <a:ext uri="{FF2B5EF4-FFF2-40B4-BE49-F238E27FC236}">
                <a16:creationId xmlns:a16="http://schemas.microsoft.com/office/drawing/2014/main" id="{263D2EF8-2EFB-7256-F36D-8C8B3B593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0695" y="2528048"/>
            <a:ext cx="3600000" cy="252000"/>
          </a:xfrm>
          <a:prstGeom prst="rect">
            <a:avLst/>
          </a:prstGeom>
          <a:solidFill>
            <a:srgbClr val="E7E6E6"/>
          </a:solidFill>
          <a:ln w="9525" algn="ctr">
            <a:solidFill>
              <a:srgbClr val="BFBFBF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의사소통 요구사항 파악</a:t>
            </a:r>
          </a:p>
        </p:txBody>
      </p:sp>
      <p:sp>
        <p:nvSpPr>
          <p:cNvPr id="137" name="AutoShape 54">
            <a:extLst>
              <a:ext uri="{FF2B5EF4-FFF2-40B4-BE49-F238E27FC236}">
                <a16:creationId xmlns:a16="http://schemas.microsoft.com/office/drawing/2014/main" id="{199756B8-DD18-0EAD-B4E9-2039AF9BE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0695" y="2840048"/>
            <a:ext cx="3600000" cy="252000"/>
          </a:xfrm>
          <a:prstGeom prst="rect">
            <a:avLst/>
          </a:prstGeom>
          <a:solidFill>
            <a:srgbClr val="E7E6E6"/>
          </a:solidFill>
          <a:ln w="9525" algn="ctr">
            <a:solidFill>
              <a:srgbClr val="BFBFBF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30" normalizeH="0" baseline="0" noProof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의사소통 계획 수립</a:t>
            </a:r>
            <a:r>
              <a:rPr kumimoji="0" lang="en-US" altLang="ko-KR" sz="1000" b="0" i="0" u="none" strike="noStrike" kern="0" cap="none" spc="-30" normalizeH="0" baseline="0" noProof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000" b="0" i="0" u="none" strike="noStrike" kern="0" cap="none" spc="-30" normalizeH="0" baseline="0" noProof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요구사항 상세화</a:t>
            </a:r>
            <a:r>
              <a:rPr kumimoji="0" lang="en-US" altLang="ko-KR" sz="1000" b="0" i="0" u="none" strike="noStrike" kern="0" cap="none" spc="-30" normalizeH="0" baseline="0" noProof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38" name="AutoShape 55">
            <a:extLst>
              <a:ext uri="{FF2B5EF4-FFF2-40B4-BE49-F238E27FC236}">
                <a16:creationId xmlns:a16="http://schemas.microsoft.com/office/drawing/2014/main" id="{23BA7FFF-7CEC-133C-0E6E-42D0945A6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0695" y="3152048"/>
            <a:ext cx="3600000" cy="252000"/>
          </a:xfrm>
          <a:prstGeom prst="rect">
            <a:avLst/>
          </a:prstGeom>
          <a:solidFill>
            <a:srgbClr val="E7E6E6"/>
          </a:solidFill>
          <a:ln w="9525" algn="ctr">
            <a:solidFill>
              <a:srgbClr val="BFBFBF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-30" normalizeH="0" baseline="0" noProof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의사소통 계획 검토 및 공유</a:t>
            </a:r>
          </a:p>
        </p:txBody>
      </p:sp>
      <p:sp>
        <p:nvSpPr>
          <p:cNvPr id="139" name="AutoShape 56">
            <a:extLst>
              <a:ext uri="{FF2B5EF4-FFF2-40B4-BE49-F238E27FC236}">
                <a16:creationId xmlns:a16="http://schemas.microsoft.com/office/drawing/2014/main" id="{ACB1A883-C67F-07A3-32B7-17B2EB982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1642" y="2007502"/>
            <a:ext cx="1978106" cy="18728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 defTabSz="914400"/>
            <a:r>
              <a:rPr lang="ko-KR" altLang="en-US" sz="1100" b="1" spc="-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“이해관계자간 의사소통체계 수립”</a:t>
            </a:r>
          </a:p>
        </p:txBody>
      </p:sp>
      <p:sp>
        <p:nvSpPr>
          <p:cNvPr id="140" name="모서리가 둥근 직사각형 108">
            <a:extLst>
              <a:ext uri="{FF2B5EF4-FFF2-40B4-BE49-F238E27FC236}">
                <a16:creationId xmlns:a16="http://schemas.microsoft.com/office/drawing/2014/main" id="{72FFBDA1-5120-E7B8-E3FA-95F23F103F25}"/>
              </a:ext>
            </a:extLst>
          </p:cNvPr>
          <p:cNvSpPr/>
          <p:nvPr/>
        </p:nvSpPr>
        <p:spPr>
          <a:xfrm>
            <a:off x="2010695" y="1700808"/>
            <a:ext cx="3600000" cy="288000"/>
          </a:xfrm>
          <a:prstGeom prst="roundRect">
            <a:avLst>
              <a:gd name="adj" fmla="val 0"/>
            </a:avLst>
          </a:prstGeom>
          <a:solidFill>
            <a:srgbClr val="6B97CF"/>
          </a:solidFill>
          <a:ln>
            <a:noFill/>
          </a:ln>
          <a:effectLst/>
        </p:spPr>
        <p:txBody>
          <a:bodyPr wrap="square"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보고</a:t>
            </a: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의사소통 관리 계획 수립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EC5FD49F-3F81-75F5-9C39-B2B20407E61D}"/>
              </a:ext>
            </a:extLst>
          </p:cNvPr>
          <p:cNvSpPr/>
          <p:nvPr/>
        </p:nvSpPr>
        <p:spPr>
          <a:xfrm>
            <a:off x="5666324" y="2216048"/>
            <a:ext cx="1152000" cy="1188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rgbClr val="BFBFBF"/>
            </a:solidFill>
            <a:miter lim="800000"/>
            <a:headEnd/>
            <a:tailEnd/>
          </a:ln>
          <a:effectLst/>
        </p:spPr>
        <p:txBody>
          <a:bodyPr wrap="square" lIns="72000" tIns="0" rIns="0" bIns="0" anchor="ctr"/>
          <a:lstStyle/>
          <a:p>
            <a:pPr marL="88900" marR="0" lvl="1" indent="-88900" defTabSz="777514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kumimoji="0" lang="ko-KR" altLang="en-US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의사소통 조직</a:t>
            </a:r>
            <a:r>
              <a:rPr kumimoji="0" lang="en-US" altLang="ko-KR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대상 식별</a:t>
            </a:r>
          </a:p>
          <a:p>
            <a:pPr marL="88900" marR="0" lvl="1" indent="-88900" defTabSz="777514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kumimoji="0" lang="ko-KR" altLang="en-US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역할</a:t>
            </a:r>
            <a:r>
              <a:rPr kumimoji="0" lang="en-US" altLang="ko-KR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책임 정의 </a:t>
            </a:r>
          </a:p>
          <a:p>
            <a:pPr marL="88900" marR="0" lvl="1" indent="-88900" defTabSz="777514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kumimoji="0" lang="ko-KR" altLang="en-US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보고절차 수립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7F61BC5D-71A7-BD9C-B84E-C0562F63E0A2}"/>
              </a:ext>
            </a:extLst>
          </p:cNvPr>
          <p:cNvSpPr/>
          <p:nvPr/>
        </p:nvSpPr>
        <p:spPr>
          <a:xfrm>
            <a:off x="6890324" y="2216048"/>
            <a:ext cx="1152000" cy="1188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rgbClr val="BFBFBF"/>
            </a:solidFill>
            <a:miter lim="800000"/>
            <a:headEnd/>
            <a:tailEnd/>
          </a:ln>
          <a:effectLst/>
        </p:spPr>
        <p:txBody>
          <a:bodyPr wrap="square" lIns="72000" tIns="0" rIns="0" bIns="0" anchor="ctr"/>
          <a:lstStyle/>
          <a:p>
            <a:pPr marL="88900" marR="0" lvl="1" indent="-88900" defTabSz="777514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kumimoji="0" lang="ko-KR" altLang="en-US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주간보고</a:t>
            </a:r>
          </a:p>
          <a:p>
            <a:pPr marL="88900" marR="0" lvl="1" indent="-88900" defTabSz="777514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kumimoji="0" lang="ko-KR" altLang="en-US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회의록</a:t>
            </a:r>
          </a:p>
          <a:p>
            <a:pPr marL="88900" marR="0" lvl="1" indent="-88900" defTabSz="777514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kumimoji="0" lang="ko-KR" altLang="en-US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기타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FE457B0D-723A-2266-4CA4-E736A5E3E7DF}"/>
              </a:ext>
            </a:extLst>
          </p:cNvPr>
          <p:cNvSpPr/>
          <p:nvPr/>
        </p:nvSpPr>
        <p:spPr>
          <a:xfrm>
            <a:off x="8114324" y="2216048"/>
            <a:ext cx="1152000" cy="1188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rgbClr val="BFBFBF"/>
            </a:solidFill>
            <a:miter lim="800000"/>
            <a:headEnd/>
            <a:tailEnd/>
          </a:ln>
          <a:effectLst/>
        </p:spPr>
        <p:txBody>
          <a:bodyPr wrap="square" lIns="72000" tIns="0" rIns="0" bIns="0" anchor="ctr"/>
          <a:lstStyle/>
          <a:p>
            <a:pPr marL="88900" marR="0" lvl="1" indent="-88900" defTabSz="777514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kumimoji="0" lang="ko-KR" altLang="en-US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공문</a:t>
            </a:r>
          </a:p>
          <a:p>
            <a:pPr marL="88900" marR="0" lvl="1" indent="-88900" defTabSz="777514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kumimoji="0" lang="ko-KR" altLang="en-US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업무연락</a:t>
            </a:r>
          </a:p>
          <a:p>
            <a:pPr marL="88900" marR="0" lvl="1" indent="-88900" defTabSz="777514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kumimoji="0" lang="ko-KR" altLang="en-US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이메일</a:t>
            </a:r>
          </a:p>
          <a:p>
            <a:pPr marL="88900" marR="0" lvl="1" indent="-88900" defTabSz="777514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kumimoji="0" lang="ko-KR" altLang="en-US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보고</a:t>
            </a:r>
            <a:r>
              <a:rPr kumimoji="0" lang="en-US" altLang="ko-KR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회의</a:t>
            </a:r>
          </a:p>
          <a:p>
            <a:pPr marL="88900" marR="0" lvl="1" indent="-88900" defTabSz="777514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prstClr val="black">
                  <a:lumMod val="65000"/>
                  <a:lumOff val="35000"/>
                </a:prstClr>
              </a:buClr>
              <a:buSzPct val="90000"/>
              <a:buFont typeface="Wingdings" panose="05000000000000000000" pitchFamily="2" charset="2"/>
              <a:buChar char="§"/>
              <a:tabLst>
                <a:tab pos="4981823" algn="l"/>
              </a:tabLst>
              <a:defRPr/>
            </a:pPr>
            <a:r>
              <a:rPr kumimoji="0" lang="ko-KR" altLang="en-US" sz="1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공지</a:t>
            </a:r>
            <a:endParaRPr kumimoji="0" lang="en-US" altLang="ko-KR" sz="1000" b="0" i="0" u="none" strike="noStrike" kern="0" cap="none" spc="-3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" name="Text Box 46">
            <a:extLst>
              <a:ext uri="{FF2B5EF4-FFF2-40B4-BE49-F238E27FC236}">
                <a16:creationId xmlns:a16="http://schemas.microsoft.com/office/drawing/2014/main" id="{86F62324-1020-F7BF-78E1-88F6855A1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2056" y="2007502"/>
            <a:ext cx="806311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1000" spc="-10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 defTabSz="914400"/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의사소통 방법</a:t>
            </a:r>
          </a:p>
        </p:txBody>
      </p:sp>
      <p:sp>
        <p:nvSpPr>
          <p:cNvPr id="145" name="Text Box 46">
            <a:extLst>
              <a:ext uri="{FF2B5EF4-FFF2-40B4-BE49-F238E27FC236}">
                <a16:creationId xmlns:a16="http://schemas.microsoft.com/office/drawing/2014/main" id="{B2CA4B6D-5A19-9165-ED14-CB002805D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6127" y="2007502"/>
            <a:ext cx="549831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1000" spc="-10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 defTabSz="914400"/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보고 양식</a:t>
            </a:r>
          </a:p>
        </p:txBody>
      </p:sp>
      <p:sp>
        <p:nvSpPr>
          <p:cNvPr id="146" name="Text Box 46">
            <a:extLst>
              <a:ext uri="{FF2B5EF4-FFF2-40B4-BE49-F238E27FC236}">
                <a16:creationId xmlns:a16="http://schemas.microsoft.com/office/drawing/2014/main" id="{0FE4589A-AE4E-8709-DB80-C6D975D78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947" y="2007502"/>
            <a:ext cx="549831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1000" spc="-10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 defTabSz="914400"/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보고 체계</a:t>
            </a:r>
          </a:p>
        </p:txBody>
      </p:sp>
      <p:sp>
        <p:nvSpPr>
          <p:cNvPr id="147" name="모서리가 둥근 직사각형 109">
            <a:extLst>
              <a:ext uri="{FF2B5EF4-FFF2-40B4-BE49-F238E27FC236}">
                <a16:creationId xmlns:a16="http://schemas.microsoft.com/office/drawing/2014/main" id="{E0C95B74-7212-7E68-6DA7-399289733F20}"/>
              </a:ext>
            </a:extLst>
          </p:cNvPr>
          <p:cNvSpPr/>
          <p:nvPr/>
        </p:nvSpPr>
        <p:spPr>
          <a:xfrm>
            <a:off x="5666324" y="1700808"/>
            <a:ext cx="3600000" cy="288000"/>
          </a:xfrm>
          <a:prstGeom prst="roundRect">
            <a:avLst>
              <a:gd name="adj" fmla="val 0"/>
            </a:avLst>
          </a:prstGeom>
          <a:solidFill>
            <a:srgbClr val="6B97CF"/>
          </a:solidFill>
          <a:ln>
            <a:noFill/>
          </a:ln>
          <a:effectLst/>
        </p:spPr>
        <p:txBody>
          <a:bodyPr wrap="square" lIns="36000" tIns="36000" rIns="36000" bIns="36000" anchor="ctr"/>
          <a:lstStyle/>
          <a:p>
            <a:pPr algn="ctr" defTabSz="914400"/>
            <a:r>
              <a:rPr kumimoji="1" lang="ko-KR" altLang="en-US" sz="1100" b="1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의사소통 요구사항 상세화</a:t>
            </a:r>
          </a:p>
        </p:txBody>
      </p:sp>
      <p:sp>
        <p:nvSpPr>
          <p:cNvPr id="148" name="모서리가 둥근 직사각형 110">
            <a:extLst>
              <a:ext uri="{FF2B5EF4-FFF2-40B4-BE49-F238E27FC236}">
                <a16:creationId xmlns:a16="http://schemas.microsoft.com/office/drawing/2014/main" id="{A67F350D-9293-3B0C-0159-144644397462}"/>
              </a:ext>
            </a:extLst>
          </p:cNvPr>
          <p:cNvSpPr/>
          <p:nvPr/>
        </p:nvSpPr>
        <p:spPr>
          <a:xfrm>
            <a:off x="2010695" y="3484229"/>
            <a:ext cx="7272000" cy="288000"/>
          </a:xfrm>
          <a:prstGeom prst="roundRect">
            <a:avLst>
              <a:gd name="adj" fmla="val 0"/>
            </a:avLst>
          </a:prstGeom>
          <a:solidFill>
            <a:srgbClr val="6B97CF"/>
          </a:solidFill>
          <a:ln>
            <a:noFill/>
          </a:ln>
          <a:effectLst/>
        </p:spPr>
        <p:txBody>
          <a:bodyPr wrap="square" lIns="36000" tIns="36000" rIns="36000" bIns="36000" anchor="ctr"/>
          <a:lstStyle/>
          <a:p>
            <a:pPr algn="ctr" defTabSz="914400"/>
            <a:r>
              <a:rPr kumimoji="1" lang="ko-KR" altLang="en-US" sz="1100" b="1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보고 및 </a:t>
            </a:r>
            <a:r>
              <a:rPr kumimoji="1" lang="ko-KR" altLang="en-US" sz="1100" b="1" ker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의사소통 관리</a:t>
            </a:r>
            <a:r>
              <a:rPr kumimoji="1" lang="en-US" altLang="ko-KR" sz="1100" b="1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/</a:t>
            </a:r>
            <a:r>
              <a:rPr kumimoji="1" lang="ko-KR" altLang="en-US" sz="1100" b="1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통제</a:t>
            </a:r>
          </a:p>
        </p:txBody>
      </p:sp>
      <p:sp>
        <p:nvSpPr>
          <p:cNvPr id="149" name="사각형: 둥근 모서리 180">
            <a:extLst>
              <a:ext uri="{FF2B5EF4-FFF2-40B4-BE49-F238E27FC236}">
                <a16:creationId xmlns:a16="http://schemas.microsoft.com/office/drawing/2014/main" id="{55F2D77D-71C3-CC64-49BD-DDFF71F019A9}"/>
              </a:ext>
            </a:extLst>
          </p:cNvPr>
          <p:cNvSpPr/>
          <p:nvPr/>
        </p:nvSpPr>
        <p:spPr>
          <a:xfrm rot="5400000" flipH="1">
            <a:off x="-1115524" y="3446809"/>
            <a:ext cx="4608000" cy="1116000"/>
          </a:xfrm>
          <a:prstGeom prst="roundRect">
            <a:avLst>
              <a:gd name="adj" fmla="val 12631"/>
            </a:avLst>
          </a:prstGeom>
          <a:solidFill>
            <a:sysClr val="window" lastClr="FFFFFF"/>
          </a:solidFill>
          <a:ln w="19050" cap="flat" cmpd="sng" algn="ctr">
            <a:solidFill>
              <a:srgbClr val="99D5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B9BFE229-7F8F-74B4-4A2D-A637C9CBA6A8}"/>
              </a:ext>
            </a:extLst>
          </p:cNvPr>
          <p:cNvSpPr/>
          <p:nvPr/>
        </p:nvSpPr>
        <p:spPr>
          <a:xfrm>
            <a:off x="714433" y="2627620"/>
            <a:ext cx="948087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 defTabSz="914400"/>
            <a:r>
              <a:rPr lang="ko-KR" altLang="en-US" sz="1200" b="1" spc="-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착수 및</a:t>
            </a:r>
          </a:p>
          <a:p>
            <a:pPr algn="ctr" defTabSz="914400"/>
            <a:r>
              <a:rPr lang="ko-KR" altLang="en-US" sz="1200" b="1" spc="-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계획 수립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D775CA42-F02B-DF0E-CB36-58B5BF4A581B}"/>
              </a:ext>
            </a:extLst>
          </p:cNvPr>
          <p:cNvSpPr/>
          <p:nvPr/>
        </p:nvSpPr>
        <p:spPr>
          <a:xfrm>
            <a:off x="956041" y="4725144"/>
            <a:ext cx="464871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 algn="ctr" defTabSz="914400"/>
            <a:r>
              <a:rPr lang="ko-KR" altLang="en-US" sz="1200" b="1" spc="-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실행 및</a:t>
            </a:r>
          </a:p>
          <a:p>
            <a:pPr algn="ctr" defTabSz="914400"/>
            <a:r>
              <a:rPr lang="ko-KR" altLang="en-US" sz="1200" b="1" spc="-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통제</a:t>
            </a: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475D01BC-2C68-C6B0-A251-8FEE7CB5F568}"/>
              </a:ext>
            </a:extLst>
          </p:cNvPr>
          <p:cNvGrpSpPr/>
          <p:nvPr/>
        </p:nvGrpSpPr>
        <p:grpSpPr>
          <a:xfrm>
            <a:off x="641644" y="3865104"/>
            <a:ext cx="1093665" cy="279411"/>
            <a:chOff x="692150" y="4693358"/>
            <a:chExt cx="627063" cy="171450"/>
          </a:xfrm>
        </p:grpSpPr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167AD72A-D89A-E400-9114-E245FA536A33}"/>
                </a:ext>
              </a:extLst>
            </p:cNvPr>
            <p:cNvCxnSpPr>
              <a:cxnSpLocks/>
            </p:cNvCxnSpPr>
            <p:nvPr/>
          </p:nvCxnSpPr>
          <p:spPr>
            <a:xfrm>
              <a:off x="692150" y="4779082"/>
              <a:ext cx="627063" cy="0"/>
            </a:xfrm>
            <a:prstGeom prst="line">
              <a:avLst/>
            </a:prstGeom>
            <a:solidFill>
              <a:sysClr val="window" lastClr="FFFFFF"/>
            </a:solidFill>
            <a:ln w="19050" algn="ctr">
              <a:solidFill>
                <a:sysClr val="window" lastClr="FFFFFF">
                  <a:lumMod val="75000"/>
                </a:sysClr>
              </a:solidFill>
              <a:prstDash val="sysDot"/>
              <a:miter lim="800000"/>
              <a:headEnd/>
              <a:tailEnd/>
            </a:ln>
          </p:spPr>
        </p:cxn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C50A3922-D097-524A-D4AB-E1B85DDE5237}"/>
                </a:ext>
              </a:extLst>
            </p:cNvPr>
            <p:cNvGrpSpPr/>
            <p:nvPr/>
          </p:nvGrpSpPr>
          <p:grpSpPr>
            <a:xfrm rot="5400000">
              <a:off x="919956" y="4693900"/>
              <a:ext cx="171450" cy="170365"/>
              <a:chOff x="1253441" y="3785849"/>
              <a:chExt cx="171450" cy="170365"/>
            </a:xfrm>
          </p:grpSpPr>
          <p:sp>
            <p:nvSpPr>
              <p:cNvPr id="155" name="타원 154">
                <a:extLst>
                  <a:ext uri="{FF2B5EF4-FFF2-40B4-BE49-F238E27FC236}">
                    <a16:creationId xmlns:a16="http://schemas.microsoft.com/office/drawing/2014/main" id="{10D3C245-4A0E-5521-2531-0773DFED65B7}"/>
                  </a:ext>
                </a:extLst>
              </p:cNvPr>
              <p:cNvSpPr/>
              <p:nvPr/>
            </p:nvSpPr>
            <p:spPr>
              <a:xfrm>
                <a:off x="1284323" y="3816188"/>
                <a:ext cx="109686" cy="109686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56" name="Freeform 22">
                <a:extLst>
                  <a:ext uri="{FF2B5EF4-FFF2-40B4-BE49-F238E27FC236}">
                    <a16:creationId xmlns:a16="http://schemas.microsoft.com/office/drawing/2014/main" id="{3FF99F69-36E9-3F72-B0F6-2504C93827E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53441" y="3785849"/>
                <a:ext cx="171450" cy="170365"/>
              </a:xfrm>
              <a:custGeom>
                <a:avLst/>
                <a:gdLst>
                  <a:gd name="T0" fmla="*/ 196 w 273"/>
                  <a:gd name="T1" fmla="*/ 136 h 273"/>
                  <a:gd name="T2" fmla="*/ 98 w 273"/>
                  <a:gd name="T3" fmla="*/ 212 h 273"/>
                  <a:gd name="T4" fmla="*/ 98 w 273"/>
                  <a:gd name="T5" fmla="*/ 61 h 273"/>
                  <a:gd name="T6" fmla="*/ 196 w 273"/>
                  <a:gd name="T7" fmla="*/ 136 h 273"/>
                  <a:gd name="T8" fmla="*/ 136 w 273"/>
                  <a:gd name="T9" fmla="*/ 273 h 273"/>
                  <a:gd name="T10" fmla="*/ 0 w 273"/>
                  <a:gd name="T11" fmla="*/ 136 h 273"/>
                  <a:gd name="T12" fmla="*/ 136 w 273"/>
                  <a:gd name="T13" fmla="*/ 0 h 273"/>
                  <a:gd name="T14" fmla="*/ 273 w 273"/>
                  <a:gd name="T15" fmla="*/ 136 h 273"/>
                  <a:gd name="T16" fmla="*/ 136 w 273"/>
                  <a:gd name="T17" fmla="*/ 27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3" h="273">
                    <a:moveTo>
                      <a:pt x="196" y="136"/>
                    </a:moveTo>
                    <a:cubicBezTo>
                      <a:pt x="98" y="212"/>
                      <a:pt x="98" y="212"/>
                      <a:pt x="98" y="212"/>
                    </a:cubicBezTo>
                    <a:cubicBezTo>
                      <a:pt x="98" y="61"/>
                      <a:pt x="98" y="61"/>
                      <a:pt x="98" y="61"/>
                    </a:cubicBezTo>
                    <a:cubicBezTo>
                      <a:pt x="196" y="136"/>
                      <a:pt x="196" y="136"/>
                      <a:pt x="196" y="136"/>
                    </a:cubicBezTo>
                    <a:close/>
                    <a:moveTo>
                      <a:pt x="136" y="273"/>
                    </a:moveTo>
                    <a:cubicBezTo>
                      <a:pt x="61" y="273"/>
                      <a:pt x="0" y="212"/>
                      <a:pt x="0" y="136"/>
                    </a:cubicBezTo>
                    <a:cubicBezTo>
                      <a:pt x="0" y="61"/>
                      <a:pt x="61" y="0"/>
                      <a:pt x="136" y="0"/>
                    </a:cubicBezTo>
                    <a:cubicBezTo>
                      <a:pt x="212" y="0"/>
                      <a:pt x="273" y="61"/>
                      <a:pt x="273" y="136"/>
                    </a:cubicBezTo>
                    <a:cubicBezTo>
                      <a:pt x="273" y="212"/>
                      <a:pt x="212" y="273"/>
                      <a:pt x="136" y="273"/>
                    </a:cubicBezTo>
                    <a:close/>
                  </a:path>
                </a:pathLst>
              </a:custGeom>
              <a:solidFill>
                <a:srgbClr val="49B3E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lIns="36000" tIns="36000" rIns="36000" bIns="36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7968EE86-54D8-415F-3999-2666FBC75CEA}"/>
              </a:ext>
            </a:extLst>
          </p:cNvPr>
          <p:cNvCxnSpPr>
            <a:cxnSpLocks/>
            <a:stCxn id="160" idx="5"/>
            <a:endCxn id="163" idx="1"/>
          </p:cNvCxnSpPr>
          <p:nvPr/>
        </p:nvCxnSpPr>
        <p:spPr>
          <a:xfrm flipH="1">
            <a:off x="2260093" y="4473666"/>
            <a:ext cx="503537" cy="351532"/>
          </a:xfrm>
          <a:prstGeom prst="line">
            <a:avLst/>
          </a:prstGeom>
          <a:noFill/>
          <a:ln w="9525" cap="flat" cmpd="sng" algn="ctr">
            <a:solidFill>
              <a:srgbClr val="3C5FAB"/>
            </a:solidFill>
            <a:prstDash val="solid"/>
          </a:ln>
          <a:effectLst/>
        </p:spPr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333223C7-67B9-8AB8-A349-48789D087C49}"/>
              </a:ext>
            </a:extLst>
          </p:cNvPr>
          <p:cNvCxnSpPr>
            <a:cxnSpLocks/>
            <a:stCxn id="163" idx="5"/>
            <a:endCxn id="187" idx="1"/>
          </p:cNvCxnSpPr>
          <p:nvPr/>
        </p:nvCxnSpPr>
        <p:spPr>
          <a:xfrm flipH="1">
            <a:off x="2260093" y="5328733"/>
            <a:ext cx="503537" cy="351531"/>
          </a:xfrm>
          <a:prstGeom prst="line">
            <a:avLst/>
          </a:prstGeom>
          <a:noFill/>
          <a:ln w="9525" cap="flat" cmpd="sng" algn="ctr">
            <a:solidFill>
              <a:srgbClr val="3C5FAB"/>
            </a:solidFill>
            <a:prstDash val="solid"/>
          </a:ln>
          <a:effectLst/>
        </p:spPr>
      </p:cxnSp>
      <p:sp>
        <p:nvSpPr>
          <p:cNvPr id="160" name="타원 159">
            <a:extLst>
              <a:ext uri="{FF2B5EF4-FFF2-40B4-BE49-F238E27FC236}">
                <a16:creationId xmlns:a16="http://schemas.microsoft.com/office/drawing/2014/main" id="{E1FD686B-669F-B051-A57E-B6928E2A4F46}"/>
              </a:ext>
            </a:extLst>
          </p:cNvPr>
          <p:cNvSpPr/>
          <p:nvPr/>
        </p:nvSpPr>
        <p:spPr bwMode="auto">
          <a:xfrm>
            <a:off x="2155807" y="3865846"/>
            <a:ext cx="712109" cy="712105"/>
          </a:xfrm>
          <a:prstGeom prst="ellipse">
            <a:avLst/>
          </a:prstGeom>
          <a:solidFill>
            <a:sysClr val="window" lastClr="FFFFFF"/>
          </a:solidFill>
          <a:ln w="31750" cap="flat" cmpd="sng" algn="ctr">
            <a:solidFill>
              <a:srgbClr val="3C5FAB"/>
            </a:solidFill>
            <a:prstDash val="solid"/>
          </a:ln>
          <a:effectLst>
            <a:outerShdw sx="103000" sy="103000" algn="ctr" rotWithShape="0">
              <a:srgbClr val="99D5F0"/>
            </a:outerShdw>
          </a:effectLst>
        </p:spPr>
        <p:txBody>
          <a:bodyPr wrap="none" anchor="ctr"/>
          <a:lstStyle/>
          <a:p>
            <a:pPr algn="ctr" defTabSz="956371"/>
            <a:endParaRPr lang="ko-KR" altLang="en-US" sz="1100" b="1" kern="0" spc="-1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BA0908A-3156-AB8B-E970-E2845E6A9FDC}"/>
              </a:ext>
            </a:extLst>
          </p:cNvPr>
          <p:cNvSpPr txBox="1"/>
          <p:nvPr/>
        </p:nvSpPr>
        <p:spPr bwMode="auto">
          <a:xfrm>
            <a:off x="2258422" y="4256004"/>
            <a:ext cx="514886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1100" spc="-10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 marL="0" lvl="1" algn="ctr" latinLnBrk="0">
              <a:defRPr sz="1100" spc="-10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2pPr>
          </a:lstStyle>
          <a:p>
            <a:pPr lvl="1" defTabSz="914400"/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보고활동</a:t>
            </a:r>
          </a:p>
        </p:txBody>
      </p:sp>
      <p:sp>
        <p:nvSpPr>
          <p:cNvPr id="163" name="타원 162">
            <a:extLst>
              <a:ext uri="{FF2B5EF4-FFF2-40B4-BE49-F238E27FC236}">
                <a16:creationId xmlns:a16="http://schemas.microsoft.com/office/drawing/2014/main" id="{F275E6BA-21C2-C3F8-AF37-B5D930DB3F5B}"/>
              </a:ext>
            </a:extLst>
          </p:cNvPr>
          <p:cNvSpPr/>
          <p:nvPr/>
        </p:nvSpPr>
        <p:spPr bwMode="auto">
          <a:xfrm>
            <a:off x="2155807" y="4720913"/>
            <a:ext cx="712109" cy="712105"/>
          </a:xfrm>
          <a:prstGeom prst="ellipse">
            <a:avLst/>
          </a:prstGeom>
          <a:solidFill>
            <a:sysClr val="window" lastClr="FFFFFF"/>
          </a:solidFill>
          <a:ln w="31750" cap="flat" cmpd="sng" algn="ctr">
            <a:solidFill>
              <a:srgbClr val="3C5FAB"/>
            </a:solidFill>
            <a:prstDash val="solid"/>
          </a:ln>
          <a:effectLst>
            <a:outerShdw sx="103000" sy="103000" algn="ctr" rotWithShape="0">
              <a:srgbClr val="99D5F0"/>
            </a:outerShdw>
          </a:effectLst>
        </p:spPr>
        <p:txBody>
          <a:bodyPr wrap="none" anchor="ctr"/>
          <a:lstStyle/>
          <a:p>
            <a:pPr algn="ctr" defTabSz="956371"/>
            <a:endParaRPr lang="ko-KR" altLang="en-US" sz="1100" b="1" kern="0" spc="-1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09A4727-41C0-35EB-3B2F-C29050D93BCD}"/>
              </a:ext>
            </a:extLst>
          </p:cNvPr>
          <p:cNvSpPr txBox="1"/>
          <p:nvPr/>
        </p:nvSpPr>
        <p:spPr bwMode="auto">
          <a:xfrm>
            <a:off x="2258426" y="5111070"/>
            <a:ext cx="514886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1100" spc="-10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 marL="0" lvl="1" algn="ctr" latinLnBrk="0">
              <a:defRPr sz="1100" spc="-10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2pPr>
          </a:lstStyle>
          <a:p>
            <a:pPr lvl="1" defTabSz="914400"/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검토활동</a:t>
            </a:r>
            <a:endParaRPr lang="ko-KR" altLang="en-US" sz="1000" b="1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C3C7A403-830D-938D-77D0-9672DA397206}"/>
              </a:ext>
            </a:extLst>
          </p:cNvPr>
          <p:cNvSpPr/>
          <p:nvPr/>
        </p:nvSpPr>
        <p:spPr>
          <a:xfrm>
            <a:off x="2491596" y="4629164"/>
            <a:ext cx="40535" cy="40535"/>
          </a:xfrm>
          <a:prstGeom prst="ellipse">
            <a:avLst/>
          </a:prstGeom>
          <a:solidFill>
            <a:srgbClr val="99D5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26941" dir="2700000" algn="ctr" rotWithShape="0">
                    <a:srgbClr val="419AC3"/>
                  </a:outerShdw>
                </a:effectLst>
              </a14:hiddenEffects>
            </a:ext>
          </a:extLst>
        </p:spPr>
        <p:txBody>
          <a:bodyPr wrap="square" lIns="36000" tIns="36000" rIns="36000" bIns="36000" anchor="ctr"/>
          <a:lstStyle/>
          <a:p>
            <a:pPr algn="ctr" defTabSz="914400"/>
            <a:endParaRPr kumimoji="1" lang="ko-KR" altLang="en-US" sz="10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1C5DE64B-6182-A884-16CA-21A16C9D0AF5}"/>
              </a:ext>
            </a:extLst>
          </p:cNvPr>
          <p:cNvSpPr/>
          <p:nvPr/>
        </p:nvSpPr>
        <p:spPr>
          <a:xfrm>
            <a:off x="2491596" y="5484231"/>
            <a:ext cx="40535" cy="40535"/>
          </a:xfrm>
          <a:prstGeom prst="ellipse">
            <a:avLst/>
          </a:prstGeom>
          <a:solidFill>
            <a:srgbClr val="99D5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26941" dir="2700000" algn="ctr" rotWithShape="0">
                    <a:srgbClr val="419AC3"/>
                  </a:outerShdw>
                </a:effectLst>
              </a14:hiddenEffects>
            </a:ext>
          </a:extLst>
        </p:spPr>
        <p:txBody>
          <a:bodyPr wrap="square" lIns="36000" tIns="36000" rIns="36000" bIns="36000" anchor="ctr"/>
          <a:lstStyle/>
          <a:p>
            <a:pPr algn="ctr" defTabSz="914400"/>
            <a:endParaRPr kumimoji="1" lang="ko-KR" altLang="en-US" sz="1000" dirty="0"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68" name="Text Box 46">
            <a:extLst>
              <a:ext uri="{FF2B5EF4-FFF2-40B4-BE49-F238E27FC236}">
                <a16:creationId xmlns:a16="http://schemas.microsoft.com/office/drawing/2014/main" id="{9ABBCA57-3A0A-9CCA-D7F2-7E081AF50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9639" y="5629204"/>
            <a:ext cx="549831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1000" spc="-10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회의 운영</a:t>
            </a:r>
          </a:p>
        </p:txBody>
      </p:sp>
      <p:sp>
        <p:nvSpPr>
          <p:cNvPr id="169" name="Text Box 46">
            <a:extLst>
              <a:ext uri="{FF2B5EF4-FFF2-40B4-BE49-F238E27FC236}">
                <a16:creationId xmlns:a16="http://schemas.microsoft.com/office/drawing/2014/main" id="{4D801A78-D19E-A858-7D82-F472E29F6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5021" y="5629204"/>
            <a:ext cx="549831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1000" spc="-10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회의 진행</a:t>
            </a:r>
          </a:p>
        </p:txBody>
      </p:sp>
      <p:sp>
        <p:nvSpPr>
          <p:cNvPr id="170" name="Text Box 46">
            <a:extLst>
              <a:ext uri="{FF2B5EF4-FFF2-40B4-BE49-F238E27FC236}">
                <a16:creationId xmlns:a16="http://schemas.microsoft.com/office/drawing/2014/main" id="{4CD41669-C725-2E37-177D-78B0EF33D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0402" y="5629204"/>
            <a:ext cx="549831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1000" spc="-10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1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회의 준비</a:t>
            </a: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B1B04B33-B7F9-7D41-1CDD-B03BD17A329A}"/>
              </a:ext>
            </a:extLst>
          </p:cNvPr>
          <p:cNvGrpSpPr/>
          <p:nvPr/>
        </p:nvGrpSpPr>
        <p:grpSpPr>
          <a:xfrm>
            <a:off x="3298603" y="5816657"/>
            <a:ext cx="1393429" cy="479397"/>
            <a:chOff x="2374037" y="7513811"/>
            <a:chExt cx="1354660" cy="479397"/>
          </a:xfrm>
        </p:grpSpPr>
        <p:sp>
          <p:nvSpPr>
            <p:cNvPr id="184" name="모서리가 둥근 직사각형 96">
              <a:extLst>
                <a:ext uri="{FF2B5EF4-FFF2-40B4-BE49-F238E27FC236}">
                  <a16:creationId xmlns:a16="http://schemas.microsoft.com/office/drawing/2014/main" id="{09DE1C30-FDA3-00E1-F0DD-521653EABF05}"/>
                </a:ext>
              </a:extLst>
            </p:cNvPr>
            <p:cNvSpPr/>
            <p:nvPr/>
          </p:nvSpPr>
          <p:spPr>
            <a:xfrm>
              <a:off x="2374037" y="7513811"/>
              <a:ext cx="1354660" cy="479397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marL="0" marR="0" lvl="0" indent="-201645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98DB8E87-88E5-D7A3-AFB9-1DBD485A3FC8}"/>
                </a:ext>
              </a:extLst>
            </p:cNvPr>
            <p:cNvSpPr/>
            <p:nvPr/>
          </p:nvSpPr>
          <p:spPr>
            <a:xfrm>
              <a:off x="2459363" y="7602186"/>
              <a:ext cx="1102987" cy="33342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88900" marR="0" lvl="1" indent="-88900" defTabSz="777514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prstClr val="black">
                    <a:lumMod val="65000"/>
                    <a:lumOff val="35000"/>
                  </a:prstClr>
                </a:buClr>
                <a:buSzPct val="90000"/>
                <a:buFont typeface="Wingdings" panose="05000000000000000000" pitchFamily="2" charset="2"/>
                <a:buChar char="§"/>
                <a:tabLst>
                  <a:tab pos="4981823" algn="l"/>
                </a:tabLst>
                <a:defRPr/>
              </a:pPr>
              <a:r>
                <a:rPr kumimoji="0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자료 준비 </a:t>
              </a:r>
            </a:p>
            <a:p>
              <a:pPr marL="88900" marR="0" lvl="1" indent="-88900" defTabSz="777514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prstClr val="black">
                    <a:lumMod val="65000"/>
                    <a:lumOff val="35000"/>
                  </a:prstClr>
                </a:buClr>
                <a:buSzPct val="90000"/>
                <a:buFont typeface="Wingdings" panose="05000000000000000000" pitchFamily="2" charset="2"/>
                <a:buChar char="§"/>
                <a:tabLst>
                  <a:tab pos="4981823" algn="l"/>
                </a:tabLst>
                <a:defRPr/>
              </a:pPr>
              <a:r>
                <a:rPr kumimoji="0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사전 배포</a:t>
              </a:r>
            </a:p>
          </p:txBody>
        </p:sp>
      </p:grp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2EA14884-ADBD-929B-BF67-61445DFE2696}"/>
              </a:ext>
            </a:extLst>
          </p:cNvPr>
          <p:cNvGrpSpPr/>
          <p:nvPr/>
        </p:nvGrpSpPr>
        <p:grpSpPr>
          <a:xfrm>
            <a:off x="5038116" y="5816657"/>
            <a:ext cx="1443640" cy="479397"/>
            <a:chOff x="3891063" y="7513811"/>
            <a:chExt cx="1403473" cy="479397"/>
          </a:xfrm>
        </p:grpSpPr>
        <p:sp>
          <p:nvSpPr>
            <p:cNvPr id="182" name="모서리가 둥근 직사각형 97">
              <a:extLst>
                <a:ext uri="{FF2B5EF4-FFF2-40B4-BE49-F238E27FC236}">
                  <a16:creationId xmlns:a16="http://schemas.microsoft.com/office/drawing/2014/main" id="{EAC2FFB9-9E8E-CB79-3CE7-BED1DA206D22}"/>
                </a:ext>
              </a:extLst>
            </p:cNvPr>
            <p:cNvSpPr/>
            <p:nvPr/>
          </p:nvSpPr>
          <p:spPr>
            <a:xfrm>
              <a:off x="3891063" y="7513811"/>
              <a:ext cx="1354660" cy="479397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marL="0" marR="0" lvl="0" indent="-201645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3" name="직사각형 182">
              <a:extLst>
                <a:ext uri="{FF2B5EF4-FFF2-40B4-BE49-F238E27FC236}">
                  <a16:creationId xmlns:a16="http://schemas.microsoft.com/office/drawing/2014/main" id="{610D23FB-72E8-716B-B0C2-4C40E876D8E1}"/>
                </a:ext>
              </a:extLst>
            </p:cNvPr>
            <p:cNvSpPr/>
            <p:nvPr/>
          </p:nvSpPr>
          <p:spPr>
            <a:xfrm>
              <a:off x="4010681" y="7602186"/>
              <a:ext cx="1283855" cy="33342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88900" marR="0" lvl="1" indent="-88900" defTabSz="777514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prstClr val="black">
                    <a:lumMod val="65000"/>
                    <a:lumOff val="35000"/>
                  </a:prstClr>
                </a:buClr>
                <a:buSzPct val="90000"/>
                <a:buFont typeface="Wingdings" panose="05000000000000000000" pitchFamily="2" charset="2"/>
                <a:buChar char="§"/>
                <a:tabLst>
                  <a:tab pos="4981823" algn="l"/>
                </a:tabLst>
                <a:defRPr/>
              </a:pPr>
              <a:r>
                <a:rPr kumimoji="0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실적</a:t>
              </a:r>
              <a:r>
                <a:rPr kumimoji="0" lang="en-US" altLang="ko-KR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kumimoji="0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진도</a:t>
              </a:r>
              <a:r>
                <a:rPr kumimoji="0" lang="en-US" altLang="ko-KR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kumimoji="0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이슈 보고 </a:t>
              </a:r>
            </a:p>
            <a:p>
              <a:pPr marL="88900" marR="0" lvl="1" indent="-88900" defTabSz="777514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prstClr val="black">
                    <a:lumMod val="65000"/>
                    <a:lumOff val="35000"/>
                  </a:prstClr>
                </a:buClr>
                <a:buSzPct val="90000"/>
                <a:buFont typeface="Wingdings" panose="05000000000000000000" pitchFamily="2" charset="2"/>
                <a:buChar char="§"/>
                <a:tabLst>
                  <a:tab pos="4981823" algn="l"/>
                </a:tabLst>
                <a:defRPr/>
              </a:pPr>
              <a:r>
                <a:rPr kumimoji="0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검토 실시</a:t>
              </a:r>
            </a:p>
          </p:txBody>
        </p:sp>
      </p:grp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CB5B311A-BE2E-9571-9732-B62F92EF31E1}"/>
              </a:ext>
            </a:extLst>
          </p:cNvPr>
          <p:cNvGrpSpPr/>
          <p:nvPr/>
        </p:nvGrpSpPr>
        <p:grpSpPr>
          <a:xfrm>
            <a:off x="6827840" y="5816657"/>
            <a:ext cx="1393429" cy="479397"/>
            <a:chOff x="5408090" y="7513811"/>
            <a:chExt cx="1354660" cy="479397"/>
          </a:xfrm>
        </p:grpSpPr>
        <p:sp>
          <p:nvSpPr>
            <p:cNvPr id="180" name="모서리가 둥근 직사각형 98">
              <a:extLst>
                <a:ext uri="{FF2B5EF4-FFF2-40B4-BE49-F238E27FC236}">
                  <a16:creationId xmlns:a16="http://schemas.microsoft.com/office/drawing/2014/main" id="{D31A7E03-450D-6515-2859-B90647C90BCC}"/>
                </a:ext>
              </a:extLst>
            </p:cNvPr>
            <p:cNvSpPr/>
            <p:nvPr/>
          </p:nvSpPr>
          <p:spPr>
            <a:xfrm>
              <a:off x="5408090" y="7513811"/>
              <a:ext cx="1354660" cy="479397"/>
            </a:xfrm>
            <a:prstGeom prst="roundRect">
              <a:avLst>
                <a:gd name="adj" fmla="val 2500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marL="0" marR="0" lvl="0" indent="-201645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DCDED763-11BF-ED1F-20B7-40E35D9EEF8F}"/>
                </a:ext>
              </a:extLst>
            </p:cNvPr>
            <p:cNvSpPr/>
            <p:nvPr/>
          </p:nvSpPr>
          <p:spPr>
            <a:xfrm>
              <a:off x="5515272" y="7602186"/>
              <a:ext cx="1102987" cy="33342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88900" marR="0" lvl="1" indent="-88900" defTabSz="777514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prstClr val="black">
                    <a:lumMod val="65000"/>
                    <a:lumOff val="35000"/>
                  </a:prstClr>
                </a:buClr>
                <a:buSzPct val="90000"/>
                <a:buFont typeface="Wingdings" panose="05000000000000000000" pitchFamily="2" charset="2"/>
                <a:buChar char="§"/>
                <a:tabLst>
                  <a:tab pos="4981823" algn="l"/>
                </a:tabLst>
                <a:defRPr/>
              </a:pPr>
              <a:r>
                <a:rPr kumimoji="0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조치 항목 공유 </a:t>
              </a:r>
            </a:p>
            <a:p>
              <a:pPr marL="88900" marR="0" lvl="1" indent="-88900" defTabSz="777514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prstClr val="black">
                    <a:lumMod val="65000"/>
                    <a:lumOff val="35000"/>
                  </a:prstClr>
                </a:buClr>
                <a:buSzPct val="90000"/>
                <a:buFont typeface="Wingdings" panose="05000000000000000000" pitchFamily="2" charset="2"/>
                <a:buChar char="§"/>
                <a:tabLst>
                  <a:tab pos="4981823" algn="l"/>
                </a:tabLst>
                <a:defRPr/>
              </a:pPr>
              <a:r>
                <a:rPr kumimoji="0" lang="ko-KR" altLang="en-US" sz="10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회의록 공유</a:t>
              </a: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BC71FD39-098A-AA89-D1AA-DEDABD9D4F73}"/>
              </a:ext>
            </a:extLst>
          </p:cNvPr>
          <p:cNvGrpSpPr/>
          <p:nvPr/>
        </p:nvGrpSpPr>
        <p:grpSpPr>
          <a:xfrm>
            <a:off x="4796296" y="5978070"/>
            <a:ext cx="143698" cy="116736"/>
            <a:chOff x="4198938" y="6821488"/>
            <a:chExt cx="231775" cy="193675"/>
          </a:xfrm>
        </p:grpSpPr>
        <p:sp>
          <p:nvSpPr>
            <p:cNvPr id="178" name="Freeform 17">
              <a:extLst>
                <a:ext uri="{FF2B5EF4-FFF2-40B4-BE49-F238E27FC236}">
                  <a16:creationId xmlns:a16="http://schemas.microsoft.com/office/drawing/2014/main" id="{A5677CE8-3D4D-D5FA-C56E-6A08F3505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938" y="6821488"/>
              <a:ext cx="142875" cy="193675"/>
            </a:xfrm>
            <a:custGeom>
              <a:avLst/>
              <a:gdLst>
                <a:gd name="T0" fmla="*/ 90 w 90"/>
                <a:gd name="T1" fmla="*/ 61 h 122"/>
                <a:gd name="T2" fmla="*/ 30 w 90"/>
                <a:gd name="T3" fmla="*/ 122 h 122"/>
                <a:gd name="T4" fmla="*/ 0 w 90"/>
                <a:gd name="T5" fmla="*/ 122 h 122"/>
                <a:gd name="T6" fmla="*/ 61 w 90"/>
                <a:gd name="T7" fmla="*/ 61 h 122"/>
                <a:gd name="T8" fmla="*/ 0 w 90"/>
                <a:gd name="T9" fmla="*/ 0 h 122"/>
                <a:gd name="T10" fmla="*/ 29 w 90"/>
                <a:gd name="T11" fmla="*/ 0 h 122"/>
                <a:gd name="T12" fmla="*/ 90 w 90"/>
                <a:gd name="T13" fmla="*/ 61 h 122"/>
                <a:gd name="T14" fmla="*/ 90 w 90"/>
                <a:gd name="T15" fmla="*/ 61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0" h="122">
                  <a:moveTo>
                    <a:pt x="90" y="61"/>
                  </a:moveTo>
                  <a:lnTo>
                    <a:pt x="30" y="122"/>
                  </a:lnTo>
                  <a:lnTo>
                    <a:pt x="0" y="122"/>
                  </a:lnTo>
                  <a:lnTo>
                    <a:pt x="61" y="61"/>
                  </a:lnTo>
                  <a:lnTo>
                    <a:pt x="0" y="0"/>
                  </a:lnTo>
                  <a:lnTo>
                    <a:pt x="29" y="0"/>
                  </a:lnTo>
                  <a:lnTo>
                    <a:pt x="90" y="61"/>
                  </a:lnTo>
                  <a:lnTo>
                    <a:pt x="90" y="6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9" name="Freeform 18">
              <a:extLst>
                <a:ext uri="{FF2B5EF4-FFF2-40B4-BE49-F238E27FC236}">
                  <a16:creationId xmlns:a16="http://schemas.microsoft.com/office/drawing/2014/main" id="{833071C4-AE98-E900-46FA-6938D9D8C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838" y="6821488"/>
              <a:ext cx="142875" cy="193675"/>
            </a:xfrm>
            <a:custGeom>
              <a:avLst/>
              <a:gdLst>
                <a:gd name="T0" fmla="*/ 90 w 90"/>
                <a:gd name="T1" fmla="*/ 61 h 122"/>
                <a:gd name="T2" fmla="*/ 30 w 90"/>
                <a:gd name="T3" fmla="*/ 122 h 122"/>
                <a:gd name="T4" fmla="*/ 0 w 90"/>
                <a:gd name="T5" fmla="*/ 122 h 122"/>
                <a:gd name="T6" fmla="*/ 61 w 90"/>
                <a:gd name="T7" fmla="*/ 61 h 122"/>
                <a:gd name="T8" fmla="*/ 0 w 90"/>
                <a:gd name="T9" fmla="*/ 0 h 122"/>
                <a:gd name="T10" fmla="*/ 29 w 90"/>
                <a:gd name="T11" fmla="*/ 0 h 122"/>
                <a:gd name="T12" fmla="*/ 90 w 90"/>
                <a:gd name="T13" fmla="*/ 61 h 122"/>
                <a:gd name="T14" fmla="*/ 90 w 90"/>
                <a:gd name="T15" fmla="*/ 61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0" h="122">
                  <a:moveTo>
                    <a:pt x="90" y="61"/>
                  </a:moveTo>
                  <a:lnTo>
                    <a:pt x="30" y="122"/>
                  </a:lnTo>
                  <a:lnTo>
                    <a:pt x="0" y="122"/>
                  </a:lnTo>
                  <a:lnTo>
                    <a:pt x="61" y="61"/>
                  </a:lnTo>
                  <a:lnTo>
                    <a:pt x="0" y="0"/>
                  </a:lnTo>
                  <a:lnTo>
                    <a:pt x="29" y="0"/>
                  </a:lnTo>
                  <a:lnTo>
                    <a:pt x="90" y="61"/>
                  </a:lnTo>
                  <a:lnTo>
                    <a:pt x="90" y="61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B8D85CD7-02F5-DAF3-5666-EE45151A3863}"/>
              </a:ext>
            </a:extLst>
          </p:cNvPr>
          <p:cNvGrpSpPr/>
          <p:nvPr/>
        </p:nvGrpSpPr>
        <p:grpSpPr>
          <a:xfrm>
            <a:off x="6551282" y="5978070"/>
            <a:ext cx="143698" cy="116736"/>
            <a:chOff x="4198938" y="6821488"/>
            <a:chExt cx="231775" cy="193675"/>
          </a:xfrm>
        </p:grpSpPr>
        <p:sp>
          <p:nvSpPr>
            <p:cNvPr id="176" name="Freeform 17">
              <a:extLst>
                <a:ext uri="{FF2B5EF4-FFF2-40B4-BE49-F238E27FC236}">
                  <a16:creationId xmlns:a16="http://schemas.microsoft.com/office/drawing/2014/main" id="{565E922C-4FA2-8879-F7A2-B9DFF3902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938" y="6821488"/>
              <a:ext cx="142875" cy="193675"/>
            </a:xfrm>
            <a:custGeom>
              <a:avLst/>
              <a:gdLst>
                <a:gd name="T0" fmla="*/ 90 w 90"/>
                <a:gd name="T1" fmla="*/ 61 h 122"/>
                <a:gd name="T2" fmla="*/ 30 w 90"/>
                <a:gd name="T3" fmla="*/ 122 h 122"/>
                <a:gd name="T4" fmla="*/ 0 w 90"/>
                <a:gd name="T5" fmla="*/ 122 h 122"/>
                <a:gd name="T6" fmla="*/ 61 w 90"/>
                <a:gd name="T7" fmla="*/ 61 h 122"/>
                <a:gd name="T8" fmla="*/ 0 w 90"/>
                <a:gd name="T9" fmla="*/ 0 h 122"/>
                <a:gd name="T10" fmla="*/ 29 w 90"/>
                <a:gd name="T11" fmla="*/ 0 h 122"/>
                <a:gd name="T12" fmla="*/ 90 w 90"/>
                <a:gd name="T13" fmla="*/ 61 h 122"/>
                <a:gd name="T14" fmla="*/ 90 w 90"/>
                <a:gd name="T15" fmla="*/ 61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0" h="122">
                  <a:moveTo>
                    <a:pt x="90" y="61"/>
                  </a:moveTo>
                  <a:lnTo>
                    <a:pt x="30" y="122"/>
                  </a:lnTo>
                  <a:lnTo>
                    <a:pt x="0" y="122"/>
                  </a:lnTo>
                  <a:lnTo>
                    <a:pt x="61" y="61"/>
                  </a:lnTo>
                  <a:lnTo>
                    <a:pt x="0" y="0"/>
                  </a:lnTo>
                  <a:lnTo>
                    <a:pt x="29" y="0"/>
                  </a:lnTo>
                  <a:lnTo>
                    <a:pt x="90" y="61"/>
                  </a:lnTo>
                  <a:lnTo>
                    <a:pt x="90" y="6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7" name="Freeform 18">
              <a:extLst>
                <a:ext uri="{FF2B5EF4-FFF2-40B4-BE49-F238E27FC236}">
                  <a16:creationId xmlns:a16="http://schemas.microsoft.com/office/drawing/2014/main" id="{FA999954-6718-9D98-EA1B-CF4EEB320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838" y="6821488"/>
              <a:ext cx="142875" cy="193675"/>
            </a:xfrm>
            <a:custGeom>
              <a:avLst/>
              <a:gdLst>
                <a:gd name="T0" fmla="*/ 90 w 90"/>
                <a:gd name="T1" fmla="*/ 61 h 122"/>
                <a:gd name="T2" fmla="*/ 30 w 90"/>
                <a:gd name="T3" fmla="*/ 122 h 122"/>
                <a:gd name="T4" fmla="*/ 0 w 90"/>
                <a:gd name="T5" fmla="*/ 122 h 122"/>
                <a:gd name="T6" fmla="*/ 61 w 90"/>
                <a:gd name="T7" fmla="*/ 61 h 122"/>
                <a:gd name="T8" fmla="*/ 0 w 90"/>
                <a:gd name="T9" fmla="*/ 0 h 122"/>
                <a:gd name="T10" fmla="*/ 29 w 90"/>
                <a:gd name="T11" fmla="*/ 0 h 122"/>
                <a:gd name="T12" fmla="*/ 90 w 90"/>
                <a:gd name="T13" fmla="*/ 61 h 122"/>
                <a:gd name="T14" fmla="*/ 90 w 90"/>
                <a:gd name="T15" fmla="*/ 61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0" h="122">
                  <a:moveTo>
                    <a:pt x="90" y="61"/>
                  </a:moveTo>
                  <a:lnTo>
                    <a:pt x="30" y="122"/>
                  </a:lnTo>
                  <a:lnTo>
                    <a:pt x="0" y="122"/>
                  </a:lnTo>
                  <a:lnTo>
                    <a:pt x="61" y="61"/>
                  </a:lnTo>
                  <a:lnTo>
                    <a:pt x="0" y="0"/>
                  </a:lnTo>
                  <a:lnTo>
                    <a:pt x="29" y="0"/>
                  </a:lnTo>
                  <a:lnTo>
                    <a:pt x="90" y="61"/>
                  </a:lnTo>
                  <a:lnTo>
                    <a:pt x="90" y="61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87" name="타원 186">
            <a:extLst>
              <a:ext uri="{FF2B5EF4-FFF2-40B4-BE49-F238E27FC236}">
                <a16:creationId xmlns:a16="http://schemas.microsoft.com/office/drawing/2014/main" id="{60F655CA-A904-BB85-BA75-D079D1C18A8A}"/>
              </a:ext>
            </a:extLst>
          </p:cNvPr>
          <p:cNvSpPr/>
          <p:nvPr/>
        </p:nvSpPr>
        <p:spPr bwMode="auto">
          <a:xfrm>
            <a:off x="2155807" y="5575979"/>
            <a:ext cx="712108" cy="712105"/>
          </a:xfrm>
          <a:prstGeom prst="ellipse">
            <a:avLst/>
          </a:prstGeom>
          <a:solidFill>
            <a:sysClr val="window" lastClr="FFFFFF"/>
          </a:solidFill>
          <a:ln w="31750" cap="flat" cmpd="sng" algn="ctr">
            <a:solidFill>
              <a:srgbClr val="3C5FAB"/>
            </a:solidFill>
            <a:prstDash val="solid"/>
          </a:ln>
          <a:effectLst>
            <a:outerShdw sx="103000" sy="103000" algn="ctr" rotWithShape="0">
              <a:srgbClr val="99D5F0"/>
            </a:outerShdw>
          </a:effectLst>
        </p:spPr>
        <p:txBody>
          <a:bodyPr wrap="none" anchor="ctr"/>
          <a:lstStyle/>
          <a:p>
            <a:pPr algn="ctr" defTabSz="956371"/>
            <a:endParaRPr lang="ko-KR" altLang="en-US" sz="1100" b="1" kern="0" spc="-1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DC99A1A-F4B1-C0EA-D2FE-2F2AB3BB7E6E}"/>
              </a:ext>
            </a:extLst>
          </p:cNvPr>
          <p:cNvSpPr txBox="1"/>
          <p:nvPr/>
        </p:nvSpPr>
        <p:spPr bwMode="auto">
          <a:xfrm>
            <a:off x="2258425" y="5966136"/>
            <a:ext cx="514886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spcAft>
                <a:spcPts val="0"/>
              </a:spcAft>
              <a:defRPr sz="1100" spc="-10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 marL="0" lvl="1" algn="ctr" latinLnBrk="0">
              <a:defRPr sz="1100" spc="-10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2pPr>
          </a:lstStyle>
          <a:p>
            <a:pPr lvl="1" defTabSz="914400"/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진행절차</a:t>
            </a:r>
            <a:endParaRPr lang="ko-KR" altLang="en-US" sz="1000" b="1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9" name="Freeform 406">
            <a:extLst>
              <a:ext uri="{FF2B5EF4-FFF2-40B4-BE49-F238E27FC236}">
                <a16:creationId xmlns:a16="http://schemas.microsoft.com/office/drawing/2014/main" id="{FEEE08E6-A0E6-484C-FE12-8BF4A8CAC40D}"/>
              </a:ext>
            </a:extLst>
          </p:cNvPr>
          <p:cNvSpPr>
            <a:spLocks noEditPoints="1"/>
          </p:cNvSpPr>
          <p:nvPr/>
        </p:nvSpPr>
        <p:spPr bwMode="auto">
          <a:xfrm>
            <a:off x="2407170" y="5739126"/>
            <a:ext cx="229273" cy="197722"/>
          </a:xfrm>
          <a:custGeom>
            <a:avLst/>
            <a:gdLst>
              <a:gd name="T0" fmla="*/ 0 w 109"/>
              <a:gd name="T1" fmla="*/ 0 h 94"/>
              <a:gd name="T2" fmla="*/ 109 w 109"/>
              <a:gd name="T3" fmla="*/ 0 h 94"/>
              <a:gd name="T4" fmla="*/ 109 w 109"/>
              <a:gd name="T5" fmla="*/ 79 h 94"/>
              <a:gd name="T6" fmla="*/ 101 w 109"/>
              <a:gd name="T7" fmla="*/ 79 h 94"/>
              <a:gd name="T8" fmla="*/ 94 w 109"/>
              <a:gd name="T9" fmla="*/ 63 h 94"/>
              <a:gd name="T10" fmla="*/ 94 w 109"/>
              <a:gd name="T11" fmla="*/ 9 h 94"/>
              <a:gd name="T12" fmla="*/ 8 w 109"/>
              <a:gd name="T13" fmla="*/ 9 h 94"/>
              <a:gd name="T14" fmla="*/ 8 w 109"/>
              <a:gd name="T15" fmla="*/ 69 h 94"/>
              <a:gd name="T16" fmla="*/ 57 w 109"/>
              <a:gd name="T17" fmla="*/ 69 h 94"/>
              <a:gd name="T18" fmla="*/ 59 w 109"/>
              <a:gd name="T19" fmla="*/ 79 h 94"/>
              <a:gd name="T20" fmla="*/ 0 w 109"/>
              <a:gd name="T21" fmla="*/ 79 h 94"/>
              <a:gd name="T22" fmla="*/ 0 w 109"/>
              <a:gd name="T23" fmla="*/ 0 h 94"/>
              <a:gd name="T24" fmla="*/ 62 w 109"/>
              <a:gd name="T25" fmla="*/ 24 h 94"/>
              <a:gd name="T26" fmla="*/ 17 w 109"/>
              <a:gd name="T27" fmla="*/ 24 h 94"/>
              <a:gd name="T28" fmla="*/ 17 w 109"/>
              <a:gd name="T29" fmla="*/ 28 h 94"/>
              <a:gd name="T30" fmla="*/ 62 w 109"/>
              <a:gd name="T31" fmla="*/ 28 h 94"/>
              <a:gd name="T32" fmla="*/ 62 w 109"/>
              <a:gd name="T33" fmla="*/ 24 h 94"/>
              <a:gd name="T34" fmla="*/ 62 w 109"/>
              <a:gd name="T35" fmla="*/ 49 h 94"/>
              <a:gd name="T36" fmla="*/ 17 w 109"/>
              <a:gd name="T37" fmla="*/ 49 h 94"/>
              <a:gd name="T38" fmla="*/ 17 w 109"/>
              <a:gd name="T39" fmla="*/ 54 h 94"/>
              <a:gd name="T40" fmla="*/ 62 w 109"/>
              <a:gd name="T41" fmla="*/ 54 h 94"/>
              <a:gd name="T42" fmla="*/ 62 w 109"/>
              <a:gd name="T43" fmla="*/ 49 h 94"/>
              <a:gd name="T44" fmla="*/ 62 w 109"/>
              <a:gd name="T45" fmla="*/ 36 h 94"/>
              <a:gd name="T46" fmla="*/ 17 w 109"/>
              <a:gd name="T47" fmla="*/ 36 h 94"/>
              <a:gd name="T48" fmla="*/ 17 w 109"/>
              <a:gd name="T49" fmla="*/ 41 h 94"/>
              <a:gd name="T50" fmla="*/ 62 w 109"/>
              <a:gd name="T51" fmla="*/ 41 h 94"/>
              <a:gd name="T52" fmla="*/ 62 w 109"/>
              <a:gd name="T53" fmla="*/ 36 h 94"/>
              <a:gd name="T54" fmla="*/ 102 w 109"/>
              <a:gd name="T55" fmla="*/ 56 h 94"/>
              <a:gd name="T56" fmla="*/ 98 w 109"/>
              <a:gd name="T57" fmla="*/ 52 h 94"/>
              <a:gd name="T58" fmla="*/ 102 w 109"/>
              <a:gd name="T59" fmla="*/ 48 h 94"/>
              <a:gd name="T60" fmla="*/ 106 w 109"/>
              <a:gd name="T61" fmla="*/ 52 h 94"/>
              <a:gd name="T62" fmla="*/ 102 w 109"/>
              <a:gd name="T63" fmla="*/ 56 h 94"/>
              <a:gd name="T64" fmla="*/ 102 w 109"/>
              <a:gd name="T65" fmla="*/ 26 h 94"/>
              <a:gd name="T66" fmla="*/ 98 w 109"/>
              <a:gd name="T67" fmla="*/ 22 h 94"/>
              <a:gd name="T68" fmla="*/ 102 w 109"/>
              <a:gd name="T69" fmla="*/ 18 h 94"/>
              <a:gd name="T70" fmla="*/ 106 w 109"/>
              <a:gd name="T71" fmla="*/ 22 h 94"/>
              <a:gd name="T72" fmla="*/ 102 w 109"/>
              <a:gd name="T73" fmla="*/ 26 h 94"/>
              <a:gd name="T74" fmla="*/ 102 w 109"/>
              <a:gd name="T75" fmla="*/ 41 h 94"/>
              <a:gd name="T76" fmla="*/ 98 w 109"/>
              <a:gd name="T77" fmla="*/ 37 h 94"/>
              <a:gd name="T78" fmla="*/ 102 w 109"/>
              <a:gd name="T79" fmla="*/ 33 h 94"/>
              <a:gd name="T80" fmla="*/ 106 w 109"/>
              <a:gd name="T81" fmla="*/ 37 h 94"/>
              <a:gd name="T82" fmla="*/ 102 w 109"/>
              <a:gd name="T83" fmla="*/ 41 h 94"/>
              <a:gd name="T84" fmla="*/ 89 w 109"/>
              <a:gd name="T85" fmla="*/ 94 h 94"/>
              <a:gd name="T86" fmla="*/ 74 w 109"/>
              <a:gd name="T87" fmla="*/ 94 h 94"/>
              <a:gd name="T88" fmla="*/ 74 w 109"/>
              <a:gd name="T89" fmla="*/ 91 h 94"/>
              <a:gd name="T90" fmla="*/ 61 w 109"/>
              <a:gd name="T91" fmla="*/ 69 h 94"/>
              <a:gd name="T92" fmla="*/ 67 w 109"/>
              <a:gd name="T93" fmla="*/ 68 h 94"/>
              <a:gd name="T94" fmla="*/ 69 w 109"/>
              <a:gd name="T95" fmla="*/ 76 h 94"/>
              <a:gd name="T96" fmla="*/ 69 w 109"/>
              <a:gd name="T97" fmla="*/ 49 h 94"/>
              <a:gd name="T98" fmla="*/ 78 w 109"/>
              <a:gd name="T99" fmla="*/ 49 h 94"/>
              <a:gd name="T100" fmla="*/ 78 w 109"/>
              <a:gd name="T101" fmla="*/ 64 h 94"/>
              <a:gd name="T102" fmla="*/ 95 w 109"/>
              <a:gd name="T103" fmla="*/ 70 h 94"/>
              <a:gd name="T104" fmla="*/ 95 w 109"/>
              <a:gd name="T105" fmla="*/ 86 h 94"/>
              <a:gd name="T106" fmla="*/ 89 w 109"/>
              <a:gd name="T107" fmla="*/ 9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09" h="94">
                <a:moveTo>
                  <a:pt x="0" y="0"/>
                </a:moveTo>
                <a:cubicBezTo>
                  <a:pt x="109" y="0"/>
                  <a:pt x="109" y="0"/>
                  <a:pt x="109" y="0"/>
                </a:cubicBezTo>
                <a:cubicBezTo>
                  <a:pt x="109" y="79"/>
                  <a:pt x="109" y="79"/>
                  <a:pt x="109" y="79"/>
                </a:cubicBezTo>
                <a:cubicBezTo>
                  <a:pt x="101" y="79"/>
                  <a:pt x="101" y="79"/>
                  <a:pt x="101" y="79"/>
                </a:cubicBezTo>
                <a:cubicBezTo>
                  <a:pt x="101" y="70"/>
                  <a:pt x="100" y="65"/>
                  <a:pt x="94" y="63"/>
                </a:cubicBezTo>
                <a:cubicBezTo>
                  <a:pt x="94" y="9"/>
                  <a:pt x="94" y="9"/>
                  <a:pt x="94" y="9"/>
                </a:cubicBezTo>
                <a:cubicBezTo>
                  <a:pt x="8" y="9"/>
                  <a:pt x="8" y="9"/>
                  <a:pt x="8" y="9"/>
                </a:cubicBezTo>
                <a:cubicBezTo>
                  <a:pt x="8" y="69"/>
                  <a:pt x="8" y="69"/>
                  <a:pt x="8" y="69"/>
                </a:cubicBezTo>
                <a:cubicBezTo>
                  <a:pt x="57" y="69"/>
                  <a:pt x="57" y="69"/>
                  <a:pt x="57" y="69"/>
                </a:cubicBezTo>
                <a:cubicBezTo>
                  <a:pt x="57" y="72"/>
                  <a:pt x="57" y="76"/>
                  <a:pt x="59" y="79"/>
                </a:cubicBezTo>
                <a:cubicBezTo>
                  <a:pt x="0" y="79"/>
                  <a:pt x="0" y="79"/>
                  <a:pt x="0" y="79"/>
                </a:cubicBezTo>
                <a:cubicBezTo>
                  <a:pt x="0" y="0"/>
                  <a:pt x="0" y="0"/>
                  <a:pt x="0" y="0"/>
                </a:cubicBezTo>
                <a:close/>
                <a:moveTo>
                  <a:pt x="62" y="24"/>
                </a:moveTo>
                <a:cubicBezTo>
                  <a:pt x="17" y="24"/>
                  <a:pt x="17" y="24"/>
                  <a:pt x="17" y="24"/>
                </a:cubicBezTo>
                <a:cubicBezTo>
                  <a:pt x="17" y="28"/>
                  <a:pt x="17" y="28"/>
                  <a:pt x="17" y="28"/>
                </a:cubicBezTo>
                <a:cubicBezTo>
                  <a:pt x="62" y="28"/>
                  <a:pt x="62" y="28"/>
                  <a:pt x="62" y="28"/>
                </a:cubicBezTo>
                <a:cubicBezTo>
                  <a:pt x="62" y="24"/>
                  <a:pt x="62" y="24"/>
                  <a:pt x="62" y="24"/>
                </a:cubicBezTo>
                <a:close/>
                <a:moveTo>
                  <a:pt x="62" y="49"/>
                </a:moveTo>
                <a:cubicBezTo>
                  <a:pt x="17" y="49"/>
                  <a:pt x="17" y="49"/>
                  <a:pt x="17" y="49"/>
                </a:cubicBezTo>
                <a:cubicBezTo>
                  <a:pt x="17" y="54"/>
                  <a:pt x="17" y="54"/>
                  <a:pt x="17" y="54"/>
                </a:cubicBezTo>
                <a:cubicBezTo>
                  <a:pt x="62" y="54"/>
                  <a:pt x="62" y="54"/>
                  <a:pt x="62" y="54"/>
                </a:cubicBezTo>
                <a:cubicBezTo>
                  <a:pt x="62" y="49"/>
                  <a:pt x="62" y="49"/>
                  <a:pt x="62" y="49"/>
                </a:cubicBezTo>
                <a:close/>
                <a:moveTo>
                  <a:pt x="62" y="36"/>
                </a:moveTo>
                <a:cubicBezTo>
                  <a:pt x="17" y="36"/>
                  <a:pt x="17" y="36"/>
                  <a:pt x="17" y="36"/>
                </a:cubicBezTo>
                <a:cubicBezTo>
                  <a:pt x="17" y="41"/>
                  <a:pt x="17" y="41"/>
                  <a:pt x="17" y="41"/>
                </a:cubicBezTo>
                <a:cubicBezTo>
                  <a:pt x="62" y="41"/>
                  <a:pt x="62" y="41"/>
                  <a:pt x="62" y="41"/>
                </a:cubicBezTo>
                <a:cubicBezTo>
                  <a:pt x="62" y="36"/>
                  <a:pt x="62" y="36"/>
                  <a:pt x="62" y="36"/>
                </a:cubicBezTo>
                <a:close/>
                <a:moveTo>
                  <a:pt x="102" y="56"/>
                </a:moveTo>
                <a:cubicBezTo>
                  <a:pt x="100" y="56"/>
                  <a:pt x="98" y="54"/>
                  <a:pt x="98" y="52"/>
                </a:cubicBezTo>
                <a:cubicBezTo>
                  <a:pt x="98" y="50"/>
                  <a:pt x="100" y="48"/>
                  <a:pt x="102" y="48"/>
                </a:cubicBezTo>
                <a:cubicBezTo>
                  <a:pt x="104" y="48"/>
                  <a:pt x="106" y="50"/>
                  <a:pt x="106" y="52"/>
                </a:cubicBezTo>
                <a:cubicBezTo>
                  <a:pt x="106" y="54"/>
                  <a:pt x="104" y="56"/>
                  <a:pt x="102" y="56"/>
                </a:cubicBezTo>
                <a:close/>
                <a:moveTo>
                  <a:pt x="102" y="26"/>
                </a:moveTo>
                <a:cubicBezTo>
                  <a:pt x="100" y="26"/>
                  <a:pt x="98" y="25"/>
                  <a:pt x="98" y="22"/>
                </a:cubicBezTo>
                <a:cubicBezTo>
                  <a:pt x="98" y="20"/>
                  <a:pt x="100" y="18"/>
                  <a:pt x="102" y="18"/>
                </a:cubicBezTo>
                <a:cubicBezTo>
                  <a:pt x="104" y="18"/>
                  <a:pt x="106" y="20"/>
                  <a:pt x="106" y="22"/>
                </a:cubicBezTo>
                <a:cubicBezTo>
                  <a:pt x="106" y="25"/>
                  <a:pt x="104" y="26"/>
                  <a:pt x="102" y="26"/>
                </a:cubicBezTo>
                <a:close/>
                <a:moveTo>
                  <a:pt x="102" y="41"/>
                </a:moveTo>
                <a:cubicBezTo>
                  <a:pt x="100" y="41"/>
                  <a:pt x="98" y="40"/>
                  <a:pt x="98" y="37"/>
                </a:cubicBezTo>
                <a:cubicBezTo>
                  <a:pt x="98" y="35"/>
                  <a:pt x="100" y="33"/>
                  <a:pt x="102" y="33"/>
                </a:cubicBezTo>
                <a:cubicBezTo>
                  <a:pt x="104" y="33"/>
                  <a:pt x="106" y="35"/>
                  <a:pt x="106" y="37"/>
                </a:cubicBezTo>
                <a:cubicBezTo>
                  <a:pt x="106" y="40"/>
                  <a:pt x="104" y="41"/>
                  <a:pt x="102" y="41"/>
                </a:cubicBezTo>
                <a:close/>
                <a:moveTo>
                  <a:pt x="89" y="94"/>
                </a:moveTo>
                <a:cubicBezTo>
                  <a:pt x="84" y="94"/>
                  <a:pt x="79" y="94"/>
                  <a:pt x="74" y="94"/>
                </a:cubicBezTo>
                <a:cubicBezTo>
                  <a:pt x="74" y="93"/>
                  <a:pt x="74" y="92"/>
                  <a:pt x="74" y="91"/>
                </a:cubicBezTo>
                <a:cubicBezTo>
                  <a:pt x="66" y="87"/>
                  <a:pt x="62" y="78"/>
                  <a:pt x="61" y="69"/>
                </a:cubicBezTo>
                <a:cubicBezTo>
                  <a:pt x="61" y="66"/>
                  <a:pt x="66" y="66"/>
                  <a:pt x="67" y="68"/>
                </a:cubicBezTo>
                <a:cubicBezTo>
                  <a:pt x="67" y="71"/>
                  <a:pt x="67" y="73"/>
                  <a:pt x="69" y="76"/>
                </a:cubicBezTo>
                <a:cubicBezTo>
                  <a:pt x="69" y="67"/>
                  <a:pt x="69" y="58"/>
                  <a:pt x="69" y="49"/>
                </a:cubicBezTo>
                <a:cubicBezTo>
                  <a:pt x="69" y="44"/>
                  <a:pt x="78" y="44"/>
                  <a:pt x="78" y="49"/>
                </a:cubicBezTo>
                <a:cubicBezTo>
                  <a:pt x="78" y="54"/>
                  <a:pt x="78" y="59"/>
                  <a:pt x="78" y="64"/>
                </a:cubicBezTo>
                <a:cubicBezTo>
                  <a:pt x="85" y="64"/>
                  <a:pt x="92" y="64"/>
                  <a:pt x="95" y="70"/>
                </a:cubicBezTo>
                <a:cubicBezTo>
                  <a:pt x="96" y="73"/>
                  <a:pt x="95" y="81"/>
                  <a:pt x="95" y="86"/>
                </a:cubicBezTo>
                <a:cubicBezTo>
                  <a:pt x="93" y="88"/>
                  <a:pt x="89" y="89"/>
                  <a:pt x="89" y="94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0" name="Freeform 416">
            <a:extLst>
              <a:ext uri="{FF2B5EF4-FFF2-40B4-BE49-F238E27FC236}">
                <a16:creationId xmlns:a16="http://schemas.microsoft.com/office/drawing/2014/main" id="{BC3CDB9B-A69F-304C-F4AC-77B531DC77C6}"/>
              </a:ext>
            </a:extLst>
          </p:cNvPr>
          <p:cNvSpPr>
            <a:spLocks noEditPoints="1"/>
          </p:cNvSpPr>
          <p:nvPr/>
        </p:nvSpPr>
        <p:spPr bwMode="auto">
          <a:xfrm>
            <a:off x="2407065" y="4834002"/>
            <a:ext cx="269239" cy="253463"/>
          </a:xfrm>
          <a:custGeom>
            <a:avLst/>
            <a:gdLst>
              <a:gd name="T0" fmla="*/ 38 w 128"/>
              <a:gd name="T1" fmla="*/ 99 h 120"/>
              <a:gd name="T2" fmla="*/ 55 w 128"/>
              <a:gd name="T3" fmla="*/ 99 h 120"/>
              <a:gd name="T4" fmla="*/ 55 w 128"/>
              <a:gd name="T5" fmla="*/ 103 h 120"/>
              <a:gd name="T6" fmla="*/ 38 w 128"/>
              <a:gd name="T7" fmla="*/ 103 h 120"/>
              <a:gd name="T8" fmla="*/ 38 w 128"/>
              <a:gd name="T9" fmla="*/ 99 h 120"/>
              <a:gd name="T10" fmla="*/ 88 w 128"/>
              <a:gd name="T11" fmla="*/ 98 h 120"/>
              <a:gd name="T12" fmla="*/ 60 w 128"/>
              <a:gd name="T13" fmla="*/ 103 h 120"/>
              <a:gd name="T14" fmla="*/ 65 w 128"/>
              <a:gd name="T15" fmla="*/ 76 h 120"/>
              <a:gd name="T16" fmla="*/ 105 w 128"/>
              <a:gd name="T17" fmla="*/ 35 h 120"/>
              <a:gd name="T18" fmla="*/ 128 w 128"/>
              <a:gd name="T19" fmla="*/ 57 h 120"/>
              <a:gd name="T20" fmla="*/ 88 w 128"/>
              <a:gd name="T21" fmla="*/ 98 h 120"/>
              <a:gd name="T22" fmla="*/ 83 w 128"/>
              <a:gd name="T23" fmla="*/ 87 h 120"/>
              <a:gd name="T24" fmla="*/ 117 w 128"/>
              <a:gd name="T25" fmla="*/ 52 h 120"/>
              <a:gd name="T26" fmla="*/ 114 w 128"/>
              <a:gd name="T27" fmla="*/ 49 h 120"/>
              <a:gd name="T28" fmla="*/ 80 w 128"/>
              <a:gd name="T29" fmla="*/ 84 h 120"/>
              <a:gd name="T30" fmla="*/ 83 w 128"/>
              <a:gd name="T31" fmla="*/ 87 h 120"/>
              <a:gd name="T32" fmla="*/ 85 w 128"/>
              <a:gd name="T33" fmla="*/ 95 h 120"/>
              <a:gd name="T34" fmla="*/ 73 w 128"/>
              <a:gd name="T35" fmla="*/ 97 h 120"/>
              <a:gd name="T36" fmla="*/ 66 w 128"/>
              <a:gd name="T37" fmla="*/ 90 h 120"/>
              <a:gd name="T38" fmla="*/ 68 w 128"/>
              <a:gd name="T39" fmla="*/ 78 h 120"/>
              <a:gd name="T40" fmla="*/ 85 w 128"/>
              <a:gd name="T41" fmla="*/ 95 h 120"/>
              <a:gd name="T42" fmla="*/ 74 w 128"/>
              <a:gd name="T43" fmla="*/ 78 h 120"/>
              <a:gd name="T44" fmla="*/ 108 w 128"/>
              <a:gd name="T45" fmla="*/ 43 h 120"/>
              <a:gd name="T46" fmla="*/ 106 w 128"/>
              <a:gd name="T47" fmla="*/ 40 h 120"/>
              <a:gd name="T48" fmla="*/ 71 w 128"/>
              <a:gd name="T49" fmla="*/ 76 h 120"/>
              <a:gd name="T50" fmla="*/ 74 w 128"/>
              <a:gd name="T51" fmla="*/ 78 h 120"/>
              <a:gd name="T52" fmla="*/ 3 w 128"/>
              <a:gd name="T53" fmla="*/ 120 h 120"/>
              <a:gd name="T54" fmla="*/ 92 w 128"/>
              <a:gd name="T55" fmla="*/ 120 h 120"/>
              <a:gd name="T56" fmla="*/ 96 w 128"/>
              <a:gd name="T57" fmla="*/ 120 h 120"/>
              <a:gd name="T58" fmla="*/ 96 w 128"/>
              <a:gd name="T59" fmla="*/ 117 h 120"/>
              <a:gd name="T60" fmla="*/ 96 w 128"/>
              <a:gd name="T61" fmla="*/ 96 h 120"/>
              <a:gd name="T62" fmla="*/ 89 w 128"/>
              <a:gd name="T63" fmla="*/ 103 h 120"/>
              <a:gd name="T64" fmla="*/ 89 w 128"/>
              <a:gd name="T65" fmla="*/ 114 h 120"/>
              <a:gd name="T66" fmla="*/ 7 w 128"/>
              <a:gd name="T67" fmla="*/ 114 h 120"/>
              <a:gd name="T68" fmla="*/ 7 w 128"/>
              <a:gd name="T69" fmla="*/ 49 h 120"/>
              <a:gd name="T70" fmla="*/ 45 w 128"/>
              <a:gd name="T71" fmla="*/ 49 h 120"/>
              <a:gd name="T72" fmla="*/ 47 w 128"/>
              <a:gd name="T73" fmla="*/ 46 h 120"/>
              <a:gd name="T74" fmla="*/ 47 w 128"/>
              <a:gd name="T75" fmla="*/ 7 h 120"/>
              <a:gd name="T76" fmla="*/ 89 w 128"/>
              <a:gd name="T77" fmla="*/ 7 h 120"/>
              <a:gd name="T78" fmla="*/ 89 w 128"/>
              <a:gd name="T79" fmla="*/ 44 h 120"/>
              <a:gd name="T80" fmla="*/ 96 w 128"/>
              <a:gd name="T81" fmla="*/ 38 h 120"/>
              <a:gd name="T82" fmla="*/ 96 w 128"/>
              <a:gd name="T83" fmla="*/ 4 h 120"/>
              <a:gd name="T84" fmla="*/ 96 w 128"/>
              <a:gd name="T85" fmla="*/ 0 h 120"/>
              <a:gd name="T86" fmla="*/ 92 w 128"/>
              <a:gd name="T87" fmla="*/ 0 h 120"/>
              <a:gd name="T88" fmla="*/ 42 w 128"/>
              <a:gd name="T89" fmla="*/ 0 h 120"/>
              <a:gd name="T90" fmla="*/ 0 w 128"/>
              <a:gd name="T91" fmla="*/ 43 h 120"/>
              <a:gd name="T92" fmla="*/ 0 w 128"/>
              <a:gd name="T93" fmla="*/ 117 h 120"/>
              <a:gd name="T94" fmla="*/ 0 w 128"/>
              <a:gd name="T95" fmla="*/ 120 h 120"/>
              <a:gd name="T96" fmla="*/ 3 w 128"/>
              <a:gd name="T97" fmla="*/ 12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28" h="120">
                <a:moveTo>
                  <a:pt x="38" y="99"/>
                </a:moveTo>
                <a:cubicBezTo>
                  <a:pt x="55" y="99"/>
                  <a:pt x="55" y="99"/>
                  <a:pt x="55" y="99"/>
                </a:cubicBezTo>
                <a:cubicBezTo>
                  <a:pt x="55" y="103"/>
                  <a:pt x="55" y="103"/>
                  <a:pt x="55" y="103"/>
                </a:cubicBezTo>
                <a:cubicBezTo>
                  <a:pt x="38" y="103"/>
                  <a:pt x="38" y="103"/>
                  <a:pt x="38" y="103"/>
                </a:cubicBezTo>
                <a:cubicBezTo>
                  <a:pt x="38" y="99"/>
                  <a:pt x="38" y="99"/>
                  <a:pt x="38" y="99"/>
                </a:cubicBezTo>
                <a:close/>
                <a:moveTo>
                  <a:pt x="88" y="98"/>
                </a:moveTo>
                <a:cubicBezTo>
                  <a:pt x="60" y="103"/>
                  <a:pt x="60" y="103"/>
                  <a:pt x="60" y="103"/>
                </a:cubicBezTo>
                <a:cubicBezTo>
                  <a:pt x="65" y="76"/>
                  <a:pt x="65" y="76"/>
                  <a:pt x="65" y="76"/>
                </a:cubicBezTo>
                <a:cubicBezTo>
                  <a:pt x="105" y="35"/>
                  <a:pt x="105" y="35"/>
                  <a:pt x="105" y="35"/>
                </a:cubicBezTo>
                <a:cubicBezTo>
                  <a:pt x="128" y="57"/>
                  <a:pt x="128" y="57"/>
                  <a:pt x="128" y="57"/>
                </a:cubicBezTo>
                <a:cubicBezTo>
                  <a:pt x="88" y="98"/>
                  <a:pt x="88" y="98"/>
                  <a:pt x="88" y="98"/>
                </a:cubicBezTo>
                <a:close/>
                <a:moveTo>
                  <a:pt x="83" y="87"/>
                </a:moveTo>
                <a:cubicBezTo>
                  <a:pt x="117" y="52"/>
                  <a:pt x="117" y="52"/>
                  <a:pt x="117" y="52"/>
                </a:cubicBezTo>
                <a:cubicBezTo>
                  <a:pt x="114" y="49"/>
                  <a:pt x="114" y="49"/>
                  <a:pt x="114" y="49"/>
                </a:cubicBezTo>
                <a:cubicBezTo>
                  <a:pt x="80" y="84"/>
                  <a:pt x="80" y="84"/>
                  <a:pt x="80" y="84"/>
                </a:cubicBezTo>
                <a:cubicBezTo>
                  <a:pt x="83" y="87"/>
                  <a:pt x="83" y="87"/>
                  <a:pt x="83" y="87"/>
                </a:cubicBezTo>
                <a:close/>
                <a:moveTo>
                  <a:pt x="85" y="95"/>
                </a:moveTo>
                <a:cubicBezTo>
                  <a:pt x="73" y="97"/>
                  <a:pt x="73" y="97"/>
                  <a:pt x="73" y="97"/>
                </a:cubicBezTo>
                <a:cubicBezTo>
                  <a:pt x="66" y="90"/>
                  <a:pt x="66" y="90"/>
                  <a:pt x="66" y="90"/>
                </a:cubicBezTo>
                <a:cubicBezTo>
                  <a:pt x="68" y="78"/>
                  <a:pt x="68" y="78"/>
                  <a:pt x="68" y="78"/>
                </a:cubicBezTo>
                <a:cubicBezTo>
                  <a:pt x="85" y="95"/>
                  <a:pt x="85" y="95"/>
                  <a:pt x="85" y="95"/>
                </a:cubicBezTo>
                <a:close/>
                <a:moveTo>
                  <a:pt x="74" y="78"/>
                </a:moveTo>
                <a:cubicBezTo>
                  <a:pt x="108" y="43"/>
                  <a:pt x="108" y="43"/>
                  <a:pt x="108" y="43"/>
                </a:cubicBezTo>
                <a:cubicBezTo>
                  <a:pt x="106" y="40"/>
                  <a:pt x="106" y="40"/>
                  <a:pt x="106" y="40"/>
                </a:cubicBezTo>
                <a:cubicBezTo>
                  <a:pt x="71" y="76"/>
                  <a:pt x="71" y="76"/>
                  <a:pt x="71" y="76"/>
                </a:cubicBezTo>
                <a:cubicBezTo>
                  <a:pt x="74" y="78"/>
                  <a:pt x="74" y="78"/>
                  <a:pt x="74" y="78"/>
                </a:cubicBezTo>
                <a:close/>
                <a:moveTo>
                  <a:pt x="3" y="120"/>
                </a:moveTo>
                <a:cubicBezTo>
                  <a:pt x="92" y="120"/>
                  <a:pt x="92" y="120"/>
                  <a:pt x="92" y="120"/>
                </a:cubicBezTo>
                <a:cubicBezTo>
                  <a:pt x="96" y="120"/>
                  <a:pt x="96" y="120"/>
                  <a:pt x="96" y="120"/>
                </a:cubicBezTo>
                <a:cubicBezTo>
                  <a:pt x="96" y="117"/>
                  <a:pt x="96" y="117"/>
                  <a:pt x="96" y="117"/>
                </a:cubicBezTo>
                <a:cubicBezTo>
                  <a:pt x="96" y="96"/>
                  <a:pt x="96" y="96"/>
                  <a:pt x="96" y="96"/>
                </a:cubicBezTo>
                <a:cubicBezTo>
                  <a:pt x="89" y="103"/>
                  <a:pt x="89" y="103"/>
                  <a:pt x="89" y="103"/>
                </a:cubicBezTo>
                <a:cubicBezTo>
                  <a:pt x="89" y="114"/>
                  <a:pt x="89" y="114"/>
                  <a:pt x="89" y="114"/>
                </a:cubicBezTo>
                <a:cubicBezTo>
                  <a:pt x="7" y="114"/>
                  <a:pt x="7" y="114"/>
                  <a:pt x="7" y="114"/>
                </a:cubicBezTo>
                <a:cubicBezTo>
                  <a:pt x="7" y="49"/>
                  <a:pt x="7" y="49"/>
                  <a:pt x="7" y="49"/>
                </a:cubicBezTo>
                <a:cubicBezTo>
                  <a:pt x="19" y="49"/>
                  <a:pt x="32" y="49"/>
                  <a:pt x="45" y="49"/>
                </a:cubicBezTo>
                <a:cubicBezTo>
                  <a:pt x="46" y="49"/>
                  <a:pt x="47" y="48"/>
                  <a:pt x="47" y="46"/>
                </a:cubicBezTo>
                <a:cubicBezTo>
                  <a:pt x="47" y="33"/>
                  <a:pt x="47" y="20"/>
                  <a:pt x="47" y="7"/>
                </a:cubicBezTo>
                <a:cubicBezTo>
                  <a:pt x="89" y="7"/>
                  <a:pt x="89" y="7"/>
                  <a:pt x="89" y="7"/>
                </a:cubicBezTo>
                <a:cubicBezTo>
                  <a:pt x="89" y="44"/>
                  <a:pt x="89" y="44"/>
                  <a:pt x="89" y="44"/>
                </a:cubicBezTo>
                <a:cubicBezTo>
                  <a:pt x="96" y="38"/>
                  <a:pt x="96" y="38"/>
                  <a:pt x="96" y="38"/>
                </a:cubicBezTo>
                <a:cubicBezTo>
                  <a:pt x="96" y="4"/>
                  <a:pt x="96" y="4"/>
                  <a:pt x="96" y="4"/>
                </a:cubicBezTo>
                <a:cubicBezTo>
                  <a:pt x="96" y="0"/>
                  <a:pt x="96" y="0"/>
                  <a:pt x="96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117"/>
                  <a:pt x="0" y="117"/>
                  <a:pt x="0" y="117"/>
                </a:cubicBezTo>
                <a:cubicBezTo>
                  <a:pt x="0" y="120"/>
                  <a:pt x="0" y="120"/>
                  <a:pt x="0" y="120"/>
                </a:cubicBezTo>
                <a:cubicBezTo>
                  <a:pt x="3" y="120"/>
                  <a:pt x="3" y="120"/>
                  <a:pt x="3" y="120"/>
                </a:cubicBez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4A665AB5-AA7F-DEE0-AB78-B3BF48ACC260}"/>
              </a:ext>
            </a:extLst>
          </p:cNvPr>
          <p:cNvGrpSpPr/>
          <p:nvPr/>
        </p:nvGrpSpPr>
        <p:grpSpPr>
          <a:xfrm>
            <a:off x="2438715" y="4004759"/>
            <a:ext cx="205939" cy="225177"/>
            <a:chOff x="-1698625" y="4506913"/>
            <a:chExt cx="747712" cy="817562"/>
          </a:xfrm>
        </p:grpSpPr>
        <p:sp>
          <p:nvSpPr>
            <p:cNvPr id="192" name="Freeform 1029">
              <a:extLst>
                <a:ext uri="{FF2B5EF4-FFF2-40B4-BE49-F238E27FC236}">
                  <a16:creationId xmlns:a16="http://schemas.microsoft.com/office/drawing/2014/main" id="{1EA715A4-08EF-0652-F727-5971A7D5E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-1698625" y="4508500"/>
              <a:ext cx="615950" cy="815975"/>
            </a:xfrm>
            <a:custGeom>
              <a:avLst/>
              <a:gdLst>
                <a:gd name="T0" fmla="*/ 388 w 388"/>
                <a:gd name="T1" fmla="*/ 102 h 514"/>
                <a:gd name="T2" fmla="*/ 388 w 388"/>
                <a:gd name="T3" fmla="*/ 514 h 514"/>
                <a:gd name="T4" fmla="*/ 0 w 388"/>
                <a:gd name="T5" fmla="*/ 514 h 514"/>
                <a:gd name="T6" fmla="*/ 0 w 388"/>
                <a:gd name="T7" fmla="*/ 0 h 514"/>
                <a:gd name="T8" fmla="*/ 303 w 388"/>
                <a:gd name="T9" fmla="*/ 0 h 514"/>
                <a:gd name="T10" fmla="*/ 388 w 388"/>
                <a:gd name="T11" fmla="*/ 102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8" h="514">
                  <a:moveTo>
                    <a:pt x="388" y="102"/>
                  </a:moveTo>
                  <a:lnTo>
                    <a:pt x="388" y="514"/>
                  </a:lnTo>
                  <a:lnTo>
                    <a:pt x="0" y="514"/>
                  </a:lnTo>
                  <a:lnTo>
                    <a:pt x="0" y="0"/>
                  </a:lnTo>
                  <a:lnTo>
                    <a:pt x="303" y="0"/>
                  </a:lnTo>
                  <a:lnTo>
                    <a:pt x="388" y="102"/>
                  </a:lnTo>
                  <a:close/>
                </a:path>
              </a:pathLst>
            </a:custGeom>
            <a:noFill/>
            <a:ln w="9525">
              <a:solidFill>
                <a:sysClr val="window" lastClr="FFFFFF">
                  <a:lumMod val="85000"/>
                </a:sys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3" name="Freeform 1030">
              <a:extLst>
                <a:ext uri="{FF2B5EF4-FFF2-40B4-BE49-F238E27FC236}">
                  <a16:creationId xmlns:a16="http://schemas.microsoft.com/office/drawing/2014/main" id="{12628A68-4397-FD3B-58E2-D43BD4FF3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-1270000" y="4506913"/>
              <a:ext cx="187325" cy="182562"/>
            </a:xfrm>
            <a:custGeom>
              <a:avLst/>
              <a:gdLst>
                <a:gd name="T0" fmla="*/ 118 w 118"/>
                <a:gd name="T1" fmla="*/ 103 h 115"/>
                <a:gd name="T2" fmla="*/ 0 w 118"/>
                <a:gd name="T3" fmla="*/ 115 h 115"/>
                <a:gd name="T4" fmla="*/ 31 w 118"/>
                <a:gd name="T5" fmla="*/ 0 h 115"/>
                <a:gd name="T6" fmla="*/ 118 w 118"/>
                <a:gd name="T7" fmla="*/ 10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8" h="115">
                  <a:moveTo>
                    <a:pt x="118" y="103"/>
                  </a:moveTo>
                  <a:lnTo>
                    <a:pt x="0" y="115"/>
                  </a:lnTo>
                  <a:lnTo>
                    <a:pt x="31" y="0"/>
                  </a:lnTo>
                  <a:lnTo>
                    <a:pt x="118" y="103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4" name="Rectangle 1031">
              <a:extLst>
                <a:ext uri="{FF2B5EF4-FFF2-40B4-BE49-F238E27FC236}">
                  <a16:creationId xmlns:a16="http://schemas.microsoft.com/office/drawing/2014/main" id="{82737082-DE3F-05C0-2422-45FA378FE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458913" y="4795838"/>
              <a:ext cx="284163" cy="8255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5" name="Rectangle 1032">
              <a:extLst>
                <a:ext uri="{FF2B5EF4-FFF2-40B4-BE49-F238E27FC236}">
                  <a16:creationId xmlns:a16="http://schemas.microsoft.com/office/drawing/2014/main" id="{178A5FE2-E8C0-81AB-E82B-76A36B3B5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627188" y="4795838"/>
              <a:ext cx="98425" cy="8255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6" name="Rectangle 1033">
              <a:extLst>
                <a:ext uri="{FF2B5EF4-FFF2-40B4-BE49-F238E27FC236}">
                  <a16:creationId xmlns:a16="http://schemas.microsoft.com/office/drawing/2014/main" id="{08F02921-D892-BF65-99A1-561C1903C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627188" y="4940300"/>
              <a:ext cx="98425" cy="8255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7" name="Rectangle 1034">
              <a:extLst>
                <a:ext uri="{FF2B5EF4-FFF2-40B4-BE49-F238E27FC236}">
                  <a16:creationId xmlns:a16="http://schemas.microsoft.com/office/drawing/2014/main" id="{B7F7D075-8C19-4113-66E7-2B9093973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627188" y="5084763"/>
              <a:ext cx="98425" cy="8255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8" name="Rectangle 1035">
              <a:extLst>
                <a:ext uri="{FF2B5EF4-FFF2-40B4-BE49-F238E27FC236}">
                  <a16:creationId xmlns:a16="http://schemas.microsoft.com/office/drawing/2014/main" id="{FCA48928-909A-8E74-034F-787795DE6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458913" y="4940300"/>
              <a:ext cx="417513" cy="8255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9" name="Rectangle 1036">
              <a:extLst>
                <a:ext uri="{FF2B5EF4-FFF2-40B4-BE49-F238E27FC236}">
                  <a16:creationId xmlns:a16="http://schemas.microsoft.com/office/drawing/2014/main" id="{9F1B24CC-606E-6D39-B146-80A6A30E9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458913" y="5084763"/>
              <a:ext cx="508000" cy="8255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55750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579F4-E25A-0A5C-C514-A0E303257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A623B88-64C6-0E7D-23F1-F1C55587DECD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3.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이슈 관리 방안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48EAFD7-D900-F9FE-5263-844FB2EEEB30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보안관리 방안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프로젝트 세부 보안관리 지침 수립 및 적용하여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 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수행하겠습니다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grpSp>
        <p:nvGrpSpPr>
          <p:cNvPr id="97" name="그룹 14">
            <a:extLst>
              <a:ext uri="{FF2B5EF4-FFF2-40B4-BE49-F238E27FC236}">
                <a16:creationId xmlns:a16="http://schemas.microsoft.com/office/drawing/2014/main" id="{C46E7701-6451-783B-0214-B61A486EE5A5}"/>
              </a:ext>
            </a:extLst>
          </p:cNvPr>
          <p:cNvGrpSpPr/>
          <p:nvPr/>
        </p:nvGrpSpPr>
        <p:grpSpPr>
          <a:xfrm>
            <a:off x="755428" y="3068148"/>
            <a:ext cx="8425893" cy="1146586"/>
            <a:chOff x="857609" y="6917713"/>
            <a:chExt cx="6054681" cy="1367856"/>
          </a:xfrm>
          <a:solidFill>
            <a:schemeClr val="bg1">
              <a:lumMod val="95000"/>
            </a:schemeClr>
          </a:solidFill>
        </p:grpSpPr>
        <p:sp>
          <p:nvSpPr>
            <p:cNvPr id="98" name="Rectangle 33">
              <a:extLst>
                <a:ext uri="{FF2B5EF4-FFF2-40B4-BE49-F238E27FC236}">
                  <a16:creationId xmlns:a16="http://schemas.microsoft.com/office/drawing/2014/main" id="{A569B611-B552-0A9B-87E5-352FED9C9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609" y="6917713"/>
              <a:ext cx="6054681" cy="1367856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lIns="72000" tIns="72000" rIns="72000" bIns="0"/>
            <a:lstStyle/>
            <a:p>
              <a:pPr marL="88900" marR="0" lvl="0" indent="-88900" algn="l" defTabSz="914400" eaLnBrk="1" fontAlgn="auto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20000"/>
                </a:spcAft>
                <a:buClrTx/>
                <a:buSzTx/>
                <a:buFont typeface="Arial" charset="0"/>
                <a:buChar char="•"/>
                <a:tabLst/>
                <a:defRPr/>
              </a:pPr>
              <a:endParaRPr kumimoji="0" lang="ko-KR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9" name="Rectangle 33">
              <a:extLst>
                <a:ext uri="{FF2B5EF4-FFF2-40B4-BE49-F238E27FC236}">
                  <a16:creationId xmlns:a16="http://schemas.microsoft.com/office/drawing/2014/main" id="{02F0B859-5B71-0ACE-C78A-526C85DE27E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57609" y="6917713"/>
              <a:ext cx="6054681" cy="107451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rot="10800000" lIns="72000" tIns="72000" rIns="72000" bIns="0"/>
            <a:lstStyle/>
            <a:p>
              <a:pPr marL="88900" indent="-88900" algn="l" fontAlgn="auto" latinLnBrk="0">
                <a:lnSpc>
                  <a:spcPct val="110000"/>
                </a:lnSpc>
                <a:spcBef>
                  <a:spcPct val="20000"/>
                </a:spcBef>
                <a:spcAft>
                  <a:spcPct val="20000"/>
                </a:spcAft>
                <a:buFont typeface="Arial" charset="0"/>
                <a:buChar char="•"/>
              </a:pPr>
              <a:endParaRPr kumimoji="0" lang="ko-KR" altLang="ko-KR" sz="900" b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1" name="모서리가 둥근 직사각형 19">
            <a:extLst>
              <a:ext uri="{FF2B5EF4-FFF2-40B4-BE49-F238E27FC236}">
                <a16:creationId xmlns:a16="http://schemas.microsoft.com/office/drawing/2014/main" id="{F77ACD7C-DC1E-B534-B3F6-2B72BF4B0930}"/>
              </a:ext>
            </a:extLst>
          </p:cNvPr>
          <p:cNvSpPr/>
          <p:nvPr/>
        </p:nvSpPr>
        <p:spPr bwMode="auto">
          <a:xfrm>
            <a:off x="2326578" y="1753521"/>
            <a:ext cx="2160000" cy="468000"/>
          </a:xfrm>
          <a:prstGeom prst="roundRect">
            <a:avLst/>
          </a:prstGeom>
          <a:solidFill>
            <a:srgbClr val="3C5FAB"/>
          </a:solidFill>
          <a:ln w="6350" cap="flat" cmpd="sng" algn="ctr">
            <a:solidFill>
              <a:srgbClr val="2D87C6"/>
            </a:solidFill>
            <a:prstDash val="solid"/>
          </a:ln>
          <a:effectLst/>
        </p:spPr>
        <p:txBody>
          <a:bodyPr lIns="0" tIns="0" rIns="0" bIns="0" rtlCol="0" anchor="ctr" anchorCtr="0"/>
          <a:lstStyle/>
          <a:p>
            <a:pPr indent="-166189" algn="ctr" fontAlgn="base" latinLnBrk="0">
              <a:spcAft>
                <a:spcPts val="220"/>
              </a:spcAft>
            </a:pPr>
            <a:r>
              <a:rPr lang="ko-KR" altLang="en-US" sz="1200" b="1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  <a:p>
            <a:pPr indent="-166189" algn="ctr" fontAlgn="base" latinLnBrk="0">
              <a:spcAft>
                <a:spcPts val="220"/>
              </a:spcAft>
            </a:pPr>
            <a:r>
              <a:rPr lang="ko-KR" altLang="en-US" sz="1200" b="1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보안정책 적용</a:t>
            </a:r>
          </a:p>
        </p:txBody>
      </p:sp>
      <p:sp>
        <p:nvSpPr>
          <p:cNvPr id="102" name="모서리가 둥근 직사각형 20">
            <a:extLst>
              <a:ext uri="{FF2B5EF4-FFF2-40B4-BE49-F238E27FC236}">
                <a16:creationId xmlns:a16="http://schemas.microsoft.com/office/drawing/2014/main" id="{397F8ABC-3A9B-7598-0478-B32B19D4CCBD}"/>
              </a:ext>
            </a:extLst>
          </p:cNvPr>
          <p:cNvSpPr/>
          <p:nvPr/>
        </p:nvSpPr>
        <p:spPr bwMode="auto">
          <a:xfrm>
            <a:off x="5426641" y="1753521"/>
            <a:ext cx="2160000" cy="468000"/>
          </a:xfrm>
          <a:prstGeom prst="roundRect">
            <a:avLst/>
          </a:prstGeom>
          <a:solidFill>
            <a:srgbClr val="3C5FAB"/>
          </a:solidFill>
          <a:ln w="6350" cap="flat" cmpd="sng" algn="ctr">
            <a:solidFill>
              <a:srgbClr val="2D87C6"/>
            </a:solidFill>
            <a:prstDash val="solid"/>
          </a:ln>
          <a:effectLst/>
        </p:spPr>
        <p:txBody>
          <a:bodyPr lIns="0" tIns="0" rIns="0" bIns="0" rtlCol="0" anchor="ctr" anchorCtr="0"/>
          <a:lstStyle/>
          <a:p>
            <a:pPr indent="-166189" algn="ctr" fontAlgn="base" latinLnBrk="0">
              <a:spcAft>
                <a:spcPts val="220"/>
              </a:spcAft>
            </a:pPr>
            <a:r>
              <a:rPr lang="ko-KR" altLang="en-US" sz="1200" b="1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내 보안 관리</a:t>
            </a:r>
          </a:p>
          <a:p>
            <a:pPr indent="-166189" algn="ctr" fontAlgn="base" latinLnBrk="0">
              <a:spcAft>
                <a:spcPts val="220"/>
              </a:spcAft>
            </a:pPr>
            <a:r>
              <a:rPr lang="ko-KR" altLang="en-US" sz="1200" b="1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지침 준수</a:t>
            </a:r>
          </a:p>
        </p:txBody>
      </p:sp>
      <p:pic>
        <p:nvPicPr>
          <p:cNvPr id="103" name="Picture 104" descr="add">
            <a:extLst>
              <a:ext uri="{FF2B5EF4-FFF2-40B4-BE49-F238E27FC236}">
                <a16:creationId xmlns:a16="http://schemas.microsoft.com/office/drawing/2014/main" id="{434D7D7B-0AFB-BF40-B27D-C5B02E7EB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339" y="1768124"/>
            <a:ext cx="424540" cy="424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" name="AutoShape 149">
            <a:extLst>
              <a:ext uri="{FF2B5EF4-FFF2-40B4-BE49-F238E27FC236}">
                <a16:creationId xmlns:a16="http://schemas.microsoft.com/office/drawing/2014/main" id="{3A727513-EB29-62B0-6355-4E0856B7193B}"/>
              </a:ext>
            </a:extLst>
          </p:cNvPr>
          <p:cNvSpPr>
            <a:spLocks noChangeArrowheads="1"/>
          </p:cNvSpPr>
          <p:nvPr/>
        </p:nvSpPr>
        <p:spPr bwMode="gray">
          <a:xfrm rot="5400000">
            <a:off x="4777482" y="1962338"/>
            <a:ext cx="376186" cy="1079500"/>
          </a:xfrm>
          <a:prstGeom prst="rightArrow">
            <a:avLst>
              <a:gd name="adj1" fmla="val 78491"/>
              <a:gd name="adj2" fmla="val 42404"/>
            </a:avLst>
          </a:pr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bIns="0" anchor="ctr"/>
          <a:lstStyle/>
          <a:p>
            <a:pPr defTabSz="2057400" fontAlgn="auto">
              <a:spcBef>
                <a:spcPts val="0"/>
              </a:spcBef>
              <a:spcAft>
                <a:spcPts val="0"/>
              </a:spcAft>
            </a:pPr>
            <a:endParaRPr kumimoji="0" lang="ko-KR" altLang="ko-KR" sz="1200" b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9" name="그룹 26">
            <a:extLst>
              <a:ext uri="{FF2B5EF4-FFF2-40B4-BE49-F238E27FC236}">
                <a16:creationId xmlns:a16="http://schemas.microsoft.com/office/drawing/2014/main" id="{AE30758E-39B7-A570-138A-20F94383C5B8}"/>
              </a:ext>
            </a:extLst>
          </p:cNvPr>
          <p:cNvGrpSpPr/>
          <p:nvPr/>
        </p:nvGrpSpPr>
        <p:grpSpPr>
          <a:xfrm>
            <a:off x="745182" y="2746909"/>
            <a:ext cx="8437373" cy="324000"/>
            <a:chOff x="847363" y="5305988"/>
            <a:chExt cx="6090249" cy="324000"/>
          </a:xfrm>
        </p:grpSpPr>
        <p:sp>
          <p:nvSpPr>
            <p:cNvPr id="110" name="직사각형 27">
              <a:extLst>
                <a:ext uri="{FF2B5EF4-FFF2-40B4-BE49-F238E27FC236}">
                  <a16:creationId xmlns:a16="http://schemas.microsoft.com/office/drawing/2014/main" id="{FAB2D186-D5FD-8990-F0DA-3D1EB00C31D2}"/>
                </a:ext>
              </a:extLst>
            </p:cNvPr>
            <p:cNvSpPr/>
            <p:nvPr/>
          </p:nvSpPr>
          <p:spPr bwMode="auto">
            <a:xfrm>
              <a:off x="847363" y="5305988"/>
              <a:ext cx="1368000" cy="324000"/>
            </a:xfrm>
            <a:prstGeom prst="rect">
              <a:avLst/>
            </a:prstGeom>
            <a:solidFill>
              <a:srgbClr val="6B97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indent="-166189" algn="ctr" defTabSz="1043056" latinLnBrk="0">
                <a:spcAft>
                  <a:spcPts val="220"/>
                </a:spcAft>
              </a:pPr>
              <a:r>
                <a:rPr kumimoji="1" lang="ko-KR" altLang="en-US" sz="1200" b="1" kern="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착수</a:t>
              </a:r>
            </a:p>
          </p:txBody>
        </p:sp>
        <p:sp>
          <p:nvSpPr>
            <p:cNvPr id="111" name="직사각형 39">
              <a:extLst>
                <a:ext uri="{FF2B5EF4-FFF2-40B4-BE49-F238E27FC236}">
                  <a16:creationId xmlns:a16="http://schemas.microsoft.com/office/drawing/2014/main" id="{2E3F7C50-535B-B814-FF1E-0EDD961ECC37}"/>
                </a:ext>
              </a:extLst>
            </p:cNvPr>
            <p:cNvSpPr/>
            <p:nvPr/>
          </p:nvSpPr>
          <p:spPr bwMode="auto">
            <a:xfrm>
              <a:off x="2254487" y="5305988"/>
              <a:ext cx="3276000" cy="324000"/>
            </a:xfrm>
            <a:prstGeom prst="rect">
              <a:avLst/>
            </a:prstGeom>
            <a:solidFill>
              <a:srgbClr val="3C5FAB"/>
            </a:solidFill>
            <a:ln w="6350" cap="flat" cmpd="sng" algn="ctr">
              <a:noFill/>
              <a:prstDash val="solid"/>
            </a:ln>
            <a:effectLst/>
          </p:spPr>
          <p:txBody>
            <a:bodyPr lIns="0" tIns="0" rIns="0" bIns="0" rtlCol="0" anchor="ctr" anchorCtr="0"/>
            <a:lstStyle/>
            <a:p>
              <a:pPr indent="-166189" algn="ctr" defTabSz="1043056" latinLnBrk="0">
                <a:spcAft>
                  <a:spcPts val="220"/>
                </a:spcAft>
              </a:pPr>
              <a:r>
                <a:rPr kumimoji="1" lang="ko-KR" altLang="en-US" sz="1200" b="1" kern="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진행</a:t>
              </a:r>
            </a:p>
          </p:txBody>
        </p:sp>
        <p:grpSp>
          <p:nvGrpSpPr>
            <p:cNvPr id="112" name="그룹 40">
              <a:extLst>
                <a:ext uri="{FF2B5EF4-FFF2-40B4-BE49-F238E27FC236}">
                  <a16:creationId xmlns:a16="http://schemas.microsoft.com/office/drawing/2014/main" id="{D70CBB34-75B4-2346-A01F-7BB1B864CED1}"/>
                </a:ext>
              </a:extLst>
            </p:cNvPr>
            <p:cNvGrpSpPr/>
            <p:nvPr/>
          </p:nvGrpSpPr>
          <p:grpSpPr>
            <a:xfrm>
              <a:off x="2155201" y="5376040"/>
              <a:ext cx="167694" cy="173486"/>
              <a:chOff x="-669792" y="3268969"/>
              <a:chExt cx="227832" cy="227832"/>
            </a:xfrm>
          </p:grpSpPr>
          <p:sp>
            <p:nvSpPr>
              <p:cNvPr id="117" name="타원 45">
                <a:extLst>
                  <a:ext uri="{FF2B5EF4-FFF2-40B4-BE49-F238E27FC236}">
                    <a16:creationId xmlns:a16="http://schemas.microsoft.com/office/drawing/2014/main" id="{38D05262-6000-49EC-2A8E-199E2533B0ED}"/>
                  </a:ext>
                </a:extLst>
              </p:cNvPr>
              <p:cNvSpPr/>
              <p:nvPr/>
            </p:nvSpPr>
            <p:spPr>
              <a:xfrm>
                <a:off x="-669792" y="3268969"/>
                <a:ext cx="227832" cy="227832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8" name="갈매기형 수장 36">
                <a:extLst>
                  <a:ext uri="{FF2B5EF4-FFF2-40B4-BE49-F238E27FC236}">
                    <a16:creationId xmlns:a16="http://schemas.microsoft.com/office/drawing/2014/main" id="{DB81C388-1F28-0B42-9797-FED3A1C32BB6}"/>
                  </a:ext>
                </a:extLst>
              </p:cNvPr>
              <p:cNvSpPr/>
              <p:nvPr/>
            </p:nvSpPr>
            <p:spPr>
              <a:xfrm>
                <a:off x="-609041" y="3321381"/>
                <a:ext cx="123008" cy="123008"/>
              </a:xfrm>
              <a:prstGeom prst="chevron">
                <a:avLst>
                  <a:gd name="adj" fmla="val 54134"/>
                </a:avLst>
              </a:prstGeom>
              <a:solidFill>
                <a:schemeClr val="tx2"/>
              </a:solidFill>
              <a:ln w="15875" algn="ctr">
                <a:noFill/>
                <a:round/>
                <a:headEnd/>
                <a:tailEnd/>
              </a:ln>
              <a:effectLst/>
            </p:spPr>
            <p:txBody>
              <a:bodyPr lIns="18000" tIns="18000" rIns="18000" bIns="1800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13" name="직사각형 41">
              <a:extLst>
                <a:ext uri="{FF2B5EF4-FFF2-40B4-BE49-F238E27FC236}">
                  <a16:creationId xmlns:a16="http://schemas.microsoft.com/office/drawing/2014/main" id="{178D80A2-0CBE-B29F-8605-97BD1A4CFB27}"/>
                </a:ext>
              </a:extLst>
            </p:cNvPr>
            <p:cNvSpPr/>
            <p:nvPr/>
          </p:nvSpPr>
          <p:spPr bwMode="auto">
            <a:xfrm>
              <a:off x="5569612" y="5305988"/>
              <a:ext cx="1368000" cy="324000"/>
            </a:xfrm>
            <a:prstGeom prst="rect">
              <a:avLst/>
            </a:prstGeom>
            <a:solidFill>
              <a:srgbClr val="23469D"/>
            </a:solidFill>
            <a:ln w="6350" cap="flat" cmpd="sng" algn="ctr">
              <a:solidFill>
                <a:srgbClr val="2D87C6"/>
              </a:solidFill>
              <a:prstDash val="solid"/>
            </a:ln>
            <a:effectLst/>
          </p:spPr>
          <p:txBody>
            <a:bodyPr lIns="0" tIns="0" rIns="0" bIns="0" rtlCol="0" anchor="ctr" anchorCtr="0"/>
            <a:lstStyle/>
            <a:p>
              <a:pPr indent="-166189" algn="ctr" defTabSz="914400" fontAlgn="base" latinLnBrk="0">
                <a:spcAft>
                  <a:spcPts val="220"/>
                </a:spcAft>
              </a:pPr>
              <a:r>
                <a:rPr lang="ko-KR" altLang="en-US" sz="1200" b="1" kern="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</a:t>
              </a:r>
            </a:p>
          </p:txBody>
        </p:sp>
        <p:grpSp>
          <p:nvGrpSpPr>
            <p:cNvPr id="114" name="그룹 42">
              <a:extLst>
                <a:ext uri="{FF2B5EF4-FFF2-40B4-BE49-F238E27FC236}">
                  <a16:creationId xmlns:a16="http://schemas.microsoft.com/office/drawing/2014/main" id="{5A09EB4B-7BE6-8141-E3EF-2406ECE5B077}"/>
                </a:ext>
              </a:extLst>
            </p:cNvPr>
            <p:cNvGrpSpPr/>
            <p:nvPr/>
          </p:nvGrpSpPr>
          <p:grpSpPr>
            <a:xfrm>
              <a:off x="5457942" y="5376040"/>
              <a:ext cx="167694" cy="173486"/>
              <a:chOff x="-669792" y="3268969"/>
              <a:chExt cx="227832" cy="227832"/>
            </a:xfrm>
          </p:grpSpPr>
          <p:sp>
            <p:nvSpPr>
              <p:cNvPr id="115" name="타원 43">
                <a:extLst>
                  <a:ext uri="{FF2B5EF4-FFF2-40B4-BE49-F238E27FC236}">
                    <a16:creationId xmlns:a16="http://schemas.microsoft.com/office/drawing/2014/main" id="{5C7039B8-0B84-7EED-40F4-FBA92C463B15}"/>
                  </a:ext>
                </a:extLst>
              </p:cNvPr>
              <p:cNvSpPr/>
              <p:nvPr/>
            </p:nvSpPr>
            <p:spPr>
              <a:xfrm>
                <a:off x="-669792" y="3268969"/>
                <a:ext cx="227832" cy="227832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6" name="갈매기형 수장 34">
                <a:extLst>
                  <a:ext uri="{FF2B5EF4-FFF2-40B4-BE49-F238E27FC236}">
                    <a16:creationId xmlns:a16="http://schemas.microsoft.com/office/drawing/2014/main" id="{303C567E-07EC-1620-AC08-E300901A18DA}"/>
                  </a:ext>
                </a:extLst>
              </p:cNvPr>
              <p:cNvSpPr/>
              <p:nvPr/>
            </p:nvSpPr>
            <p:spPr>
              <a:xfrm>
                <a:off x="-609041" y="3321381"/>
                <a:ext cx="123008" cy="123008"/>
              </a:xfrm>
              <a:prstGeom prst="chevron">
                <a:avLst>
                  <a:gd name="adj" fmla="val 54134"/>
                </a:avLst>
              </a:prstGeom>
              <a:solidFill>
                <a:schemeClr val="tx2"/>
              </a:solidFill>
              <a:ln w="15875" algn="ctr">
                <a:noFill/>
                <a:round/>
                <a:headEnd/>
                <a:tailEnd/>
              </a:ln>
              <a:effectLst/>
            </p:spPr>
            <p:txBody>
              <a:bodyPr lIns="18000" tIns="18000" rIns="18000" bIns="18000" anchor="ctr"/>
              <a:lstStyle/>
              <a:p>
                <a:pPr fontAlgn="auto" latinLnBrk="0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800" b="0" kern="0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119" name="Line 168">
            <a:extLst>
              <a:ext uri="{FF2B5EF4-FFF2-40B4-BE49-F238E27FC236}">
                <a16:creationId xmlns:a16="http://schemas.microsoft.com/office/drawing/2014/main" id="{9DCC9DAA-CFB0-73BA-ED35-EEC611722D9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783" y="3150713"/>
            <a:ext cx="0" cy="82800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oval" w="sm" len="sm"/>
            <a:tailEnd type="none" w="sm" len="sm"/>
          </a:ln>
        </p:spPr>
        <p:txBody>
          <a:bodyPr/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b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0" name="Rectangle 33">
            <a:extLst>
              <a:ext uri="{FF2B5EF4-FFF2-40B4-BE49-F238E27FC236}">
                <a16:creationId xmlns:a16="http://schemas.microsoft.com/office/drawing/2014/main" id="{D27DA9E2-E64F-239F-B7E4-C9A654C08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632" y="3174092"/>
            <a:ext cx="1256280" cy="1015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noAutofit/>
          </a:bodyPr>
          <a:lstStyle/>
          <a:p>
            <a:pPr marL="95250" indent="-95250" algn="l" fontAlgn="auto" latinLnBrk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FontTx/>
              <a:buChar char="•"/>
            </a:pPr>
            <a:r>
              <a:rPr kumimoji="0"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보안관리자 임명</a:t>
            </a:r>
          </a:p>
          <a:p>
            <a:pPr marL="95250" indent="-95250" algn="l" fontAlgn="auto" latinLnBrk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FontTx/>
              <a:buChar char="•"/>
            </a:pPr>
            <a:r>
              <a:rPr kumimoji="0"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보안서약서 제출</a:t>
            </a:r>
            <a:endParaRPr kumimoji="0"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5250" indent="-95250" algn="l" fontAlgn="auto" latinLnBrk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FontTx/>
              <a:buChar char="•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재직증명서 제출</a:t>
            </a:r>
            <a:endParaRPr kumimoji="0" lang="ko-KR" altLang="en-US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5250" indent="-95250" algn="l" fontAlgn="auto" latinLnBrk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FontTx/>
              <a:buChar char="•"/>
            </a:pPr>
            <a:r>
              <a:rPr kumimoji="0"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보안교육 실시</a:t>
            </a:r>
          </a:p>
        </p:txBody>
      </p:sp>
      <p:sp>
        <p:nvSpPr>
          <p:cNvPr id="121" name="Line 168">
            <a:extLst>
              <a:ext uri="{FF2B5EF4-FFF2-40B4-BE49-F238E27FC236}">
                <a16:creationId xmlns:a16="http://schemas.microsoft.com/office/drawing/2014/main" id="{BDA552A9-5F2F-2AEF-A401-5D7CC158A2C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6896" y="3150713"/>
            <a:ext cx="0" cy="82800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oval" w="sm" len="sm"/>
            <a:tailEnd type="none" w="sm" len="sm"/>
          </a:ln>
        </p:spPr>
        <p:txBody>
          <a:bodyPr/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b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Rectangle 33">
            <a:extLst>
              <a:ext uri="{FF2B5EF4-FFF2-40B4-BE49-F238E27FC236}">
                <a16:creationId xmlns:a16="http://schemas.microsoft.com/office/drawing/2014/main" id="{6041CAF9-1CFD-8A41-C28C-F31B50270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458" y="3174092"/>
            <a:ext cx="1256280" cy="7968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noAutofit/>
          </a:bodyPr>
          <a:lstStyle/>
          <a:p>
            <a:pPr marL="95250" indent="-95250" algn="l" fontAlgn="auto" latinLnBrk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FontTx/>
              <a:buChar char="•"/>
            </a:pPr>
            <a:r>
              <a:rPr kumimoji="0"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인원관리 및 교육</a:t>
            </a:r>
          </a:p>
          <a:p>
            <a:pPr marL="95250" indent="-95250" algn="l" fontAlgn="auto" latinLnBrk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FontTx/>
              <a:buChar char="•"/>
            </a:pPr>
            <a:r>
              <a:rPr kumimoji="0"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보안의식 제고</a:t>
            </a:r>
          </a:p>
          <a:p>
            <a:pPr marL="95250" indent="-95250" algn="l" fontAlgn="auto" latinLnBrk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FontTx/>
              <a:buChar char="•"/>
            </a:pPr>
            <a:r>
              <a:rPr kumimoji="0"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비상 대책</a:t>
            </a:r>
          </a:p>
        </p:txBody>
      </p:sp>
      <p:sp>
        <p:nvSpPr>
          <p:cNvPr id="123" name="Rectangle 33">
            <a:extLst>
              <a:ext uri="{FF2B5EF4-FFF2-40B4-BE49-F238E27FC236}">
                <a16:creationId xmlns:a16="http://schemas.microsoft.com/office/drawing/2014/main" id="{88733C05-01D4-6DE0-8CB7-FF9F8FFF1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9742" y="3174092"/>
            <a:ext cx="1256280" cy="13723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noAutofit/>
          </a:bodyPr>
          <a:lstStyle/>
          <a:p>
            <a:pPr marL="95250" indent="-95250" algn="l" fontAlgn="auto" latinLnBrk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FontTx/>
              <a:buChar char="•"/>
            </a:pPr>
            <a:r>
              <a:rPr kumimoji="0"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보안 확약서 제출</a:t>
            </a:r>
          </a:p>
          <a:p>
            <a:pPr marL="95250" indent="-95250" algn="l" fontAlgn="auto" latinLnBrk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FontTx/>
              <a:buChar char="•"/>
            </a:pPr>
            <a:r>
              <a:rPr kumimoji="0"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자료반환</a:t>
            </a:r>
          </a:p>
        </p:txBody>
      </p:sp>
      <p:grpSp>
        <p:nvGrpSpPr>
          <p:cNvPr id="124" name="그룹 52">
            <a:extLst>
              <a:ext uri="{FF2B5EF4-FFF2-40B4-BE49-F238E27FC236}">
                <a16:creationId xmlns:a16="http://schemas.microsoft.com/office/drawing/2014/main" id="{A2228664-DC5C-6DA5-0647-D24D9D234A0A}"/>
              </a:ext>
            </a:extLst>
          </p:cNvPr>
          <p:cNvGrpSpPr/>
          <p:nvPr/>
        </p:nvGrpSpPr>
        <p:grpSpPr>
          <a:xfrm>
            <a:off x="642744" y="4296828"/>
            <a:ext cx="987742" cy="151920"/>
            <a:chOff x="748508" y="3546693"/>
            <a:chExt cx="987742" cy="151920"/>
          </a:xfrm>
        </p:grpSpPr>
        <p:sp>
          <p:nvSpPr>
            <p:cNvPr id="125" name="Rectangle 158">
              <a:extLst>
                <a:ext uri="{FF2B5EF4-FFF2-40B4-BE49-F238E27FC236}">
                  <a16:creationId xmlns:a16="http://schemas.microsoft.com/office/drawing/2014/main" id="{D563D311-1071-6061-33A2-BB384356B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150" y="3550422"/>
              <a:ext cx="800100" cy="1444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defTabSz="893186" latinLnBrk="0"/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조직 및 역할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26" name="그림 54">
              <a:extLst>
                <a:ext uri="{FF2B5EF4-FFF2-40B4-BE49-F238E27FC236}">
                  <a16:creationId xmlns:a16="http://schemas.microsoft.com/office/drawing/2014/main" id="{B7D9E9DD-1B3A-489F-653C-B93E26284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8508" y="3546693"/>
              <a:ext cx="151920" cy="151920"/>
            </a:xfrm>
            <a:prstGeom prst="rect">
              <a:avLst/>
            </a:prstGeom>
          </p:spPr>
        </p:pic>
      </p:grpSp>
      <p:graphicFrame>
        <p:nvGraphicFramePr>
          <p:cNvPr id="167" name="Group 65">
            <a:extLst>
              <a:ext uri="{FF2B5EF4-FFF2-40B4-BE49-F238E27FC236}">
                <a16:creationId xmlns:a16="http://schemas.microsoft.com/office/drawing/2014/main" id="{32337486-66A7-8BA2-2A43-3133162B7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333787"/>
              </p:ext>
            </p:extLst>
          </p:nvPr>
        </p:nvGraphicFramePr>
        <p:xfrm>
          <a:off x="764553" y="4530842"/>
          <a:ext cx="7849681" cy="1770039"/>
        </p:xfrm>
        <a:graphic>
          <a:graphicData uri="http://schemas.openxmlformats.org/drawingml/2006/table">
            <a:tbl>
              <a:tblPr/>
              <a:tblGrid>
                <a:gridCol w="2269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683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61238" marR="61238" marT="35682" marB="27752" anchor="ctr" horzOverflow="overflow">
                    <a:lnL cap="flat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83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역할 및 책임</a:t>
                      </a:r>
                    </a:p>
                  </a:txBody>
                  <a:tcPr marL="39600" marR="39600" marT="18000" marB="1800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013">
                <a:tc>
                  <a:txBody>
                    <a:bodyPr/>
                    <a:lstStyle/>
                    <a:p>
                      <a:pPr marL="0" marR="0" lvl="0" indent="0" algn="ctr" defTabSz="9683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사업관리자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(PM)</a:t>
                      </a:r>
                      <a:endParaRPr kumimoji="1" lang="ko-KR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1238" marR="61238" marT="35682" marB="27752" anchor="ctr" horzOverflow="overflow">
                    <a:lnL cap="flat"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3825" marR="0" lvl="0" indent="-123825" algn="l" defTabSz="968375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프로젝트 보안 관리자 선정 및 프로젝트 팀원 보안의식 고취</a:t>
                      </a:r>
                    </a:p>
                  </a:txBody>
                  <a:tcPr marL="61238" marR="61238" marT="35682" marB="2775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013">
                <a:tc>
                  <a:txBody>
                    <a:bodyPr/>
                    <a:lstStyle/>
                    <a:p>
                      <a:pPr marL="0" marR="0" lvl="0" indent="0" algn="ctr" defTabSz="9683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보안관리자</a:t>
                      </a:r>
                    </a:p>
                  </a:txBody>
                  <a:tcPr marL="61238" marR="61238" marT="35682" marB="27752" anchor="ctr" horzOverflow="overflow">
                    <a:lnL cap="flat"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3825" marR="0" lvl="0" indent="-123825" algn="l" defTabSz="968375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보안점검 및 제반 보안 유지상태 확인</a:t>
                      </a:r>
                      <a:r>
                        <a:rPr kumimoji="1" lang="en-US" altLang="ko-KR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감독</a:t>
                      </a:r>
                    </a:p>
                    <a:p>
                      <a:pPr marL="123825" marR="0" lvl="0" indent="-123825" algn="l" defTabSz="968375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프로젝트 인원 전입</a:t>
                      </a:r>
                      <a:r>
                        <a:rPr kumimoji="1" lang="en-US" altLang="ko-KR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전출 시 보안교육</a:t>
                      </a:r>
                      <a:r>
                        <a:rPr kumimoji="1" lang="en-US" altLang="ko-KR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kumimoji="1" lang="en-US" altLang="ko-KR" sz="10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보안</a:t>
                      </a:r>
                      <a:r>
                        <a:rPr kumimoji="1"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서약서 집행 및 보안조치</a:t>
                      </a:r>
                    </a:p>
                  </a:txBody>
                  <a:tcPr marL="61238" marR="61238" marT="35682" marB="2775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013">
                <a:tc>
                  <a:txBody>
                    <a:bodyPr/>
                    <a:lstStyle/>
                    <a:p>
                      <a:pPr marL="0" marR="0" lvl="0" indent="0" algn="ctr" defTabSz="9683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사업 수행 인원</a:t>
                      </a:r>
                    </a:p>
                  </a:txBody>
                  <a:tcPr marL="61238" marR="61238" marT="35682" marB="27752" anchor="ctr" horzOverflow="overflow">
                    <a:lnL cap="flat"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3825" marR="0" lvl="0" indent="-123825" algn="l" defTabSz="968375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보안관리 규정 준수 및 보안 관리자 지시에 따라 보안업무 수행</a:t>
                      </a:r>
                    </a:p>
                    <a:p>
                      <a:pPr marL="123825" marR="0" lvl="0" indent="-123825" algn="l" defTabSz="968375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1" lang="ko-KR" altLang="en-US" sz="10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보안책임자 </a:t>
                      </a:r>
                      <a:r>
                        <a:rPr kumimoji="1" lang="en-US" altLang="ko-KR" sz="10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고객사 자료 보안관리 철저 및 불필요 자료 소각 </a:t>
                      </a:r>
                      <a:endParaRPr kumimoji="1" lang="ko-KR" altLang="en-US" sz="10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1238" marR="61238" marT="35682" marB="2775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8" name="Rectangle 33">
            <a:extLst>
              <a:ext uri="{FF2B5EF4-FFF2-40B4-BE49-F238E27FC236}">
                <a16:creationId xmlns:a16="http://schemas.microsoft.com/office/drawing/2014/main" id="{FD4BCB57-A5B2-AAEF-5054-8582CD9E8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6377" y="3174092"/>
            <a:ext cx="1627685" cy="7968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noAutofit/>
          </a:bodyPr>
          <a:lstStyle/>
          <a:p>
            <a:pPr marL="95250" indent="-95250" algn="l" fontAlgn="auto" latinLnBrk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FontTx/>
              <a:buChar char="•"/>
            </a:pPr>
            <a:r>
              <a:rPr kumimoji="0"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정기</a:t>
            </a:r>
            <a:r>
              <a:rPr kumimoji="0"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비정기 보안점검</a:t>
            </a:r>
          </a:p>
          <a:p>
            <a:pPr marL="95250" indent="-95250" algn="l" fontAlgn="auto" latinLnBrk="0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FontTx/>
              <a:buChar char="•"/>
            </a:pPr>
            <a:r>
              <a:rPr kumimoji="0"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보안책임자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지정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41319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6C60D-1C43-3359-C14D-E96DECCBD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90F1B3EA-5705-4E42-B159-8E0113061193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국내 최고의 내부회계 전문가로 구성되어 있으며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안정적인 구축과 운영을 위해 최선을 다하겠습니다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52628126-93B3-5A0E-D7A8-62C4D532FAA4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4.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프로젝트 투입 인력 현황</a:t>
            </a:r>
            <a:endParaRPr lang="en-US" altLang="ko-KR" sz="20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ExtraBold"/>
            </a:endParaRPr>
          </a:p>
        </p:txBody>
      </p:sp>
      <p:graphicFrame>
        <p:nvGraphicFramePr>
          <p:cNvPr id="5" name="Group 276">
            <a:extLst>
              <a:ext uri="{FF2B5EF4-FFF2-40B4-BE49-F238E27FC236}">
                <a16:creationId xmlns:a16="http://schemas.microsoft.com/office/drawing/2014/main" id="{2AC71C1E-E6F2-83F9-3AB8-E9A106B86821}"/>
              </a:ext>
            </a:extLst>
          </p:cNvPr>
          <p:cNvGraphicFramePr>
            <a:graphicFrameLocks noGrp="1"/>
          </p:cNvGraphicFramePr>
          <p:nvPr/>
        </p:nvGraphicFramePr>
        <p:xfrm>
          <a:off x="631825" y="1558905"/>
          <a:ext cx="8648213" cy="4752000"/>
        </p:xfrm>
        <a:graphic>
          <a:graphicData uri="http://schemas.openxmlformats.org/drawingml/2006/table">
            <a:tbl>
              <a:tblPr/>
              <a:tblGrid>
                <a:gridCol w="862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1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58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67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92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709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성명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권 기 풍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업무경력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년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프로젝트에서의 담당업무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PM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프로젝트 투입 기간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26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04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~ 26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06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월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소속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아이티센코어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이사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학력 및 보유자격증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상명대학교 컴퓨터소프트웨어공학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보유자격증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CISA,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정보처리기사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주요경력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 직장경력 등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내부회계관리시스템 구축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리스크모니터링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 시스템 구축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경영성과관리시스템 구축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gridSpan="10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경력 사항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프로젝트명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참여  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인원수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참여 기간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　개요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 업무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발주처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00">
                <a:tc rowSpan="6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경력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한화오션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4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2025.04~2025.10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PM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한화오션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동국제강그룹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연결내부회계 모니터링화면 추가개발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2024.11~2024.12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법인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GW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문서 연계 및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모니터링 개발 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PM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동국제강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337196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89986" marR="89986" marT="53991" marB="5399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삼양그룹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5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2024.05~2024.10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구축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PM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삼양홀딩스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LG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에너지솔루션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 법인추가 및 추가개발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2024.05~2024.08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법인추가 및 기능고도화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PM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LG CNS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812056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Hanon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해외법인 구축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(2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차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)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2024.02~2024.04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연결대상 해외법인 추가 구축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PM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한온시스템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29964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89986" marR="89986" marT="53991" marB="5399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롯데렌탈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2023.05~2023.07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구축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PM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롯데렌탈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477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5662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4C40E-9D54-F4BB-51B0-5BDD5A031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6F2B0E53-3113-524B-81A9-01ADEE828FBD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국내 최고의 내부회계 전문가로 구성되어 있으며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안정적인 구축과 운영을 위해 최선을 다하겠습니다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FE20FBA8-15F4-B14D-435A-0FECD04773E6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4.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프로젝트 투입 인력 현황</a:t>
            </a:r>
            <a:endParaRPr lang="en-US" altLang="ko-KR" sz="20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ExtraBold"/>
            </a:endParaRPr>
          </a:p>
        </p:txBody>
      </p:sp>
      <p:graphicFrame>
        <p:nvGraphicFramePr>
          <p:cNvPr id="3" name="Group 276">
            <a:extLst>
              <a:ext uri="{FF2B5EF4-FFF2-40B4-BE49-F238E27FC236}">
                <a16:creationId xmlns:a16="http://schemas.microsoft.com/office/drawing/2014/main" id="{81BE5C32-A841-825F-BD19-5D9964DFD159}"/>
              </a:ext>
            </a:extLst>
          </p:cNvPr>
          <p:cNvGraphicFramePr>
            <a:graphicFrameLocks noGrp="1"/>
          </p:cNvGraphicFramePr>
          <p:nvPr/>
        </p:nvGraphicFramePr>
        <p:xfrm>
          <a:off x="631825" y="1558905"/>
          <a:ext cx="8648213" cy="4608000"/>
        </p:xfrm>
        <a:graphic>
          <a:graphicData uri="http://schemas.openxmlformats.org/drawingml/2006/table">
            <a:tbl>
              <a:tblPr/>
              <a:tblGrid>
                <a:gridCol w="862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1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8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60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709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000">
                <a:tc gridSpan="7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경력 사항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프로젝트명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참여  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인원수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참여 기간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　개요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 업무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발주처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00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</a:t>
                      </a:r>
                    </a:p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</a:t>
                      </a:r>
                    </a:p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경력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Hanon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5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2023.03~2023.05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구축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PM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한온시스템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23915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89986" marR="89986" marT="53991" marB="5399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KT&amp;G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그룹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연결내부회계시스템 고도화</a:t>
                      </a:r>
                      <a:endParaRPr kumimoji="1" lang="ko-KR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4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2022.11~2023.03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구축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PM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KT&amp;G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082500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89986" marR="89986" marT="53991" marB="5399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한국앤컴퍼니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4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2022.09~2023.03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PM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한국앤컴퍼니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37291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LX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인터내셔널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5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2022.09~2022.12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PM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LX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인터내셔널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0038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한국타이어앤테크놀로지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6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2022.06~2022.12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PM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한국타이어앤테크놀로지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44950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만도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4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2022.06~2022.08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PM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만도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1208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GS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그룹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6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2021.11~2022.06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PM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GS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88420"/>
                  </a:ext>
                </a:extLst>
              </a:tr>
              <a:tr h="432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세아베스틸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세아창원특수강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리스크모니터링시스템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6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2024.10~2025.03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리스크모니터링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PM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삼정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KPMG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388323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네이버페이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전사위험평가시스템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2024.09~2024.12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전사위험평가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PM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네이버파이낸셜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202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5939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BE2B0-8B69-8C54-97E9-CF45ABB80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9DF750B1-FDE8-53B6-2BB9-315010C9B30B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국내 최고의 내부회계 전문가로 구성되어 있으며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안정적인 구축과 운영을 위해 최선을 다하겠습니다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76CBA594-9EEF-4E10-7E9E-E4F7AF124386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4.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프로젝트 투입 인력 현황</a:t>
            </a:r>
            <a:endParaRPr lang="en-US" altLang="ko-KR" sz="20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ExtraBold"/>
            </a:endParaRPr>
          </a:p>
        </p:txBody>
      </p:sp>
      <p:graphicFrame>
        <p:nvGraphicFramePr>
          <p:cNvPr id="5" name="Group 276">
            <a:extLst>
              <a:ext uri="{FF2B5EF4-FFF2-40B4-BE49-F238E27FC236}">
                <a16:creationId xmlns:a16="http://schemas.microsoft.com/office/drawing/2014/main" id="{BECBC2C5-A371-5F68-B33B-8EEF860F8AF8}"/>
              </a:ext>
            </a:extLst>
          </p:cNvPr>
          <p:cNvGraphicFramePr>
            <a:graphicFrameLocks noGrp="1"/>
          </p:cNvGraphicFramePr>
          <p:nvPr/>
        </p:nvGraphicFramePr>
        <p:xfrm>
          <a:off x="631825" y="1558905"/>
          <a:ext cx="8648213" cy="4752000"/>
        </p:xfrm>
        <a:graphic>
          <a:graphicData uri="http://schemas.openxmlformats.org/drawingml/2006/table">
            <a:tbl>
              <a:tblPr/>
              <a:tblGrid>
                <a:gridCol w="862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1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58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67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92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709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성명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김  삼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업무경력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23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년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프로젝트에서의 담당업무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PL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프로젝트 투입 기간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26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04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~ 26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05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월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소속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아이티센코어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이사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학력 및 보유자격증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동서울대학교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 기계시스템디자인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보유자격증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주요경력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 직장경력 등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리스크모니터링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준법경영관리 시스템 설계 및 개발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gridSpan="10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경력 사항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프로젝트명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참여  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인원수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참여 기간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　개요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 업무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발주처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00">
                <a:tc rowSpan="6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경력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현대모비스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 자금통제 추가개발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2025.05~2025.07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자금통제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설계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현대오토에버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한화오션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4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2025.04~2025.10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설계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한화오션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02696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KT&amp;G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추가개발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2025.02~2025.04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기능 개선 고도화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설계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KT&amp;G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17908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동국제강그룹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연결내부회계 모니터링화면 추가개발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2024.11~2024.12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법인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GW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문서 연계 및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모니터링 개발 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설계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동국제강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337196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89986" marR="89986" marT="53991" marB="5399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LG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에너지솔루션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 법인추가 및 추가개발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2024.05~2024.08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법인추가 및 기능고도화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설계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LG CNS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SK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텔레콤</a:t>
                      </a: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모집단 고도화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2023.11~2024.04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모집단 데이터 연계 구축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SK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텔레콤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812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27287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BB21D-6FB7-7FB3-DC93-22096DB30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BCEECC8A-8DD9-FC97-9A9E-C834F7A8B3BF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국내 최고의 내부회계 전문가로 구성되어 있으며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안정적인 구축과 운영을 위해 최선을 다하겠습니다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8D65707-8D1E-481B-695F-4F984F41E48C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4.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프로젝트 투입 인력 현황</a:t>
            </a:r>
            <a:endParaRPr lang="en-US" altLang="ko-KR" sz="20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ExtraBold"/>
            </a:endParaRPr>
          </a:p>
        </p:txBody>
      </p:sp>
      <p:graphicFrame>
        <p:nvGraphicFramePr>
          <p:cNvPr id="3" name="Group 276">
            <a:extLst>
              <a:ext uri="{FF2B5EF4-FFF2-40B4-BE49-F238E27FC236}">
                <a16:creationId xmlns:a16="http://schemas.microsoft.com/office/drawing/2014/main" id="{C2D17A60-8CF0-9B7C-4B77-16FD632F856D}"/>
              </a:ext>
            </a:extLst>
          </p:cNvPr>
          <p:cNvGraphicFramePr>
            <a:graphicFrameLocks noGrp="1"/>
          </p:cNvGraphicFramePr>
          <p:nvPr/>
        </p:nvGraphicFramePr>
        <p:xfrm>
          <a:off x="631825" y="1558905"/>
          <a:ext cx="8648213" cy="4608000"/>
        </p:xfrm>
        <a:graphic>
          <a:graphicData uri="http://schemas.openxmlformats.org/drawingml/2006/table">
            <a:tbl>
              <a:tblPr/>
              <a:tblGrid>
                <a:gridCol w="862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1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8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60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709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000">
                <a:tc gridSpan="7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경력 사항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프로젝트명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참여  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인원수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참여 기간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　개요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 업무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발주처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00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</a:t>
                      </a:r>
                    </a:p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</a:t>
                      </a:r>
                    </a:p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경력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LG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생활건강</a:t>
                      </a:r>
                      <a:endParaRPr kumimoji="1" lang="en-US" altLang="ko-KR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모집단관리시스템 구축 및 증빙연계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2023.07~2023.10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모집단 데이터 및 증빙 연계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설계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LG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생활건강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23915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89986" marR="89986" marT="53991" marB="5399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롯데렌탈</a:t>
                      </a:r>
                      <a:endParaRPr kumimoji="1" lang="en-US" altLang="ko-KR" sz="9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내부회계관리시스템 구축</a:t>
                      </a:r>
                      <a:endParaRPr kumimoji="1" lang="ko-KR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</a:t>
                      </a:r>
                      <a:r>
                        <a:rPr kumimoji="1" lang="ko-KR" altLang="en-US" sz="9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2023.05~2023.07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구축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설계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롯데렌탈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082500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89986" marR="89986" marT="53991" marB="5399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한국앤컴퍼니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4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2022.09~2023.03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설계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한국앤컴퍼니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37291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LX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인터내셔널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5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2022.09~2022.12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설계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LX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인터내셔널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0038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한국타이어앤테크놀로지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6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2022.06~2022.12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설계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한국타이어앤테크놀로지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44950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만도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4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2022.06~2022.08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설계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만도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1208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GS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그룹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6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2021.11~2022.06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설계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GS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88420"/>
                  </a:ext>
                </a:extLst>
              </a:tr>
              <a:tr h="432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세아베스틸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세아창원특수강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리스크모니터링시스템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6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2024.10~2025.03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리스크모니터링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설계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삼정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KPMG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388323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세아제강지주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준법감시시스템 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5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2024.07~2024.12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준법감시시스템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설계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세아제강지주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202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85416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88AB3-B86E-F527-2B71-6351180A0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E4B3837D-8955-C92D-4BBC-1C8DD7707488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국내 최고의 내부회계 전문가로 구성되어 있으며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안정적인 구축과 운영을 위해 최선을 다하겠습니다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7934AA9D-464C-5B9D-8537-81AB816E0463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4.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프로젝트 투입 인력 현황</a:t>
            </a:r>
            <a:endParaRPr lang="en-US" altLang="ko-KR" sz="20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ExtraBold"/>
            </a:endParaRPr>
          </a:p>
        </p:txBody>
      </p:sp>
      <p:graphicFrame>
        <p:nvGraphicFramePr>
          <p:cNvPr id="5" name="Group 276">
            <a:extLst>
              <a:ext uri="{FF2B5EF4-FFF2-40B4-BE49-F238E27FC236}">
                <a16:creationId xmlns:a16="http://schemas.microsoft.com/office/drawing/2014/main" id="{4502B908-350F-1E59-5DB2-C2E237E3068F}"/>
              </a:ext>
            </a:extLst>
          </p:cNvPr>
          <p:cNvGraphicFramePr>
            <a:graphicFrameLocks noGrp="1"/>
          </p:cNvGraphicFramePr>
          <p:nvPr/>
        </p:nvGraphicFramePr>
        <p:xfrm>
          <a:off x="631825" y="1558905"/>
          <a:ext cx="8648213" cy="4752000"/>
        </p:xfrm>
        <a:graphic>
          <a:graphicData uri="http://schemas.openxmlformats.org/drawingml/2006/table">
            <a:tbl>
              <a:tblPr/>
              <a:tblGrid>
                <a:gridCol w="862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1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58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67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92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709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성명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장 건 우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업무경력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7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년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프로젝트에서의 담당업무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구축 및 테스트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프로젝트 투입 기간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26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04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~ 26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06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월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소속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아이티센코어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책임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학력 및 보유자격증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선문대학교 컴퓨터공학과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보유자격증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주요경력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 직장경력 등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내부회계관리시스템 구축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gridSpan="10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경력 사항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프로젝트명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참여  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인원수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참여 기간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　개요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 업무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발주처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00">
                <a:tc rowSpan="6"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</a:t>
                      </a:r>
                    </a:p>
                    <a:p>
                      <a:pPr algn="ctr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</a:t>
                      </a:r>
                    </a:p>
                    <a:p>
                      <a:pPr algn="ctr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경력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아워홈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2025.11~2025.12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아워홈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이수화학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이수스페셜티케미컬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2025.07~2025.10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이수시스템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610060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비바리퍼블리카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2025.06~2025.08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비바리퍼블리카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46798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현대모비스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 자금통제 추가개발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2025.05~2025.07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자금통제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현대오토에버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02696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강원랜드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 및 모집단관리시스템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2025.04~2025.12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모집단시스템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구축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강원랜드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17908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LG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화학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고도화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2025.04~2025.05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기능고도화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구축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LG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화학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337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6237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4C986-D305-F5C5-5679-0A29335A0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CA7A9925-F90A-E92A-E519-46EFF341B5E4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국내 최고의 내부회계 전문가로 구성되어 있으며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안정적인 구축과 운영을 위해 최선을 다하겠습니다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41010D58-8D3B-D611-F0ED-9507DAF1EE26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4.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프로젝트 투입 인력 현황</a:t>
            </a:r>
            <a:endParaRPr lang="en-US" altLang="ko-KR" sz="20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ExtraBold"/>
            </a:endParaRPr>
          </a:p>
        </p:txBody>
      </p:sp>
      <p:graphicFrame>
        <p:nvGraphicFramePr>
          <p:cNvPr id="3" name="Group 276">
            <a:extLst>
              <a:ext uri="{FF2B5EF4-FFF2-40B4-BE49-F238E27FC236}">
                <a16:creationId xmlns:a16="http://schemas.microsoft.com/office/drawing/2014/main" id="{EB8F85C3-93EE-8716-8724-46179C055213}"/>
              </a:ext>
            </a:extLst>
          </p:cNvPr>
          <p:cNvGraphicFramePr>
            <a:graphicFrameLocks noGrp="1"/>
          </p:cNvGraphicFramePr>
          <p:nvPr/>
        </p:nvGraphicFramePr>
        <p:xfrm>
          <a:off x="631825" y="1558905"/>
          <a:ext cx="8648213" cy="4608000"/>
        </p:xfrm>
        <a:graphic>
          <a:graphicData uri="http://schemas.openxmlformats.org/drawingml/2006/table">
            <a:tbl>
              <a:tblPr/>
              <a:tblGrid>
                <a:gridCol w="862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1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8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60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709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000">
                <a:tc gridSpan="7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경력 사항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프로젝트명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참여  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인원수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참여 기간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　개요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 업무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발주처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00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</a:t>
                      </a:r>
                    </a:p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</a:t>
                      </a:r>
                    </a:p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경력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한화모멘텀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2025.03~2025.04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구축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한화모멘텀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23915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89986" marR="89986" marT="53991" marB="5399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코오롱제약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구축</a:t>
                      </a:r>
                      <a:endParaRPr kumimoji="1" lang="ko-KR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2025.02~2025.03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구축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코오롱베니트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082500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89986" marR="89986" marT="53991" marB="5399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트라닉스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법인추가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2024.12~2025.01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구축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현대오토에버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37291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한라시멘트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2024.11~2024.12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구축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한라시멘트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0038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계룡산업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계룡건설 내부회계관리 법인추가구축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1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2024.11~2024.11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법인추가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구축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계룡산업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44950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케이알산업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계룡건설 내부회계관리 법인추가구축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1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2024.11~2024.11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법인추가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구축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케이알산업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1208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코오롱제약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2024.10~2024.11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구축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코오롱베니트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88420"/>
                  </a:ext>
                </a:extLst>
              </a:tr>
              <a:tr h="432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비바리퍼블리카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자금통제관리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2025.10~2025.12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자금통제관리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분석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비바리퍼블리카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388323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네이버페이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전사위험평가시스템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2024.09~2024.12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전사위험평가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PM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네이버파이낸셜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202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48661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D7CA1-4DB6-DC5A-FA69-8607F5FF9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84F6592E-55A6-C635-F902-692DFE462725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국내 최고의 내부회계 전문가로 구성되어 있으며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안정적인 구축과 운영을 위해 최선을 다하겠습니다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DC7144A6-0B43-5320-A8C5-144B7BC42A9C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4.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프로젝트 투입 인력 현황</a:t>
            </a:r>
            <a:endParaRPr lang="en-US" altLang="ko-KR" sz="20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ExtraBold"/>
            </a:endParaRPr>
          </a:p>
        </p:txBody>
      </p:sp>
      <p:graphicFrame>
        <p:nvGraphicFramePr>
          <p:cNvPr id="5" name="Group 276">
            <a:extLst>
              <a:ext uri="{FF2B5EF4-FFF2-40B4-BE49-F238E27FC236}">
                <a16:creationId xmlns:a16="http://schemas.microsoft.com/office/drawing/2014/main" id="{24D49F4A-1D96-B440-14D4-46B313A66070}"/>
              </a:ext>
            </a:extLst>
          </p:cNvPr>
          <p:cNvGraphicFramePr>
            <a:graphicFrameLocks noGrp="1"/>
          </p:cNvGraphicFramePr>
          <p:nvPr/>
        </p:nvGraphicFramePr>
        <p:xfrm>
          <a:off x="631825" y="1558905"/>
          <a:ext cx="8648213" cy="4752000"/>
        </p:xfrm>
        <a:graphic>
          <a:graphicData uri="http://schemas.openxmlformats.org/drawingml/2006/table">
            <a:tbl>
              <a:tblPr/>
              <a:tblGrid>
                <a:gridCol w="862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1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91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58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67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92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709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성명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최  란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업무경력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8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년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프로젝트에서의 담당업무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프로젝트 투입 기간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26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04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~ 26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05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월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소속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아이티센코어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책임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학력 및 보유자격증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백석대학교 소프트웨어전공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보유자격증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정보처리기사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주요경력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 직장경력 등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개별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내부회계관리시스템 개발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연결결산시스템 개발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gridSpan="10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경력 사항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프로젝트명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참여  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인원수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참여 기간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　개요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 업무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발주처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00">
                <a:tc rowSpan="6"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</a:t>
                      </a:r>
                    </a:p>
                    <a:p>
                      <a:pPr algn="ctr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</a:t>
                      </a:r>
                    </a:p>
                    <a:p>
                      <a:pPr algn="ctr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경력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비바리퍼블리카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자금통제관리 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2025.10~2025.12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자금통제관리 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비바리퍼블리카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SJ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그룹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 증빙링크 연계 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2025.10~2025.11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 증빙링크 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SJ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그룹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05320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이수화학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이수스페셜티케미컬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2025.07~2025.10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기능 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이수시스템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610060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한화오션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4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2025.04~2025.10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 내부회계관리 기능 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한화오션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46798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강원랜드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 및 모집단관리시스템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2025.04~2025.12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모집단시스템 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강원랜드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02696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LG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화학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고도화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2025.04~2025.05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기능고도화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LG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화학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337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8151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31C72-3A07-23D4-1292-718CE8F22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38A964E9-09F6-12A1-4A4C-BC7857D3ACF9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국내 최고의 내부회계 전문가로 구성되어 있으며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안정적인 구축과 운영을 위해 최선을 다하겠습니다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.</a:t>
            </a:r>
            <a:endParaRPr lang="ko-KR" altLang="en-US"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4C1F139-FFD5-F24B-245A-DFC0ECC45300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4.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프로젝트 투입 인력 현황</a:t>
            </a:r>
            <a:endParaRPr lang="en-US" altLang="ko-KR" sz="20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ExtraBold"/>
            </a:endParaRPr>
          </a:p>
        </p:txBody>
      </p:sp>
      <p:graphicFrame>
        <p:nvGraphicFramePr>
          <p:cNvPr id="3" name="Group 276">
            <a:extLst>
              <a:ext uri="{FF2B5EF4-FFF2-40B4-BE49-F238E27FC236}">
                <a16:creationId xmlns:a16="http://schemas.microsoft.com/office/drawing/2014/main" id="{F2EB9FDB-CE2B-3091-87F8-D506D17960D9}"/>
              </a:ext>
            </a:extLst>
          </p:cNvPr>
          <p:cNvGraphicFramePr>
            <a:graphicFrameLocks noGrp="1"/>
          </p:cNvGraphicFramePr>
          <p:nvPr/>
        </p:nvGraphicFramePr>
        <p:xfrm>
          <a:off x="631825" y="1558905"/>
          <a:ext cx="8648213" cy="4176000"/>
        </p:xfrm>
        <a:graphic>
          <a:graphicData uri="http://schemas.openxmlformats.org/drawingml/2006/table">
            <a:tbl>
              <a:tblPr/>
              <a:tblGrid>
                <a:gridCol w="862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1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8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60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709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8000">
                <a:tc gridSpan="7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경력 사항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프로젝트명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참여  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인원수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참여 기간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　개요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 업무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발주처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0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 </a:t>
                      </a:r>
                    </a:p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</a:t>
                      </a:r>
                    </a:p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경력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LG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에너지솔루선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 추가개발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2023.08~2023.11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연결내부회계 기능개선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LG CNS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584573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LG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생활건강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모집단관리시스템 구축 및 증빙연계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2023.07~2023.10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모집단 데이터 및 증빙 연계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LG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생활건강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23915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89986" marR="89986" marT="53991" marB="5399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호텔롯데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기능개선</a:t>
                      </a:r>
                      <a:endParaRPr kumimoji="1" lang="ko-KR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2023.07~2023.08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기능개선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호텔롯데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082500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SK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케미칼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기능개선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2023.03~2023.04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내부회계관리시스템 기능개선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SK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케미칼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00388"/>
                  </a:ext>
                </a:extLst>
              </a:tr>
              <a:tr h="43200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세아제강지주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준법감시시스템 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5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2024.07~2024.12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준법감시시스템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세아제강지주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26219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아이티센그룹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연결결산시스템 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2024.01~2024.12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연결결산시스템 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아이티센글로벌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281333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스마트공장 구축 및 고도화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5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2022.02~2023.01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기능 고도화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랩씨드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31348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스마트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FPC ERP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구축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5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명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2019.11~2020.02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모듈 개발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개발</a:t>
                      </a:r>
                      <a:endParaRPr kumimoji="1" lang="ko-KR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랩씨드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388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50224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CF850-5EA0-34E2-CC4C-77EC82A56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BC0DCE-7BD9-87EF-F15A-7F33C4961465}"/>
              </a:ext>
            </a:extLst>
          </p:cNvPr>
          <p:cNvSpPr txBox="1"/>
          <p:nvPr/>
        </p:nvSpPr>
        <p:spPr>
          <a:xfrm>
            <a:off x="6321009" y="1236613"/>
            <a:ext cx="3423882" cy="438041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311079" indent="-311079">
              <a:spcAft>
                <a:spcPts val="544"/>
              </a:spcAft>
              <a:buClr>
                <a:schemeClr val="accent1"/>
              </a:buClr>
              <a:buAutoNum type="arabicPeriod"/>
              <a:defRPr sz="1600" b="1" spc="-9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+mn-ea"/>
                <a:cs typeface="KoPubWorld돋움체_Pro Medium" panose="00000600000000000000" pitchFamily="50" charset="-127"/>
              </a:defRPr>
            </a:lvl1pPr>
          </a:lstStyle>
          <a:p>
            <a:pPr>
              <a:lnSpc>
                <a:spcPct val="20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일반현황</a:t>
            </a:r>
          </a:p>
          <a:p>
            <a:pPr>
              <a:lnSpc>
                <a:spcPct val="20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재무현황</a:t>
            </a:r>
          </a:p>
          <a:p>
            <a:pPr>
              <a:lnSpc>
                <a:spcPct val="20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조직 및 인력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유사 사업 실적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B555C4-BA5D-A5ED-9EFF-D6ECC250E363}"/>
              </a:ext>
            </a:extLst>
          </p:cNvPr>
          <p:cNvSpPr txBox="1"/>
          <p:nvPr/>
        </p:nvSpPr>
        <p:spPr>
          <a:xfrm>
            <a:off x="520555" y="2586052"/>
            <a:ext cx="5507017" cy="1224000"/>
          </a:xfrm>
          <a:prstGeom prst="rect">
            <a:avLst/>
          </a:prstGeom>
          <a:noFill/>
        </p:spPr>
        <p:txBody>
          <a:bodyPr wrap="square" lIns="0" rtlCol="0" anchor="ctr">
            <a:noAutofit/>
          </a:bodyPr>
          <a:lstStyle/>
          <a:p>
            <a:r>
              <a:rPr lang="ko-KR" altLang="en-US" sz="36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제안사 소개</a:t>
            </a:r>
            <a:endParaRPr lang="en-US" altLang="ko-KR" sz="3600" b="1" spc="-9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23CAC-1388-4FC9-BCCD-05456216C804}"/>
              </a:ext>
            </a:extLst>
          </p:cNvPr>
          <p:cNvSpPr txBox="1"/>
          <p:nvPr/>
        </p:nvSpPr>
        <p:spPr>
          <a:xfrm>
            <a:off x="408583" y="1628821"/>
            <a:ext cx="1746779" cy="101566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60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Ⅳ</a:t>
            </a:r>
            <a:endParaRPr lang="ko-KR" altLang="en-US" sz="6000" b="1" spc="-9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_Pro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484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328D5-8217-6891-EBBC-244310FED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38B0075-3822-A3C8-9ED2-5902AF209DB8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1.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일반 현황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B50ADB0-C09D-1D24-F98E-429F0D6D6C0E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아이티센 그룹은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국내 최고의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IT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서비스 전문 그룹</a:t>
            </a:r>
            <a:endParaRPr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B0D3EDA-4D5E-8FF7-57AF-25135DF22DC4}"/>
              </a:ext>
            </a:extLst>
          </p:cNvPr>
          <p:cNvSpPr/>
          <p:nvPr/>
        </p:nvSpPr>
        <p:spPr>
          <a:xfrm>
            <a:off x="631825" y="1782147"/>
            <a:ext cx="2736000" cy="4526578"/>
          </a:xfrm>
          <a:prstGeom prst="rect">
            <a:avLst/>
          </a:prstGeom>
          <a:solidFill>
            <a:srgbClr val="E9EEF7"/>
          </a:solidFill>
        </p:spPr>
        <p:txBody>
          <a:bodyPr wrap="square" lIns="0" tIns="0" rIns="0" bIns="0" rtlCol="0"/>
          <a:lstStyle/>
          <a:p>
            <a:endParaRPr lang="ko-KR" altLang="en-US" sz="1050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551598-EF45-6104-F72D-701AC8A45766}"/>
              </a:ext>
            </a:extLst>
          </p:cNvPr>
          <p:cNvSpPr/>
          <p:nvPr/>
        </p:nvSpPr>
        <p:spPr>
          <a:xfrm>
            <a:off x="739825" y="2074506"/>
            <a:ext cx="2520000" cy="40743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 descr="폰트, 그래픽, 그래픽 디자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37DBAA-D938-9183-028F-0566D5E72AF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33" y="3333354"/>
            <a:ext cx="1742944" cy="216000"/>
          </a:xfrm>
          <a:prstGeom prst="rect">
            <a:avLst/>
          </a:prstGeom>
        </p:spPr>
      </p:pic>
      <p:pic>
        <p:nvPicPr>
          <p:cNvPr id="17" name="그림 16" descr="그래픽, 그래픽 디자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26F920-4D33-078F-19C5-BBF0984170D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33" y="3674239"/>
            <a:ext cx="1382944" cy="216000"/>
          </a:xfrm>
          <a:prstGeom prst="rect">
            <a:avLst/>
          </a:prstGeom>
        </p:spPr>
      </p:pic>
      <p:pic>
        <p:nvPicPr>
          <p:cNvPr id="19" name="그림 18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258684-9E94-475C-9BAE-5B71830778F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33" y="4356009"/>
            <a:ext cx="1550038" cy="216000"/>
          </a:xfrm>
          <a:prstGeom prst="rect">
            <a:avLst/>
          </a:prstGeom>
        </p:spPr>
      </p:pic>
      <p:pic>
        <p:nvPicPr>
          <p:cNvPr id="21" name="그림 20" descr="폰트, 그래픽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85FD50-577C-45F4-D6BD-2317E9646B1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33" y="4696894"/>
            <a:ext cx="1569058" cy="216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A4E0DA6-B003-DFE1-1FA5-0F6A0267D73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33" y="4015124"/>
            <a:ext cx="1746568" cy="216000"/>
          </a:xfrm>
          <a:prstGeom prst="rect">
            <a:avLst/>
          </a:prstGeom>
        </p:spPr>
      </p:pic>
      <p:pic>
        <p:nvPicPr>
          <p:cNvPr id="25" name="그림 24" descr="그래픽, 그래픽 디자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EE11EB-00CB-E8DD-044A-05ED0540ECA0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33" y="2992469"/>
            <a:ext cx="1375698" cy="216000"/>
          </a:xfrm>
          <a:prstGeom prst="rect">
            <a:avLst/>
          </a:prstGeom>
        </p:spPr>
      </p:pic>
      <p:pic>
        <p:nvPicPr>
          <p:cNvPr id="27" name="그림 26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C8D9A0-730D-4821-F018-9F52872096BB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33" y="5396664"/>
            <a:ext cx="1692223" cy="216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41CABC15-A531-51F7-D677-24F9C29581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7533" y="5037779"/>
            <a:ext cx="960959" cy="234000"/>
          </a:xfrm>
          <a:prstGeom prst="rect">
            <a:avLst/>
          </a:prstGeom>
        </p:spPr>
      </p:pic>
      <p:sp>
        <p:nvSpPr>
          <p:cNvPr id="31" name="순서도: 대체 처리 30">
            <a:extLst>
              <a:ext uri="{FF2B5EF4-FFF2-40B4-BE49-F238E27FC236}">
                <a16:creationId xmlns:a16="http://schemas.microsoft.com/office/drawing/2014/main" id="{C3D33948-F8FB-EE53-0DF6-03B22A7D7B98}"/>
              </a:ext>
            </a:extLst>
          </p:cNvPr>
          <p:cNvSpPr/>
          <p:nvPr/>
        </p:nvSpPr>
        <p:spPr>
          <a:xfrm>
            <a:off x="739825" y="1716831"/>
            <a:ext cx="2520000" cy="37445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IT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부문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ED7C75E6-179E-756F-87B1-1459EEA666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3" y="5737552"/>
            <a:ext cx="1897875" cy="252000"/>
          </a:xfrm>
          <a:prstGeom prst="rect">
            <a:avLst/>
          </a:prstGeom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D3259DD0-A94F-DCB8-36F4-18BDEBD47D19}"/>
              </a:ext>
            </a:extLst>
          </p:cNvPr>
          <p:cNvSpPr/>
          <p:nvPr/>
        </p:nvSpPr>
        <p:spPr>
          <a:xfrm>
            <a:off x="3588030" y="1782147"/>
            <a:ext cx="2736000" cy="1903445"/>
          </a:xfrm>
          <a:prstGeom prst="rect">
            <a:avLst/>
          </a:prstGeom>
          <a:solidFill>
            <a:srgbClr val="E9EEF7"/>
          </a:solidFill>
        </p:spPr>
        <p:txBody>
          <a:bodyPr wrap="square" lIns="0" tIns="0" rIns="0" bIns="0" rtlCol="0"/>
          <a:lstStyle/>
          <a:p>
            <a:endParaRPr lang="ko-KR" altLang="en-US" sz="1050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순서도: 대체 처리 44">
            <a:extLst>
              <a:ext uri="{FF2B5EF4-FFF2-40B4-BE49-F238E27FC236}">
                <a16:creationId xmlns:a16="http://schemas.microsoft.com/office/drawing/2014/main" id="{1D15BC14-0E2A-717F-5D8D-A415481C3126}"/>
              </a:ext>
            </a:extLst>
          </p:cNvPr>
          <p:cNvSpPr/>
          <p:nvPr/>
        </p:nvSpPr>
        <p:spPr>
          <a:xfrm>
            <a:off x="3696030" y="1716831"/>
            <a:ext cx="2520000" cy="37445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그룹경영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투자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D73E643-AF33-F0CF-5D61-4F1AF2C0A877}"/>
              </a:ext>
            </a:extLst>
          </p:cNvPr>
          <p:cNvSpPr/>
          <p:nvPr/>
        </p:nvSpPr>
        <p:spPr>
          <a:xfrm>
            <a:off x="3696030" y="2074506"/>
            <a:ext cx="2520000" cy="14991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9" name="그림 48" descr="그래픽, 폰트, 그래픽 디자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A387D2-C94B-ED3A-8ADA-365FDCE9EBD8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353" y="3041596"/>
            <a:ext cx="1544603" cy="21600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0D07AE18-4113-2C25-F89A-C595CEF2E0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1690" y="3339784"/>
            <a:ext cx="1602860" cy="180000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D3DECDBE-A1B0-DEC8-478A-270EEACA3971}"/>
              </a:ext>
            </a:extLst>
          </p:cNvPr>
          <p:cNvSpPr/>
          <p:nvPr/>
        </p:nvSpPr>
        <p:spPr>
          <a:xfrm>
            <a:off x="3588030" y="3801447"/>
            <a:ext cx="2736000" cy="2507278"/>
          </a:xfrm>
          <a:prstGeom prst="rect">
            <a:avLst/>
          </a:prstGeom>
          <a:solidFill>
            <a:srgbClr val="E9EEF7"/>
          </a:solidFill>
        </p:spPr>
        <p:txBody>
          <a:bodyPr wrap="square" lIns="0" tIns="0" rIns="0" bIns="0" rtlCol="0"/>
          <a:lstStyle/>
          <a:p>
            <a:endParaRPr lang="ko-KR" altLang="en-US" sz="1050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순서도: 대체 처리 51">
            <a:extLst>
              <a:ext uri="{FF2B5EF4-FFF2-40B4-BE49-F238E27FC236}">
                <a16:creationId xmlns:a16="http://schemas.microsoft.com/office/drawing/2014/main" id="{52058429-A9F4-02CC-610C-8E67643CAA09}"/>
              </a:ext>
            </a:extLst>
          </p:cNvPr>
          <p:cNvSpPr/>
          <p:nvPr/>
        </p:nvSpPr>
        <p:spPr>
          <a:xfrm>
            <a:off x="3696030" y="3736131"/>
            <a:ext cx="2520000" cy="37445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웹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6044FC9-FFD5-05AE-990F-72934A971F01}"/>
              </a:ext>
            </a:extLst>
          </p:cNvPr>
          <p:cNvSpPr/>
          <p:nvPr/>
        </p:nvSpPr>
        <p:spPr>
          <a:xfrm>
            <a:off x="3696030" y="4093806"/>
            <a:ext cx="2520000" cy="2064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E4EE04D7-B27D-B5F8-B086-5391FBFF17F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92134" y="5274482"/>
            <a:ext cx="1508453" cy="252000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43E11BAD-4FAC-623D-FB7F-9FFC9BDBFB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2134" y="5609103"/>
            <a:ext cx="1266631" cy="252000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2D8E1701-CCBA-6BE4-5D00-6809D46190D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92134" y="5900180"/>
            <a:ext cx="1569306" cy="216000"/>
          </a:xfrm>
          <a:prstGeom prst="rect">
            <a:avLst/>
          </a:prstGeom>
        </p:spPr>
      </p:pic>
      <p:pic>
        <p:nvPicPr>
          <p:cNvPr id="60" name="object 31">
            <a:extLst>
              <a:ext uri="{FF2B5EF4-FFF2-40B4-BE49-F238E27FC236}">
                <a16:creationId xmlns:a16="http://schemas.microsoft.com/office/drawing/2014/main" id="{207DAD64-8079-5310-FB59-60C3616F3B58}"/>
              </a:ext>
            </a:extLst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72035" y="1771843"/>
            <a:ext cx="288000" cy="252000"/>
          </a:xfrm>
          <a:prstGeom prst="rect">
            <a:avLst/>
          </a:prstGeom>
        </p:spPr>
      </p:pic>
      <p:pic>
        <p:nvPicPr>
          <p:cNvPr id="61" name="object 97">
            <a:extLst>
              <a:ext uri="{FF2B5EF4-FFF2-40B4-BE49-F238E27FC236}">
                <a16:creationId xmlns:a16="http://schemas.microsoft.com/office/drawing/2014/main" id="{3234366D-D603-7C67-0504-8414A2A1CC04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943498" y="1771843"/>
            <a:ext cx="288000" cy="252000"/>
          </a:xfrm>
          <a:prstGeom prst="rect">
            <a:avLst/>
          </a:prstGeom>
        </p:spPr>
      </p:pic>
      <p:pic>
        <p:nvPicPr>
          <p:cNvPr id="62" name="object 115">
            <a:extLst>
              <a:ext uri="{FF2B5EF4-FFF2-40B4-BE49-F238E27FC236}">
                <a16:creationId xmlns:a16="http://schemas.microsoft.com/office/drawing/2014/main" id="{FAB8B41D-C43C-F794-AE72-80DCC74A5C9F}"/>
              </a:ext>
            </a:extLst>
          </p:cNvPr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943498" y="3806882"/>
            <a:ext cx="288000" cy="252000"/>
          </a:xfrm>
          <a:prstGeom prst="rect">
            <a:avLst/>
          </a:prstGeom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9E4AB6E8-098C-937F-04F5-C1B1C5DDC0F8}"/>
              </a:ext>
            </a:extLst>
          </p:cNvPr>
          <p:cNvSpPr txBox="1"/>
          <p:nvPr/>
        </p:nvSpPr>
        <p:spPr>
          <a:xfrm>
            <a:off x="827535" y="2158115"/>
            <a:ext cx="2412000" cy="720000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ko-KR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AI·</a:t>
            </a:r>
            <a:r>
              <a:rPr lang="ko-KR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클라우드 기반 </a:t>
            </a:r>
            <a:r>
              <a:rPr lang="en-US" altLang="ko-KR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IT </a:t>
            </a:r>
            <a:r>
              <a:rPr lang="ko-KR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기술로</a:t>
            </a:r>
            <a:endParaRPr lang="en-US" altLang="ko-KR" sz="1100" b="1" dirty="0">
              <a:solidFill>
                <a:schemeClr val="accent1">
                  <a:lumMod val="60000"/>
                  <a:lumOff val="4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0" hangingPunct="0">
              <a:lnSpc>
                <a:spcPct val="120000"/>
              </a:lnSpc>
            </a:pPr>
            <a:r>
              <a:rPr lang="ko-KR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맞춤형 디지털 시스템 설계</a:t>
            </a:r>
            <a:r>
              <a:rPr lang="en-US" altLang="ko-KR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구축</a:t>
            </a:r>
            <a:r>
              <a:rPr lang="en-US" altLang="ko-KR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서비스 제공</a:t>
            </a:r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95D99558-A69E-DBDE-4427-3B67AB3CC7C6}"/>
              </a:ext>
            </a:extLst>
          </p:cNvPr>
          <p:cNvSpPr txBox="1"/>
          <p:nvPr/>
        </p:nvSpPr>
        <p:spPr>
          <a:xfrm>
            <a:off x="3810204" y="2158115"/>
            <a:ext cx="2412000" cy="720000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>
            <a:defPPr>
              <a:defRPr lang="en-US"/>
            </a:defPPr>
            <a:lvl1pPr eaLnBrk="0" hangingPunct="0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ct val="120000"/>
              </a:lnSpc>
            </a:pPr>
            <a:r>
              <a:rPr lang="ko-KR" altLang="en-US" sz="1100" dirty="0"/>
              <a:t>계열사 간 시너지 창출을 위한</a:t>
            </a:r>
            <a:endParaRPr lang="en-US" altLang="ko-KR" sz="1100" dirty="0"/>
          </a:p>
          <a:p>
            <a:pPr>
              <a:lnSpc>
                <a:spcPct val="120000"/>
              </a:lnSpc>
            </a:pPr>
            <a:r>
              <a:rPr lang="ko-KR" altLang="en-US" sz="1100" dirty="0"/>
              <a:t>통합 전략 수립 및 글로벌 트렌드 분석</a:t>
            </a:r>
            <a:r>
              <a:rPr lang="en-US" altLang="ko-KR" sz="1100" dirty="0"/>
              <a:t>/</a:t>
            </a:r>
            <a:r>
              <a:rPr lang="ko-KR" altLang="en-US" sz="1100" dirty="0"/>
              <a:t>신사업 발굴 등 그룹 비즈니스 방향성 제시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E9BBF7A8-E53A-125F-6CB7-F90965A827BC}"/>
              </a:ext>
            </a:extLst>
          </p:cNvPr>
          <p:cNvSpPr txBox="1"/>
          <p:nvPr/>
        </p:nvSpPr>
        <p:spPr>
          <a:xfrm>
            <a:off x="3810204" y="4182047"/>
            <a:ext cx="2412000" cy="1008000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>
            <a:defPPr>
              <a:defRPr lang="en-US"/>
            </a:defPPr>
            <a:lvl1pPr eaLnBrk="0" hangingPunct="0">
              <a:defRPr sz="1200" b="1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ct val="120000"/>
              </a:lnSpc>
            </a:pPr>
            <a:r>
              <a:rPr lang="ko-KR" altLang="en-US" sz="1100" dirty="0"/>
              <a:t>실물자산 거래와 블록체인 기술을 바탕으로 </a:t>
            </a:r>
            <a:r>
              <a:rPr lang="en-US" altLang="ko-KR" sz="1100" dirty="0"/>
              <a:t>RWA, STO </a:t>
            </a:r>
            <a:r>
              <a:rPr lang="ko-KR" altLang="en-US" sz="1100" dirty="0"/>
              <a:t>등 다양한 디지털자산을 거래할 수 있는 금융플랫폼과 연계 서비스를 통한 새로운 부가가치 창출</a:t>
            </a:r>
            <a:r>
              <a:rPr lang="en-US" altLang="ko-KR" sz="1100" dirty="0"/>
              <a:t>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4C43B6-621B-1A0F-53D0-F624E2D56938}"/>
              </a:ext>
            </a:extLst>
          </p:cNvPr>
          <p:cNvSpPr/>
          <p:nvPr/>
        </p:nvSpPr>
        <p:spPr>
          <a:xfrm>
            <a:off x="6542731" y="1782147"/>
            <a:ext cx="2736000" cy="4526578"/>
          </a:xfrm>
          <a:prstGeom prst="rect">
            <a:avLst/>
          </a:prstGeom>
          <a:solidFill>
            <a:srgbClr val="E9EEF7"/>
          </a:solidFill>
        </p:spPr>
        <p:txBody>
          <a:bodyPr wrap="square" lIns="0" tIns="0" rIns="0" bIns="0" rtlCol="0"/>
          <a:lstStyle/>
          <a:p>
            <a:endParaRPr lang="ko-KR" altLang="en-US" sz="1050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순서도: 대체 처리 53">
            <a:extLst>
              <a:ext uri="{FF2B5EF4-FFF2-40B4-BE49-F238E27FC236}">
                <a16:creationId xmlns:a16="http://schemas.microsoft.com/office/drawing/2014/main" id="{03137A2A-998C-2D4D-E11A-AE357BA5F0B5}"/>
              </a:ext>
            </a:extLst>
          </p:cNvPr>
          <p:cNvSpPr/>
          <p:nvPr/>
        </p:nvSpPr>
        <p:spPr>
          <a:xfrm>
            <a:off x="6650731" y="1716831"/>
            <a:ext cx="2520000" cy="37445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그룹 연결기준 매출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6ABECFF-287A-4966-6DC6-882EF20E49B1}"/>
              </a:ext>
            </a:extLst>
          </p:cNvPr>
          <p:cNvSpPr/>
          <p:nvPr/>
        </p:nvSpPr>
        <p:spPr>
          <a:xfrm>
            <a:off x="6650731" y="2074506"/>
            <a:ext cx="2520000" cy="407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C14011C-4800-B4C0-B468-2E7B1EB7AF5D}"/>
              </a:ext>
            </a:extLst>
          </p:cNvPr>
          <p:cNvSpPr txBox="1"/>
          <p:nvPr/>
        </p:nvSpPr>
        <p:spPr>
          <a:xfrm>
            <a:off x="8198493" y="2167745"/>
            <a:ext cx="9721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defRPr>
            </a:lvl1pPr>
          </a:lstStyle>
          <a:p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억 원</a:t>
            </a:r>
            <a:r>
              <a:rPr lang="en-US" altLang="ko-KR" sz="9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00DB91AD-C7F0-C0F4-5E15-AA1EC09B8C90}"/>
              </a:ext>
            </a:extLst>
          </p:cNvPr>
          <p:cNvGrpSpPr/>
          <p:nvPr/>
        </p:nvGrpSpPr>
        <p:grpSpPr>
          <a:xfrm>
            <a:off x="6940716" y="3352557"/>
            <a:ext cx="2064871" cy="2052217"/>
            <a:chOff x="1098336" y="3291732"/>
            <a:chExt cx="2587227" cy="2246740"/>
          </a:xfrm>
        </p:grpSpPr>
        <p:cxnSp>
          <p:nvCxnSpPr>
            <p:cNvPr id="1024" name="직선 연결선 1023">
              <a:extLst>
                <a:ext uri="{FF2B5EF4-FFF2-40B4-BE49-F238E27FC236}">
                  <a16:creationId xmlns:a16="http://schemas.microsoft.com/office/drawing/2014/main" id="{B2D52A74-EB2A-EE41-AEC6-3DEDA6EC4A1B}"/>
                </a:ext>
              </a:extLst>
            </p:cNvPr>
            <p:cNvCxnSpPr/>
            <p:nvPr/>
          </p:nvCxnSpPr>
          <p:spPr>
            <a:xfrm>
              <a:off x="1098336" y="3741080"/>
              <a:ext cx="2587227" cy="0"/>
            </a:xfrm>
            <a:prstGeom prst="line">
              <a:avLst/>
            </a:prstGeom>
            <a:ln w="12700">
              <a:solidFill>
                <a:srgbClr val="C7C7C7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직선 연결선 1024">
              <a:extLst>
                <a:ext uri="{FF2B5EF4-FFF2-40B4-BE49-F238E27FC236}">
                  <a16:creationId xmlns:a16="http://schemas.microsoft.com/office/drawing/2014/main" id="{9A83C82A-A7FB-22B7-5A6F-AB65F9E094DC}"/>
                </a:ext>
              </a:extLst>
            </p:cNvPr>
            <p:cNvCxnSpPr/>
            <p:nvPr/>
          </p:nvCxnSpPr>
          <p:spPr>
            <a:xfrm>
              <a:off x="1098336" y="4190428"/>
              <a:ext cx="2587227" cy="0"/>
            </a:xfrm>
            <a:prstGeom prst="line">
              <a:avLst/>
            </a:prstGeom>
            <a:ln w="12700">
              <a:solidFill>
                <a:srgbClr val="C7C7C7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직선 연결선 1025">
              <a:extLst>
                <a:ext uri="{FF2B5EF4-FFF2-40B4-BE49-F238E27FC236}">
                  <a16:creationId xmlns:a16="http://schemas.microsoft.com/office/drawing/2014/main" id="{7AB75A8B-BFDE-E04D-7028-8FA670EE0103}"/>
                </a:ext>
              </a:extLst>
            </p:cNvPr>
            <p:cNvCxnSpPr/>
            <p:nvPr/>
          </p:nvCxnSpPr>
          <p:spPr>
            <a:xfrm>
              <a:off x="1098336" y="4639776"/>
              <a:ext cx="2587227" cy="0"/>
            </a:xfrm>
            <a:prstGeom prst="line">
              <a:avLst/>
            </a:prstGeom>
            <a:ln w="12700">
              <a:solidFill>
                <a:srgbClr val="C7C7C7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직선 연결선 1029">
              <a:extLst>
                <a:ext uri="{FF2B5EF4-FFF2-40B4-BE49-F238E27FC236}">
                  <a16:creationId xmlns:a16="http://schemas.microsoft.com/office/drawing/2014/main" id="{09CB91A9-F0C6-164B-E458-BC64CBBA161A}"/>
                </a:ext>
              </a:extLst>
            </p:cNvPr>
            <p:cNvCxnSpPr/>
            <p:nvPr/>
          </p:nvCxnSpPr>
          <p:spPr>
            <a:xfrm>
              <a:off x="1098336" y="5089125"/>
              <a:ext cx="2587227" cy="0"/>
            </a:xfrm>
            <a:prstGeom prst="line">
              <a:avLst/>
            </a:prstGeom>
            <a:ln w="12700">
              <a:solidFill>
                <a:srgbClr val="C7C7C7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직선 연결선 1030">
              <a:extLst>
                <a:ext uri="{FF2B5EF4-FFF2-40B4-BE49-F238E27FC236}">
                  <a16:creationId xmlns:a16="http://schemas.microsoft.com/office/drawing/2014/main" id="{AA486B7E-0DB1-5015-82D6-CC9C0533B7EA}"/>
                </a:ext>
              </a:extLst>
            </p:cNvPr>
            <p:cNvCxnSpPr/>
            <p:nvPr/>
          </p:nvCxnSpPr>
          <p:spPr>
            <a:xfrm>
              <a:off x="1098336" y="5538472"/>
              <a:ext cx="2587227" cy="0"/>
            </a:xfrm>
            <a:prstGeom prst="line">
              <a:avLst/>
            </a:prstGeom>
            <a:ln w="12700">
              <a:solidFill>
                <a:srgbClr val="C7C7C7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직선 연결선 1031">
              <a:extLst>
                <a:ext uri="{FF2B5EF4-FFF2-40B4-BE49-F238E27FC236}">
                  <a16:creationId xmlns:a16="http://schemas.microsoft.com/office/drawing/2014/main" id="{247F8E76-E4CA-31F0-D36E-1F37C251E757}"/>
                </a:ext>
              </a:extLst>
            </p:cNvPr>
            <p:cNvCxnSpPr/>
            <p:nvPr/>
          </p:nvCxnSpPr>
          <p:spPr>
            <a:xfrm>
              <a:off x="1098336" y="3291732"/>
              <a:ext cx="2587227" cy="0"/>
            </a:xfrm>
            <a:prstGeom prst="line">
              <a:avLst/>
            </a:prstGeom>
            <a:ln w="12700">
              <a:solidFill>
                <a:srgbClr val="C7C7C7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33" name="직선 연결선 1032">
            <a:extLst>
              <a:ext uri="{FF2B5EF4-FFF2-40B4-BE49-F238E27FC236}">
                <a16:creationId xmlns:a16="http://schemas.microsoft.com/office/drawing/2014/main" id="{A3D65C9E-BD01-96E7-078B-592BC93332EF}"/>
              </a:ext>
            </a:extLst>
          </p:cNvPr>
          <p:cNvCxnSpPr>
            <a:cxnSpLocks/>
          </p:cNvCxnSpPr>
          <p:nvPr/>
        </p:nvCxnSpPr>
        <p:spPr>
          <a:xfrm flipV="1">
            <a:off x="7021104" y="6010656"/>
            <a:ext cx="2124000" cy="257"/>
          </a:xfrm>
          <a:prstGeom prst="line">
            <a:avLst/>
          </a:prstGeom>
          <a:ln w="28575">
            <a:solidFill>
              <a:srgbClr val="ADAD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5" name="사다리꼴 1034">
            <a:extLst>
              <a:ext uri="{FF2B5EF4-FFF2-40B4-BE49-F238E27FC236}">
                <a16:creationId xmlns:a16="http://schemas.microsoft.com/office/drawing/2014/main" id="{D8CD3E9A-46E4-EC1F-F403-92DB2A77F5E3}"/>
              </a:ext>
            </a:extLst>
          </p:cNvPr>
          <p:cNvSpPr/>
          <p:nvPr/>
        </p:nvSpPr>
        <p:spPr>
          <a:xfrm>
            <a:off x="7058426" y="5821503"/>
            <a:ext cx="2088000" cy="189410"/>
          </a:xfrm>
          <a:prstGeom prst="trapezoid">
            <a:avLst>
              <a:gd name="adj" fmla="val 90318"/>
            </a:avLst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1B9B33E7-6DE1-47FB-092B-266B87965C75}"/>
              </a:ext>
            </a:extLst>
          </p:cNvPr>
          <p:cNvSpPr txBox="1"/>
          <p:nvPr/>
        </p:nvSpPr>
        <p:spPr>
          <a:xfrm>
            <a:off x="6734356" y="5649288"/>
            <a:ext cx="3649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r">
              <a:defRPr sz="70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A48C3152-5A45-2223-8C22-E59EEB4A8A34}"/>
              </a:ext>
            </a:extLst>
          </p:cNvPr>
          <p:cNvSpPr txBox="1"/>
          <p:nvPr/>
        </p:nvSpPr>
        <p:spPr>
          <a:xfrm>
            <a:off x="6778847" y="3172152"/>
            <a:ext cx="4876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r">
              <a:defRPr sz="70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D31A0F9A-BA89-B450-134C-D2DBA30B00C0}"/>
              </a:ext>
            </a:extLst>
          </p:cNvPr>
          <p:cNvSpPr txBox="1"/>
          <p:nvPr/>
        </p:nvSpPr>
        <p:spPr>
          <a:xfrm>
            <a:off x="6783039" y="3584136"/>
            <a:ext cx="4876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r">
              <a:defRPr sz="70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55F141F5-1AD4-3A41-AB04-2000F1604F5C}"/>
              </a:ext>
            </a:extLst>
          </p:cNvPr>
          <p:cNvSpPr txBox="1"/>
          <p:nvPr/>
        </p:nvSpPr>
        <p:spPr>
          <a:xfrm>
            <a:off x="6789999" y="3995208"/>
            <a:ext cx="4876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r">
              <a:defRPr sz="70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94114757-6237-D550-35DD-4853A1233DC7}"/>
              </a:ext>
            </a:extLst>
          </p:cNvPr>
          <p:cNvSpPr txBox="1"/>
          <p:nvPr/>
        </p:nvSpPr>
        <p:spPr>
          <a:xfrm>
            <a:off x="6789998" y="4388848"/>
            <a:ext cx="4876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r">
              <a:defRPr sz="70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F7EC159D-2944-3AE7-B115-6892F0ADE11F}"/>
              </a:ext>
            </a:extLst>
          </p:cNvPr>
          <p:cNvSpPr txBox="1"/>
          <p:nvPr/>
        </p:nvSpPr>
        <p:spPr>
          <a:xfrm>
            <a:off x="6789998" y="4812795"/>
            <a:ext cx="4876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r">
              <a:defRPr sz="70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2031E00B-F0FF-B8DE-C348-3875574399D4}"/>
              </a:ext>
            </a:extLst>
          </p:cNvPr>
          <p:cNvSpPr txBox="1"/>
          <p:nvPr/>
        </p:nvSpPr>
        <p:spPr>
          <a:xfrm>
            <a:off x="6846103" y="5219849"/>
            <a:ext cx="431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r">
              <a:defRPr sz="700"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5,000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0" name="정육면체 1069">
            <a:extLst>
              <a:ext uri="{FF2B5EF4-FFF2-40B4-BE49-F238E27FC236}">
                <a16:creationId xmlns:a16="http://schemas.microsoft.com/office/drawing/2014/main" id="{1549769C-16E0-91CD-7890-90C2D4EF9D11}"/>
              </a:ext>
            </a:extLst>
          </p:cNvPr>
          <p:cNvSpPr/>
          <p:nvPr/>
        </p:nvSpPr>
        <p:spPr>
          <a:xfrm>
            <a:off x="7382220" y="3640303"/>
            <a:ext cx="360000" cy="2376000"/>
          </a:xfrm>
          <a:prstGeom prst="cube">
            <a:avLst>
              <a:gd name="adj" fmla="val 16643"/>
            </a:avLst>
          </a:prstGeom>
          <a:solidFill>
            <a:schemeClr val="bg2">
              <a:lumMod val="90000"/>
            </a:schemeClr>
          </a:solidFill>
          <a:ln w="15875" algn="ctr">
            <a:noFill/>
            <a:round/>
            <a:headEnd/>
            <a:tailEnd/>
          </a:ln>
          <a:effectLst/>
          <a:scene3d>
            <a:camera prst="orthographicFront">
              <a:rot lat="1200000" lon="1800000" rev="0"/>
            </a:camera>
            <a:lightRig rig="threePt" dir="t"/>
          </a:scene3d>
          <a:sp3d>
            <a:bevelT w="0" h="107950"/>
          </a:sp3d>
        </p:spPr>
        <p:txBody>
          <a:bodyPr lIns="17481" tIns="17481" rIns="17481" bIns="17481" anchor="ctr"/>
          <a:lstStyle/>
          <a:p>
            <a:endParaRPr lang="ko-KR" altLang="en-US" sz="1000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1" name="Text Box 56">
            <a:extLst>
              <a:ext uri="{FF2B5EF4-FFF2-40B4-BE49-F238E27FC236}">
                <a16:creationId xmlns:a16="http://schemas.microsoft.com/office/drawing/2014/main" id="{66E5CCD0-F469-1E44-7324-4224EA0BF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1501" y="3473513"/>
            <a:ext cx="63030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38100">
              <a:bevelT w="127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>
              <a:defRPr kern="0">
                <a:solidFill>
                  <a:prstClr val="black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pPr defTabSz="1036718">
              <a:lnSpc>
                <a:spcPct val="90000"/>
              </a:lnSpc>
              <a:defRPr/>
            </a:pPr>
            <a:r>
              <a:rPr lang="en-US" altLang="ko-KR" sz="1000" b="1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26,210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9415458B-2164-958E-9261-7508E062D302}"/>
              </a:ext>
            </a:extLst>
          </p:cNvPr>
          <p:cNvSpPr txBox="1"/>
          <p:nvPr/>
        </p:nvSpPr>
        <p:spPr>
          <a:xfrm>
            <a:off x="7308458" y="5995114"/>
            <a:ext cx="377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`22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CF8FD025-DEDF-D61B-CF5B-9FC59CB16AB5}"/>
              </a:ext>
            </a:extLst>
          </p:cNvPr>
          <p:cNvSpPr txBox="1"/>
          <p:nvPr/>
        </p:nvSpPr>
        <p:spPr>
          <a:xfrm>
            <a:off x="8013904" y="5989989"/>
            <a:ext cx="377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`23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C847C232-65E7-A68A-8CCA-E8E838C5E96B}"/>
              </a:ext>
            </a:extLst>
          </p:cNvPr>
          <p:cNvSpPr txBox="1"/>
          <p:nvPr/>
        </p:nvSpPr>
        <p:spPr>
          <a:xfrm>
            <a:off x="8719350" y="5989989"/>
            <a:ext cx="377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`24</a:t>
            </a:r>
          </a:p>
        </p:txBody>
      </p:sp>
      <p:sp>
        <p:nvSpPr>
          <p:cNvPr id="1077" name="Text Box 56">
            <a:extLst>
              <a:ext uri="{FF2B5EF4-FFF2-40B4-BE49-F238E27FC236}">
                <a16:creationId xmlns:a16="http://schemas.microsoft.com/office/drawing/2014/main" id="{F7937887-F3FF-AF36-ECE1-D168E022B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8713" y="2359491"/>
            <a:ext cx="630301" cy="244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38100">
              <a:bevelT w="127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>
              <a:defRPr kern="0">
                <a:solidFill>
                  <a:prstClr val="black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pPr defTabSz="1036718">
              <a:lnSpc>
                <a:spcPct val="90000"/>
              </a:lnSpc>
              <a:defRPr/>
            </a:pPr>
            <a:r>
              <a:rPr lang="en-US" altLang="ko-KR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49,600</a:t>
            </a:r>
          </a:p>
        </p:txBody>
      </p:sp>
      <p:sp>
        <p:nvSpPr>
          <p:cNvPr id="1078" name="정육면체 1077">
            <a:extLst>
              <a:ext uri="{FF2B5EF4-FFF2-40B4-BE49-F238E27FC236}">
                <a16:creationId xmlns:a16="http://schemas.microsoft.com/office/drawing/2014/main" id="{BC046BD2-883B-1D3E-C95F-27F10324035D}"/>
              </a:ext>
            </a:extLst>
          </p:cNvPr>
          <p:cNvSpPr/>
          <p:nvPr/>
        </p:nvSpPr>
        <p:spPr>
          <a:xfrm>
            <a:off x="8017176" y="3424303"/>
            <a:ext cx="360000" cy="2592000"/>
          </a:xfrm>
          <a:prstGeom prst="cube">
            <a:avLst>
              <a:gd name="adj" fmla="val 16643"/>
            </a:avLst>
          </a:prstGeom>
          <a:solidFill>
            <a:schemeClr val="bg2">
              <a:lumMod val="75000"/>
            </a:schemeClr>
          </a:solidFill>
          <a:ln w="15875" algn="ctr">
            <a:noFill/>
            <a:round/>
            <a:headEnd/>
            <a:tailEnd/>
          </a:ln>
          <a:effectLst/>
          <a:scene3d>
            <a:camera prst="orthographicFront">
              <a:rot lat="1200000" lon="1800000" rev="0"/>
            </a:camera>
            <a:lightRig rig="threePt" dir="t"/>
          </a:scene3d>
          <a:sp3d>
            <a:bevelT w="0" h="107950"/>
          </a:sp3d>
        </p:spPr>
        <p:txBody>
          <a:bodyPr lIns="17481" tIns="17481" rIns="17481" bIns="17481" anchor="ctr"/>
          <a:lstStyle/>
          <a:p>
            <a:endParaRPr lang="ko-KR" altLang="en-US" sz="1000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9" name="Text Box 56">
            <a:extLst>
              <a:ext uri="{FF2B5EF4-FFF2-40B4-BE49-F238E27FC236}">
                <a16:creationId xmlns:a16="http://schemas.microsoft.com/office/drawing/2014/main" id="{B02556F2-F40E-4661-B254-B91604D50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541" y="3272735"/>
            <a:ext cx="63030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38100">
              <a:bevelT w="1270" h="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>
              <a:defRPr kern="0">
                <a:solidFill>
                  <a:prstClr val="black"/>
                </a:solidFill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pPr defTabSz="1036718">
              <a:lnSpc>
                <a:spcPct val="90000"/>
              </a:lnSpc>
              <a:defRPr/>
            </a:pPr>
            <a:r>
              <a:rPr lang="en-US" altLang="ko-KR" sz="1000" b="1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28,151</a:t>
            </a:r>
          </a:p>
        </p:txBody>
      </p:sp>
      <p:sp>
        <p:nvSpPr>
          <p:cNvPr id="1080" name="정육면체 1079">
            <a:extLst>
              <a:ext uri="{FF2B5EF4-FFF2-40B4-BE49-F238E27FC236}">
                <a16:creationId xmlns:a16="http://schemas.microsoft.com/office/drawing/2014/main" id="{0E99B90F-93A5-2238-5034-AF1134B6FC0F}"/>
              </a:ext>
            </a:extLst>
          </p:cNvPr>
          <p:cNvSpPr/>
          <p:nvPr/>
        </p:nvSpPr>
        <p:spPr>
          <a:xfrm>
            <a:off x="8652132" y="2529177"/>
            <a:ext cx="360000" cy="3487126"/>
          </a:xfrm>
          <a:prstGeom prst="cube">
            <a:avLst>
              <a:gd name="adj" fmla="val 16643"/>
            </a:avLst>
          </a:prstGeom>
          <a:solidFill>
            <a:schemeClr val="accent6">
              <a:lumMod val="50000"/>
            </a:schemeClr>
          </a:solidFill>
          <a:ln w="15875" algn="ctr">
            <a:noFill/>
            <a:round/>
            <a:headEnd/>
            <a:tailEnd/>
          </a:ln>
          <a:effectLst/>
          <a:scene3d>
            <a:camera prst="orthographicFront">
              <a:rot lat="1200000" lon="1800000" rev="0"/>
            </a:camera>
            <a:lightRig rig="threePt" dir="t"/>
          </a:scene3d>
          <a:sp3d>
            <a:bevelT w="0" h="107950"/>
          </a:sp3d>
        </p:spPr>
        <p:txBody>
          <a:bodyPr lIns="17481" tIns="17481" rIns="17481" bIns="17481" anchor="ctr"/>
          <a:lstStyle/>
          <a:p>
            <a:pPr latinLnBrk="0"/>
            <a:endParaRPr lang="ko-KR" altLang="en-US" sz="1000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1" name="AutoShape 83">
            <a:extLst>
              <a:ext uri="{FF2B5EF4-FFF2-40B4-BE49-F238E27FC236}">
                <a16:creationId xmlns:a16="http://schemas.microsoft.com/office/drawing/2014/main" id="{41A1C170-AB91-F6B1-7886-DB2A329F6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2895" y="2158115"/>
            <a:ext cx="1149985" cy="724422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/>
          <a:p>
            <a:pPr eaLnBrk="0" hangingPunct="0">
              <a:lnSpc>
                <a:spcPct val="120000"/>
              </a:lnSpc>
            </a:pPr>
            <a:r>
              <a:rPr lang="ko-KR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연결기준 매출</a:t>
            </a:r>
            <a:endParaRPr lang="en-US" altLang="ko-KR" sz="1100" b="1" dirty="0">
              <a:solidFill>
                <a:schemeClr val="accent1">
                  <a:lumMod val="60000"/>
                  <a:lumOff val="4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0" hangingPunct="0">
              <a:lnSpc>
                <a:spcPct val="120000"/>
              </a:lnSpc>
            </a:pPr>
            <a:r>
              <a:rPr lang="en-US" altLang="ko-KR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천억</a:t>
            </a:r>
            <a:endParaRPr lang="en-US" altLang="ko-KR" sz="1100" b="1" dirty="0">
              <a:solidFill>
                <a:schemeClr val="accent1">
                  <a:lumMod val="60000"/>
                  <a:lumOff val="4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0" hangingPunct="0">
              <a:lnSpc>
                <a:spcPct val="120000"/>
              </a:lnSpc>
            </a:pPr>
            <a:r>
              <a:rPr lang="ko-KR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달성</a:t>
            </a:r>
          </a:p>
        </p:txBody>
      </p:sp>
    </p:spTree>
    <p:extLst>
      <p:ext uri="{BB962C8B-B14F-4D97-AF65-F5344CB8AC3E}">
        <p14:creationId xmlns:p14="http://schemas.microsoft.com/office/powerpoint/2010/main" val="35818521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85DB00A-25A7-59A6-5370-6DF7A3161DC5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1.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일반 현황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8AFA43-5E6B-19E1-0FB3-7E435E6061C8}"/>
              </a:ext>
            </a:extLst>
          </p:cNvPr>
          <p:cNvSpPr txBox="1"/>
          <p:nvPr/>
        </p:nvSpPr>
        <p:spPr>
          <a:xfrm>
            <a:off x="566057" y="2731392"/>
            <a:ext cx="4278098" cy="1992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5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아이티센코어는 국내 최고의</a:t>
            </a:r>
            <a:endParaRPr lang="en-US" altLang="ko-KR" sz="15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5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ICT </a:t>
            </a:r>
            <a:r>
              <a:rPr lang="ko-KR" altLang="en-US" sz="15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전문 그룹인 아이티센 그룹에 속하여</a:t>
            </a:r>
            <a:r>
              <a:rPr lang="en-US" altLang="ko-KR" sz="15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>
              <a:lnSpc>
                <a:spcPct val="140000"/>
              </a:lnSpc>
            </a:pPr>
            <a:r>
              <a:rPr lang="ko-KR" altLang="en-US" sz="15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고객의 업무를 지능화∙자동화하고 위험을 예측∙감지하는 </a:t>
            </a:r>
            <a:r>
              <a:rPr lang="ko-KR" altLang="en-US" sz="15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서비스형 인텔리전트 소프트웨어 </a:t>
            </a:r>
            <a:r>
              <a:rPr lang="en-US" altLang="ko-KR" sz="15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Intelligent SaaS (Software-as-a-Service) </a:t>
            </a:r>
            <a:r>
              <a:rPr lang="ko-KR" altLang="en-US" sz="15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를 제공하는 글로벌 전문가 집단입니다</a:t>
            </a:r>
            <a:r>
              <a:rPr lang="en-US" altLang="ko-KR" sz="15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5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64FA2D-F3B3-6C32-F777-C584F3C6A49E}"/>
              </a:ext>
            </a:extLst>
          </p:cNvPr>
          <p:cNvSpPr txBox="1"/>
          <p:nvPr/>
        </p:nvSpPr>
        <p:spPr>
          <a:xfrm>
            <a:off x="5310659" y="1681466"/>
            <a:ext cx="108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회사 현황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B801811-E5EE-AE52-0146-DF92B535907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67" y="1998707"/>
            <a:ext cx="2751396" cy="432000"/>
          </a:xfrm>
          <a:prstGeom prst="rect">
            <a:avLst/>
          </a:prstGeom>
        </p:spPr>
      </p:pic>
      <p:pic>
        <p:nvPicPr>
          <p:cNvPr id="8" name="그래픽 7" descr="배지 체크 표시1 단색으로 채워진">
            <a:extLst>
              <a:ext uri="{FF2B5EF4-FFF2-40B4-BE49-F238E27FC236}">
                <a16:creationId xmlns:a16="http://schemas.microsoft.com/office/drawing/2014/main" id="{B981D0E5-4E49-4B3D-5B54-2F5F9484F0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1846" y="1681466"/>
            <a:ext cx="288000" cy="288000"/>
          </a:xfrm>
          <a:prstGeom prst="rect">
            <a:avLst/>
          </a:prstGeom>
        </p:spPr>
      </p:pic>
      <p:sp>
        <p:nvSpPr>
          <p:cNvPr id="31" name="object 4">
            <a:extLst>
              <a:ext uri="{FF2B5EF4-FFF2-40B4-BE49-F238E27FC236}">
                <a16:creationId xmlns:a16="http://schemas.microsoft.com/office/drawing/2014/main" id="{D96FA807-1CC5-D5AF-78EB-4635DE741CEB}"/>
              </a:ext>
            </a:extLst>
          </p:cNvPr>
          <p:cNvSpPr txBox="1"/>
          <p:nvPr/>
        </p:nvSpPr>
        <p:spPr>
          <a:xfrm>
            <a:off x="642744" y="793488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경영관리솔루션 분야 전문 기업으로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내부회계관리솔루션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Market Share 1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위</a:t>
            </a:r>
            <a:endParaRPr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641267" y="5512223"/>
            <a:ext cx="1016054" cy="576000"/>
            <a:chOff x="647325" y="4997311"/>
            <a:chExt cx="1016054" cy="576000"/>
          </a:xfrm>
        </p:grpSpPr>
        <p:sp>
          <p:nvSpPr>
            <p:cNvPr id="29" name="사각형: 둥근 위쪽 모서리 52">
              <a:extLst>
                <a:ext uri="{FF2B5EF4-FFF2-40B4-BE49-F238E27FC236}">
                  <a16:creationId xmlns:a16="http://schemas.microsoft.com/office/drawing/2014/main" id="{65978840-6669-7DB8-A07F-C97ED3FB6685}"/>
                </a:ext>
              </a:extLst>
            </p:cNvPr>
            <p:cNvSpPr/>
            <p:nvPr/>
          </p:nvSpPr>
          <p:spPr>
            <a:xfrm>
              <a:off x="647325" y="4997311"/>
              <a:ext cx="1016054" cy="576000"/>
            </a:xfrm>
            <a:prstGeom prst="round2SameRect">
              <a:avLst>
                <a:gd name="adj1" fmla="val 16667"/>
                <a:gd name="adj2" fmla="val 11981"/>
              </a:avLst>
            </a:prstGeom>
            <a:solidFill>
              <a:srgbClr val="2346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4" name="그림 56">
              <a:extLst>
                <a:ext uri="{FF2B5EF4-FFF2-40B4-BE49-F238E27FC236}">
                  <a16:creationId xmlns:a16="http://schemas.microsoft.com/office/drawing/2014/main" id="{B6B376DD-0FEB-945F-2672-022272CEC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7120" y="5087311"/>
              <a:ext cx="391787" cy="396000"/>
            </a:xfrm>
            <a:prstGeom prst="rect">
              <a:avLst/>
            </a:prstGeom>
          </p:spPr>
        </p:pic>
        <p:sp>
          <p:nvSpPr>
            <p:cNvPr id="38" name="object 4">
              <a:extLst>
                <a:ext uri="{FF2B5EF4-FFF2-40B4-BE49-F238E27FC236}">
                  <a16:creationId xmlns:a16="http://schemas.microsoft.com/office/drawing/2014/main" id="{6CBF33FD-CEA2-D000-ACA6-92AF20FB497E}"/>
                </a:ext>
              </a:extLst>
            </p:cNvPr>
            <p:cNvSpPr txBox="1"/>
            <p:nvPr/>
          </p:nvSpPr>
          <p:spPr>
            <a:xfrm>
              <a:off x="684177" y="5141311"/>
              <a:ext cx="610701" cy="288000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noAutofit/>
            </a:bodyPr>
            <a:lstStyle/>
            <a:p>
              <a:pPr marL="12700" marR="5080">
                <a:spcBef>
                  <a:spcPts val="100"/>
                </a:spcBef>
              </a:pPr>
              <a:r>
                <a:rPr lang="en-US" sz="1600" b="1" spc="-9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"/>
                </a:rPr>
                <a:t>ESG</a:t>
              </a:r>
              <a:endParaRPr sz="16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737807" y="5512223"/>
            <a:ext cx="1016054" cy="576000"/>
            <a:chOff x="2654648" y="4878399"/>
            <a:chExt cx="1016054" cy="576000"/>
          </a:xfrm>
        </p:grpSpPr>
        <p:sp>
          <p:nvSpPr>
            <p:cNvPr id="30" name="사각형: 둥근 위쪽 모서리 53">
              <a:extLst>
                <a:ext uri="{FF2B5EF4-FFF2-40B4-BE49-F238E27FC236}">
                  <a16:creationId xmlns:a16="http://schemas.microsoft.com/office/drawing/2014/main" id="{001D7B28-F1D2-C192-0FE4-7A57AC80679A}"/>
                </a:ext>
              </a:extLst>
            </p:cNvPr>
            <p:cNvSpPr/>
            <p:nvPr/>
          </p:nvSpPr>
          <p:spPr>
            <a:xfrm>
              <a:off x="2654648" y="4878399"/>
              <a:ext cx="1016054" cy="576000"/>
            </a:xfrm>
            <a:prstGeom prst="round2SameRect">
              <a:avLst>
                <a:gd name="adj1" fmla="val 16667"/>
                <a:gd name="adj2" fmla="val 8986"/>
              </a:avLst>
            </a:prstGeom>
            <a:solidFill>
              <a:srgbClr val="3C5F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5" name="그림 57">
              <a:extLst>
                <a:ext uri="{FF2B5EF4-FFF2-40B4-BE49-F238E27FC236}">
                  <a16:creationId xmlns:a16="http://schemas.microsoft.com/office/drawing/2014/main" id="{FE9EA959-A0AD-47B6-E4D6-BB79D9D210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8968" y="4968399"/>
              <a:ext cx="415063" cy="396000"/>
            </a:xfrm>
            <a:prstGeom prst="rect">
              <a:avLst/>
            </a:prstGeom>
          </p:spPr>
        </p:pic>
        <p:sp>
          <p:nvSpPr>
            <p:cNvPr id="39" name="object 4">
              <a:extLst>
                <a:ext uri="{FF2B5EF4-FFF2-40B4-BE49-F238E27FC236}">
                  <a16:creationId xmlns:a16="http://schemas.microsoft.com/office/drawing/2014/main" id="{CBB2A92B-425D-BDB0-1580-AF5C82429B68}"/>
                </a:ext>
              </a:extLst>
            </p:cNvPr>
            <p:cNvSpPr txBox="1"/>
            <p:nvPr/>
          </p:nvSpPr>
          <p:spPr>
            <a:xfrm>
              <a:off x="2690369" y="5022399"/>
              <a:ext cx="610701" cy="288000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noAutofit/>
            </a:bodyPr>
            <a:lstStyle/>
            <a:p>
              <a:pPr marL="12700" marR="5080">
                <a:spcBef>
                  <a:spcPts val="100"/>
                </a:spcBef>
              </a:pPr>
              <a:r>
                <a:rPr lang="en-US" sz="1600" b="1" spc="-9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"/>
                </a:rPr>
                <a:t>IEC</a:t>
              </a:r>
              <a:endParaRPr sz="16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2834347" y="5510633"/>
            <a:ext cx="1016054" cy="576000"/>
            <a:chOff x="934614" y="5510311"/>
            <a:chExt cx="1016054" cy="576000"/>
          </a:xfrm>
        </p:grpSpPr>
        <p:sp>
          <p:nvSpPr>
            <p:cNvPr id="32" name="사각형: 둥근 위쪽 모서리 54">
              <a:extLst>
                <a:ext uri="{FF2B5EF4-FFF2-40B4-BE49-F238E27FC236}">
                  <a16:creationId xmlns:a16="http://schemas.microsoft.com/office/drawing/2014/main" id="{F92E9322-40A1-6FB0-8A23-5E0C5846CCEF}"/>
                </a:ext>
              </a:extLst>
            </p:cNvPr>
            <p:cNvSpPr/>
            <p:nvPr/>
          </p:nvSpPr>
          <p:spPr>
            <a:xfrm>
              <a:off x="934614" y="5510311"/>
              <a:ext cx="1016054" cy="576000"/>
            </a:xfrm>
            <a:prstGeom prst="round2SameRect">
              <a:avLst>
                <a:gd name="adj1" fmla="val 16474"/>
                <a:gd name="adj2" fmla="val 9071"/>
              </a:avLst>
            </a:prstGeom>
            <a:solidFill>
              <a:srgbClr val="6B97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6" name="그림 58">
              <a:extLst>
                <a:ext uri="{FF2B5EF4-FFF2-40B4-BE49-F238E27FC236}">
                  <a16:creationId xmlns:a16="http://schemas.microsoft.com/office/drawing/2014/main" id="{58D9B8AC-1489-68C7-D216-C228976F0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6734" y="5600311"/>
              <a:ext cx="402281" cy="396000"/>
            </a:xfrm>
            <a:prstGeom prst="rect">
              <a:avLst/>
            </a:prstGeom>
            <a:solidFill>
              <a:srgbClr val="3C5FAB"/>
            </a:solidFill>
            <a:ln>
              <a:noFill/>
            </a:ln>
          </p:spPr>
        </p:pic>
        <p:sp>
          <p:nvSpPr>
            <p:cNvPr id="40" name="object 4">
              <a:extLst>
                <a:ext uri="{FF2B5EF4-FFF2-40B4-BE49-F238E27FC236}">
                  <a16:creationId xmlns:a16="http://schemas.microsoft.com/office/drawing/2014/main" id="{10E313CE-0E7C-B708-3FBE-D93DCC0A3AA2}"/>
                </a:ext>
              </a:extLst>
            </p:cNvPr>
            <p:cNvSpPr txBox="1"/>
            <p:nvPr/>
          </p:nvSpPr>
          <p:spPr>
            <a:xfrm>
              <a:off x="969203" y="5654311"/>
              <a:ext cx="610701" cy="288000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noAutofit/>
            </a:bodyPr>
            <a:lstStyle/>
            <a:p>
              <a:pPr marL="12700" marR="5080">
                <a:spcBef>
                  <a:spcPts val="100"/>
                </a:spcBef>
              </a:pPr>
              <a:r>
                <a:rPr lang="en-US" sz="1600" b="1" spc="-9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"/>
                </a:rPr>
                <a:t>ERP</a:t>
              </a:r>
              <a:endParaRPr sz="16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3930888" y="5512673"/>
            <a:ext cx="1016054" cy="576000"/>
            <a:chOff x="2672154" y="5512223"/>
            <a:chExt cx="1016054" cy="576000"/>
          </a:xfrm>
        </p:grpSpPr>
        <p:sp>
          <p:nvSpPr>
            <p:cNvPr id="33" name="사각형: 둥근 위쪽 모서리 55">
              <a:extLst>
                <a:ext uri="{FF2B5EF4-FFF2-40B4-BE49-F238E27FC236}">
                  <a16:creationId xmlns:a16="http://schemas.microsoft.com/office/drawing/2014/main" id="{49E455F0-18D1-FFF6-3093-A156FAB73C9D}"/>
                </a:ext>
              </a:extLst>
            </p:cNvPr>
            <p:cNvSpPr/>
            <p:nvPr/>
          </p:nvSpPr>
          <p:spPr>
            <a:xfrm>
              <a:off x="2672154" y="5512223"/>
              <a:ext cx="1016054" cy="576000"/>
            </a:xfrm>
            <a:prstGeom prst="round2SameRect">
              <a:avLst>
                <a:gd name="adj1" fmla="val 13479"/>
                <a:gd name="adj2" fmla="val 7560"/>
              </a:avLst>
            </a:prstGeom>
            <a:solidFill>
              <a:srgbClr val="6FC0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7" name="그림 59">
              <a:extLst>
                <a:ext uri="{FF2B5EF4-FFF2-40B4-BE49-F238E27FC236}">
                  <a16:creationId xmlns:a16="http://schemas.microsoft.com/office/drawing/2014/main" id="{863E9EEA-C001-C511-9B51-317D3309D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9293" y="5602223"/>
              <a:ext cx="422697" cy="396000"/>
            </a:xfrm>
            <a:prstGeom prst="rect">
              <a:avLst/>
            </a:prstGeom>
          </p:spPr>
        </p:pic>
        <p:sp>
          <p:nvSpPr>
            <p:cNvPr id="41" name="object 4">
              <a:extLst>
                <a:ext uri="{FF2B5EF4-FFF2-40B4-BE49-F238E27FC236}">
                  <a16:creationId xmlns:a16="http://schemas.microsoft.com/office/drawing/2014/main" id="{0FD81154-4BD0-CED4-6E3E-CCB6E80D220C}"/>
                </a:ext>
              </a:extLst>
            </p:cNvPr>
            <p:cNvSpPr txBox="1"/>
            <p:nvPr/>
          </p:nvSpPr>
          <p:spPr>
            <a:xfrm>
              <a:off x="2705612" y="5656223"/>
              <a:ext cx="610701" cy="288000"/>
            </a:xfrm>
            <a:prstGeom prst="rect">
              <a:avLst/>
            </a:prstGeom>
          </p:spPr>
          <p:txBody>
            <a:bodyPr vert="horz" wrap="square" lIns="0" tIns="12700" rIns="0" bIns="0" rtlCol="0" anchor="ctr">
              <a:noAutofit/>
            </a:bodyPr>
            <a:lstStyle/>
            <a:p>
              <a:pPr marL="12700" marR="5080">
                <a:spcBef>
                  <a:spcPts val="100"/>
                </a:spcBef>
              </a:pPr>
              <a:r>
                <a:rPr lang="en-US" sz="1600" b="1" spc="-9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"/>
                </a:rPr>
                <a:t>ITO</a:t>
              </a:r>
              <a:endParaRPr sz="16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endParaRPr>
            </a:p>
          </p:txBody>
        </p:sp>
      </p:grpSp>
      <p:sp>
        <p:nvSpPr>
          <p:cNvPr id="4" name="object 45">
            <a:extLst>
              <a:ext uri="{FF2B5EF4-FFF2-40B4-BE49-F238E27FC236}">
                <a16:creationId xmlns:a16="http://schemas.microsoft.com/office/drawing/2014/main" id="{6B828794-6D6C-174C-1C92-4959FAA48A56}"/>
              </a:ext>
            </a:extLst>
          </p:cNvPr>
          <p:cNvSpPr/>
          <p:nvPr/>
        </p:nvSpPr>
        <p:spPr>
          <a:xfrm>
            <a:off x="5061846" y="2135777"/>
            <a:ext cx="1080000" cy="360000"/>
          </a:xfrm>
          <a:prstGeom prst="roundRect">
            <a:avLst/>
          </a:prstGeom>
          <a:solidFill>
            <a:srgbClr val="CAD7EB"/>
          </a:solidFill>
        </p:spPr>
        <p:txBody>
          <a:bodyPr wrap="square" lIns="108000" tIns="0" rIns="108000" bIns="0" rtlCol="0" anchor="ctr"/>
          <a:lstStyle/>
          <a:p>
            <a:pPr algn="dist">
              <a:spcBef>
                <a:spcPts val="100"/>
              </a:spcBef>
            </a:pPr>
            <a:r>
              <a:rPr lang="ko-KR" altLang="en-US" sz="1100" b="1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회사명</a:t>
            </a:r>
            <a:endParaRPr lang="en-US" altLang="ko-KR" sz="1100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object 47">
            <a:extLst>
              <a:ext uri="{FF2B5EF4-FFF2-40B4-BE49-F238E27FC236}">
                <a16:creationId xmlns:a16="http://schemas.microsoft.com/office/drawing/2014/main" id="{1E4CB011-A876-A988-F1C2-AE6F27CD8CE3}"/>
              </a:ext>
            </a:extLst>
          </p:cNvPr>
          <p:cNvSpPr/>
          <p:nvPr/>
        </p:nvSpPr>
        <p:spPr>
          <a:xfrm>
            <a:off x="6214371" y="2135777"/>
            <a:ext cx="3060000" cy="360000"/>
          </a:xfrm>
          <a:prstGeom prst="roundRect">
            <a:avLst/>
          </a:prstGeom>
          <a:solidFill>
            <a:srgbClr val="EBF0F7"/>
          </a:solidFill>
        </p:spPr>
        <p:txBody>
          <a:bodyPr wrap="square" lIns="0" tIns="0" rIns="0" bIns="0" rtlCol="0" anchor="ctr"/>
          <a:lstStyle/>
          <a:p>
            <a:pPr marL="12700" indent="73025">
              <a:spcBef>
                <a:spcPts val="100"/>
              </a:spcBef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아이티센코어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object 45">
            <a:extLst>
              <a:ext uri="{FF2B5EF4-FFF2-40B4-BE49-F238E27FC236}">
                <a16:creationId xmlns:a16="http://schemas.microsoft.com/office/drawing/2014/main" id="{779CA865-8B44-CE6D-0EE9-E32E630F9300}"/>
              </a:ext>
            </a:extLst>
          </p:cNvPr>
          <p:cNvSpPr/>
          <p:nvPr/>
        </p:nvSpPr>
        <p:spPr>
          <a:xfrm>
            <a:off x="5061846" y="2534938"/>
            <a:ext cx="1080000" cy="360000"/>
          </a:xfrm>
          <a:prstGeom prst="roundRect">
            <a:avLst/>
          </a:prstGeom>
          <a:solidFill>
            <a:srgbClr val="CAD7EB"/>
          </a:solidFill>
        </p:spPr>
        <p:txBody>
          <a:bodyPr wrap="square" lIns="108000" tIns="0" rIns="108000" bIns="0" rtlCol="0" anchor="ctr"/>
          <a:lstStyle/>
          <a:p>
            <a:pPr algn="dist">
              <a:spcBef>
                <a:spcPts val="100"/>
              </a:spcBef>
            </a:pPr>
            <a:r>
              <a:rPr lang="ko-KR" altLang="en-US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설립일</a:t>
            </a:r>
            <a:endParaRPr lang="en-US" altLang="ko-KR" sz="1100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object 47">
            <a:extLst>
              <a:ext uri="{FF2B5EF4-FFF2-40B4-BE49-F238E27FC236}">
                <a16:creationId xmlns:a16="http://schemas.microsoft.com/office/drawing/2014/main" id="{1304DC24-A3A1-E9CF-9D95-3AD11EDDE9A6}"/>
              </a:ext>
            </a:extLst>
          </p:cNvPr>
          <p:cNvSpPr/>
          <p:nvPr/>
        </p:nvSpPr>
        <p:spPr>
          <a:xfrm>
            <a:off x="6214371" y="2534938"/>
            <a:ext cx="3060000" cy="360000"/>
          </a:xfrm>
          <a:prstGeom prst="roundRect">
            <a:avLst/>
          </a:prstGeom>
          <a:solidFill>
            <a:srgbClr val="EBF0F7"/>
          </a:solidFill>
        </p:spPr>
        <p:txBody>
          <a:bodyPr wrap="square" lIns="0" tIns="0" rIns="0" bIns="0" rtlCol="0" anchor="ctr"/>
          <a:lstStyle/>
          <a:p>
            <a:pPr marL="12700" indent="73025">
              <a:spcBef>
                <a:spcPts val="100"/>
              </a:spcBef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2004</a:t>
            </a: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object 45">
            <a:extLst>
              <a:ext uri="{FF2B5EF4-FFF2-40B4-BE49-F238E27FC236}">
                <a16:creationId xmlns:a16="http://schemas.microsoft.com/office/drawing/2014/main" id="{410D7418-125A-E32A-FFC0-BF9A6CD237C5}"/>
              </a:ext>
            </a:extLst>
          </p:cNvPr>
          <p:cNvSpPr/>
          <p:nvPr/>
        </p:nvSpPr>
        <p:spPr>
          <a:xfrm>
            <a:off x="5061846" y="2934099"/>
            <a:ext cx="1080000" cy="360000"/>
          </a:xfrm>
          <a:prstGeom prst="roundRect">
            <a:avLst/>
          </a:prstGeom>
          <a:solidFill>
            <a:srgbClr val="CAD7EB"/>
          </a:solidFill>
        </p:spPr>
        <p:txBody>
          <a:bodyPr wrap="square" lIns="108000" tIns="0" rIns="108000" bIns="0" rtlCol="0" anchor="ctr"/>
          <a:lstStyle/>
          <a:p>
            <a:pPr algn="dist">
              <a:spcBef>
                <a:spcPts val="100"/>
              </a:spcBef>
            </a:pPr>
            <a:r>
              <a:rPr lang="ko-KR" altLang="en-US" sz="1100" b="1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상장일</a:t>
            </a:r>
            <a:endParaRPr lang="en-US" altLang="ko-KR" sz="1100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object 47">
            <a:extLst>
              <a:ext uri="{FF2B5EF4-FFF2-40B4-BE49-F238E27FC236}">
                <a16:creationId xmlns:a16="http://schemas.microsoft.com/office/drawing/2014/main" id="{4D7AEBA7-B2AE-5124-5F78-0C1749498203}"/>
              </a:ext>
            </a:extLst>
          </p:cNvPr>
          <p:cNvSpPr/>
          <p:nvPr/>
        </p:nvSpPr>
        <p:spPr>
          <a:xfrm>
            <a:off x="6214371" y="2934099"/>
            <a:ext cx="3060000" cy="360000"/>
          </a:xfrm>
          <a:prstGeom prst="roundRect">
            <a:avLst/>
          </a:prstGeom>
          <a:solidFill>
            <a:srgbClr val="EBF0F7"/>
          </a:solidFill>
        </p:spPr>
        <p:txBody>
          <a:bodyPr wrap="square" lIns="0" tIns="0" rIns="0" bIns="0" rtlCol="0" anchor="ctr"/>
          <a:lstStyle/>
          <a:p>
            <a:pPr marL="12700" indent="73025">
              <a:spcBef>
                <a:spcPts val="100"/>
              </a:spcBef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2016</a:t>
            </a: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31</a:t>
            </a: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KONEX)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object 45">
            <a:extLst>
              <a:ext uri="{FF2B5EF4-FFF2-40B4-BE49-F238E27FC236}">
                <a16:creationId xmlns:a16="http://schemas.microsoft.com/office/drawing/2014/main" id="{286AD46A-D1D0-DF3F-A2C6-D1DA7E785177}"/>
              </a:ext>
            </a:extLst>
          </p:cNvPr>
          <p:cNvSpPr/>
          <p:nvPr/>
        </p:nvSpPr>
        <p:spPr>
          <a:xfrm>
            <a:off x="5061846" y="3333260"/>
            <a:ext cx="1080000" cy="360000"/>
          </a:xfrm>
          <a:prstGeom prst="roundRect">
            <a:avLst/>
          </a:prstGeom>
          <a:solidFill>
            <a:srgbClr val="CAD7EB"/>
          </a:solidFill>
        </p:spPr>
        <p:txBody>
          <a:bodyPr wrap="square" lIns="108000" tIns="0" rIns="108000" bIns="0" rtlCol="0" anchor="ctr"/>
          <a:lstStyle/>
          <a:p>
            <a:pPr algn="dist">
              <a:spcBef>
                <a:spcPts val="100"/>
              </a:spcBef>
            </a:pPr>
            <a:r>
              <a:rPr lang="ko-KR" altLang="en-US" sz="1100" b="1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대표이사</a:t>
            </a:r>
            <a:endParaRPr lang="en-US" altLang="ko-KR" sz="1100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object 47">
            <a:extLst>
              <a:ext uri="{FF2B5EF4-FFF2-40B4-BE49-F238E27FC236}">
                <a16:creationId xmlns:a16="http://schemas.microsoft.com/office/drawing/2014/main" id="{29CAB88A-5092-8068-E9C5-5E36D47BF192}"/>
              </a:ext>
            </a:extLst>
          </p:cNvPr>
          <p:cNvSpPr/>
          <p:nvPr/>
        </p:nvSpPr>
        <p:spPr>
          <a:xfrm>
            <a:off x="6214371" y="3333260"/>
            <a:ext cx="3060000" cy="360000"/>
          </a:xfrm>
          <a:prstGeom prst="roundRect">
            <a:avLst/>
          </a:prstGeom>
          <a:solidFill>
            <a:srgbClr val="EBF0F7"/>
          </a:solidFill>
        </p:spPr>
        <p:txBody>
          <a:bodyPr wrap="square" lIns="0" tIns="0" rIns="0" bIns="0" rtlCol="0" anchor="ctr"/>
          <a:lstStyle/>
          <a:p>
            <a:pPr marL="12700" indent="73025">
              <a:spcBef>
                <a:spcPts val="100"/>
              </a:spcBef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김 </a:t>
            </a: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완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호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object 45">
            <a:extLst>
              <a:ext uri="{FF2B5EF4-FFF2-40B4-BE49-F238E27FC236}">
                <a16:creationId xmlns:a16="http://schemas.microsoft.com/office/drawing/2014/main" id="{70E27BCF-CC8D-F795-81FD-2598FB63E56F}"/>
              </a:ext>
            </a:extLst>
          </p:cNvPr>
          <p:cNvSpPr/>
          <p:nvPr/>
        </p:nvSpPr>
        <p:spPr>
          <a:xfrm>
            <a:off x="5061846" y="3732421"/>
            <a:ext cx="1080000" cy="360000"/>
          </a:xfrm>
          <a:prstGeom prst="roundRect">
            <a:avLst/>
          </a:prstGeom>
          <a:solidFill>
            <a:srgbClr val="CAD7EB"/>
          </a:solidFill>
        </p:spPr>
        <p:txBody>
          <a:bodyPr wrap="square" lIns="108000" tIns="0" rIns="108000" bIns="0" rtlCol="0" anchor="ctr"/>
          <a:lstStyle/>
          <a:p>
            <a:pPr algn="dist">
              <a:spcBef>
                <a:spcPts val="100"/>
              </a:spcBef>
            </a:pPr>
            <a:r>
              <a:rPr lang="ko-KR" altLang="en-US" sz="1100" b="1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사업장</a:t>
            </a:r>
            <a:endParaRPr lang="en-US" altLang="ko-KR" sz="1100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object 47">
            <a:extLst>
              <a:ext uri="{FF2B5EF4-FFF2-40B4-BE49-F238E27FC236}">
                <a16:creationId xmlns:a16="http://schemas.microsoft.com/office/drawing/2014/main" id="{C4B1C089-4A9C-3405-5A76-C13954532DF9}"/>
              </a:ext>
            </a:extLst>
          </p:cNvPr>
          <p:cNvSpPr/>
          <p:nvPr/>
        </p:nvSpPr>
        <p:spPr>
          <a:xfrm>
            <a:off x="6214371" y="3732421"/>
            <a:ext cx="3060000" cy="360000"/>
          </a:xfrm>
          <a:prstGeom prst="roundRect">
            <a:avLst/>
          </a:prstGeom>
          <a:solidFill>
            <a:srgbClr val="EBF0F7"/>
          </a:solidFill>
        </p:spPr>
        <p:txBody>
          <a:bodyPr wrap="square" lIns="0" tIns="0" rIns="0" bIns="0" rtlCol="0" anchor="ctr"/>
          <a:lstStyle/>
          <a:p>
            <a:pPr marL="12700" indent="73025">
              <a:spcBef>
                <a:spcPts val="100"/>
              </a:spcBef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경기도 과천시 과천대로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길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117, E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700" indent="73025">
              <a:spcBef>
                <a:spcPts val="100"/>
              </a:spcBef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갈현동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과천펜타원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55" name="object 45">
            <a:extLst>
              <a:ext uri="{FF2B5EF4-FFF2-40B4-BE49-F238E27FC236}">
                <a16:creationId xmlns:a16="http://schemas.microsoft.com/office/drawing/2014/main" id="{F4CC02C5-ACF5-40CB-797F-CF95C3C97BA8}"/>
              </a:ext>
            </a:extLst>
          </p:cNvPr>
          <p:cNvSpPr/>
          <p:nvPr/>
        </p:nvSpPr>
        <p:spPr>
          <a:xfrm>
            <a:off x="5061846" y="4131582"/>
            <a:ext cx="1080000" cy="360000"/>
          </a:xfrm>
          <a:prstGeom prst="roundRect">
            <a:avLst/>
          </a:prstGeom>
          <a:solidFill>
            <a:srgbClr val="CAD7EB"/>
          </a:solidFill>
        </p:spPr>
        <p:txBody>
          <a:bodyPr wrap="square" lIns="108000" tIns="0" rIns="108000" bIns="0" rtlCol="0" anchor="ctr"/>
          <a:lstStyle/>
          <a:p>
            <a:pPr algn="dist">
              <a:spcBef>
                <a:spcPts val="100"/>
              </a:spcBef>
            </a:pPr>
            <a:r>
              <a:rPr lang="ko-KR" altLang="en-US" sz="1100" b="1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사업분야</a:t>
            </a:r>
            <a:endParaRPr lang="en-US" altLang="ko-KR" sz="1100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3E7DF7F6-C0ED-57C6-B6D9-8C44E5D705F5}"/>
              </a:ext>
            </a:extLst>
          </p:cNvPr>
          <p:cNvSpPr/>
          <p:nvPr/>
        </p:nvSpPr>
        <p:spPr>
          <a:xfrm>
            <a:off x="6214371" y="4131582"/>
            <a:ext cx="3060000" cy="360000"/>
          </a:xfrm>
          <a:prstGeom prst="roundRect">
            <a:avLst/>
          </a:prstGeom>
          <a:solidFill>
            <a:srgbClr val="EBF0F7"/>
          </a:solidFill>
        </p:spPr>
        <p:txBody>
          <a:bodyPr wrap="square" lIns="0" tIns="0" rIns="0" bIns="0" rtlCol="0" anchor="ctr"/>
          <a:lstStyle/>
          <a:p>
            <a:pPr marL="12700" indent="73025">
              <a:spcBef>
                <a:spcPts val="100"/>
              </a:spcBef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소프트웨어 개발 및 공급 자문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/IT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컨설팅 등</a:t>
            </a:r>
          </a:p>
        </p:txBody>
      </p:sp>
      <p:sp>
        <p:nvSpPr>
          <p:cNvPr id="57" name="object 45">
            <a:extLst>
              <a:ext uri="{FF2B5EF4-FFF2-40B4-BE49-F238E27FC236}">
                <a16:creationId xmlns:a16="http://schemas.microsoft.com/office/drawing/2014/main" id="{87627C6B-EB76-F17F-0149-030E3961FC02}"/>
              </a:ext>
            </a:extLst>
          </p:cNvPr>
          <p:cNvSpPr/>
          <p:nvPr/>
        </p:nvSpPr>
        <p:spPr>
          <a:xfrm>
            <a:off x="5061846" y="4530743"/>
            <a:ext cx="1080000" cy="360000"/>
          </a:xfrm>
          <a:prstGeom prst="roundRect">
            <a:avLst/>
          </a:prstGeom>
          <a:solidFill>
            <a:srgbClr val="CAD7EB"/>
          </a:solidFill>
        </p:spPr>
        <p:txBody>
          <a:bodyPr wrap="square" lIns="108000" tIns="0" rIns="108000" bIns="0" rtlCol="0" anchor="ctr"/>
          <a:lstStyle/>
          <a:p>
            <a:pPr algn="dist">
              <a:spcBef>
                <a:spcPts val="100"/>
              </a:spcBef>
            </a:pPr>
            <a:r>
              <a:rPr lang="ko-KR" altLang="en-US" sz="1100" b="1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자본금</a:t>
            </a:r>
            <a:endParaRPr lang="en-US" altLang="ko-KR" sz="1100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object 47">
            <a:extLst>
              <a:ext uri="{FF2B5EF4-FFF2-40B4-BE49-F238E27FC236}">
                <a16:creationId xmlns:a16="http://schemas.microsoft.com/office/drawing/2014/main" id="{EB2B5F79-BEEA-D17E-ACA1-9702D17ED904}"/>
              </a:ext>
            </a:extLst>
          </p:cNvPr>
          <p:cNvSpPr/>
          <p:nvPr/>
        </p:nvSpPr>
        <p:spPr>
          <a:xfrm>
            <a:off x="6214371" y="4530743"/>
            <a:ext cx="3060000" cy="360000"/>
          </a:xfrm>
          <a:prstGeom prst="roundRect">
            <a:avLst/>
          </a:prstGeom>
          <a:solidFill>
            <a:srgbClr val="EBF0F7"/>
          </a:solidFill>
        </p:spPr>
        <p:txBody>
          <a:bodyPr wrap="square" lIns="0" tIns="0" rIns="0" bIns="0" rtlCol="0" anchor="ctr"/>
          <a:lstStyle/>
          <a:p>
            <a:pPr marL="12700" indent="73025">
              <a:spcBef>
                <a:spcPts val="100"/>
              </a:spcBef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1,446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백만원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우선주 포함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59" name="object 45">
            <a:extLst>
              <a:ext uri="{FF2B5EF4-FFF2-40B4-BE49-F238E27FC236}">
                <a16:creationId xmlns:a16="http://schemas.microsoft.com/office/drawing/2014/main" id="{4F72DEA4-6577-84E0-A8E9-A41EA0494E11}"/>
              </a:ext>
            </a:extLst>
          </p:cNvPr>
          <p:cNvSpPr/>
          <p:nvPr/>
        </p:nvSpPr>
        <p:spPr>
          <a:xfrm>
            <a:off x="5061846" y="4929904"/>
            <a:ext cx="1080000" cy="360000"/>
          </a:xfrm>
          <a:prstGeom prst="roundRect">
            <a:avLst/>
          </a:prstGeom>
          <a:solidFill>
            <a:srgbClr val="CAD7EB"/>
          </a:solidFill>
        </p:spPr>
        <p:txBody>
          <a:bodyPr wrap="square" lIns="108000" tIns="0" rIns="108000" bIns="0" rtlCol="0" anchor="ctr"/>
          <a:lstStyle/>
          <a:p>
            <a:pPr algn="dist">
              <a:spcBef>
                <a:spcPts val="100"/>
              </a:spcBef>
            </a:pPr>
            <a:r>
              <a:rPr lang="ko-KR" altLang="en-US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매출액</a:t>
            </a:r>
            <a:r>
              <a:rPr lang="en-US" altLang="ko-KR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(FY25)</a:t>
            </a:r>
          </a:p>
        </p:txBody>
      </p:sp>
      <p:sp>
        <p:nvSpPr>
          <p:cNvPr id="60" name="object 47">
            <a:extLst>
              <a:ext uri="{FF2B5EF4-FFF2-40B4-BE49-F238E27FC236}">
                <a16:creationId xmlns:a16="http://schemas.microsoft.com/office/drawing/2014/main" id="{AE51643D-44B9-6A6A-FE43-E82A1CFE9FEF}"/>
              </a:ext>
            </a:extLst>
          </p:cNvPr>
          <p:cNvSpPr/>
          <p:nvPr/>
        </p:nvSpPr>
        <p:spPr>
          <a:xfrm>
            <a:off x="6214371" y="4929904"/>
            <a:ext cx="3060000" cy="360000"/>
          </a:xfrm>
          <a:prstGeom prst="roundRect">
            <a:avLst/>
          </a:prstGeom>
          <a:solidFill>
            <a:srgbClr val="EBF0F7"/>
          </a:solidFill>
        </p:spPr>
        <p:txBody>
          <a:bodyPr wrap="square" lIns="0" tIns="0" rIns="0" bIns="0" rtlCol="0" anchor="ctr"/>
          <a:lstStyle/>
          <a:p>
            <a:pPr marL="12700" indent="73025">
              <a:spcBef>
                <a:spcPts val="100"/>
              </a:spcBef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292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억원</a:t>
            </a:r>
          </a:p>
        </p:txBody>
      </p:sp>
      <p:sp>
        <p:nvSpPr>
          <p:cNvPr id="61" name="object 45">
            <a:extLst>
              <a:ext uri="{FF2B5EF4-FFF2-40B4-BE49-F238E27FC236}">
                <a16:creationId xmlns:a16="http://schemas.microsoft.com/office/drawing/2014/main" id="{B0023D59-462A-88E3-4EDB-D0425D39AD7A}"/>
              </a:ext>
            </a:extLst>
          </p:cNvPr>
          <p:cNvSpPr/>
          <p:nvPr/>
        </p:nvSpPr>
        <p:spPr>
          <a:xfrm>
            <a:off x="5061846" y="5329065"/>
            <a:ext cx="1080000" cy="360000"/>
          </a:xfrm>
          <a:prstGeom prst="roundRect">
            <a:avLst/>
          </a:prstGeom>
          <a:solidFill>
            <a:srgbClr val="CAD7EB"/>
          </a:solidFill>
        </p:spPr>
        <p:txBody>
          <a:bodyPr wrap="square" lIns="108000" tIns="0" rIns="108000" bIns="0" rtlCol="0" anchor="ctr"/>
          <a:lstStyle/>
          <a:p>
            <a:pPr algn="dist">
              <a:spcBef>
                <a:spcPts val="100"/>
              </a:spcBef>
            </a:pPr>
            <a:r>
              <a:rPr lang="ko-KR" altLang="en-US" sz="1100" b="1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홈페이지</a:t>
            </a:r>
            <a:endParaRPr lang="en-US" altLang="ko-KR" sz="1100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object 47">
            <a:extLst>
              <a:ext uri="{FF2B5EF4-FFF2-40B4-BE49-F238E27FC236}">
                <a16:creationId xmlns:a16="http://schemas.microsoft.com/office/drawing/2014/main" id="{301F7797-B73B-7B6B-0806-9DCA9B801CCC}"/>
              </a:ext>
            </a:extLst>
          </p:cNvPr>
          <p:cNvSpPr/>
          <p:nvPr/>
        </p:nvSpPr>
        <p:spPr>
          <a:xfrm>
            <a:off x="6214371" y="5329065"/>
            <a:ext cx="3060000" cy="360000"/>
          </a:xfrm>
          <a:prstGeom prst="roundRect">
            <a:avLst/>
          </a:prstGeom>
          <a:solidFill>
            <a:srgbClr val="EBF0F7"/>
          </a:solidFill>
        </p:spPr>
        <p:txBody>
          <a:bodyPr wrap="square" lIns="0" tIns="0" rIns="0" bIns="0" rtlCol="0" anchor="ctr"/>
          <a:lstStyle/>
          <a:p>
            <a:pPr marL="12700" indent="73025">
              <a:spcBef>
                <a:spcPts val="100"/>
              </a:spcBef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www.itcencore.com</a:t>
            </a:r>
          </a:p>
        </p:txBody>
      </p:sp>
      <p:sp>
        <p:nvSpPr>
          <p:cNvPr id="63" name="object 45">
            <a:extLst>
              <a:ext uri="{FF2B5EF4-FFF2-40B4-BE49-F238E27FC236}">
                <a16:creationId xmlns:a16="http://schemas.microsoft.com/office/drawing/2014/main" id="{758D5166-050E-A9D8-44D7-9BEE70DE7A09}"/>
              </a:ext>
            </a:extLst>
          </p:cNvPr>
          <p:cNvSpPr/>
          <p:nvPr/>
        </p:nvSpPr>
        <p:spPr>
          <a:xfrm>
            <a:off x="5061846" y="5728223"/>
            <a:ext cx="1080000" cy="360000"/>
          </a:xfrm>
          <a:prstGeom prst="roundRect">
            <a:avLst/>
          </a:prstGeom>
          <a:solidFill>
            <a:srgbClr val="CAD7EB"/>
          </a:solidFill>
        </p:spPr>
        <p:txBody>
          <a:bodyPr wrap="square" lIns="108000" tIns="0" rIns="108000" bIns="0" rtlCol="0" anchor="ctr"/>
          <a:lstStyle/>
          <a:p>
            <a:pPr algn="dist">
              <a:spcBef>
                <a:spcPts val="100"/>
              </a:spcBef>
            </a:pPr>
            <a:r>
              <a:rPr lang="ko-KR" altLang="en-US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임직원수</a:t>
            </a:r>
            <a:endParaRPr lang="en-US" altLang="ko-KR" sz="1100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object 47">
            <a:extLst>
              <a:ext uri="{FF2B5EF4-FFF2-40B4-BE49-F238E27FC236}">
                <a16:creationId xmlns:a16="http://schemas.microsoft.com/office/drawing/2014/main" id="{7151D51B-F8C6-2C84-8FDA-488FCE4B67D9}"/>
              </a:ext>
            </a:extLst>
          </p:cNvPr>
          <p:cNvSpPr/>
          <p:nvPr/>
        </p:nvSpPr>
        <p:spPr>
          <a:xfrm>
            <a:off x="6214371" y="5728223"/>
            <a:ext cx="3060000" cy="360000"/>
          </a:xfrm>
          <a:prstGeom prst="roundRect">
            <a:avLst/>
          </a:prstGeom>
          <a:solidFill>
            <a:srgbClr val="EBF0F7"/>
          </a:solidFill>
        </p:spPr>
        <p:txBody>
          <a:bodyPr wrap="square" lIns="0" tIns="0" rIns="0" bIns="0" rtlCol="0" anchor="ctr"/>
          <a:lstStyle/>
          <a:p>
            <a:pPr marL="12700" indent="73025">
              <a:spcBef>
                <a:spcPts val="100"/>
              </a:spcBef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122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(2026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 기준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189826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F4C51-CA60-4880-3F92-94609AB92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F670965-365B-2CB5-BDEB-6DBCB7551247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1.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일반 현황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C25C672-0952-181B-2608-D6995C6696AB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en-US" altLang="ko-KR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ESG </a:t>
            </a: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경영 플랫폼</a:t>
            </a:r>
            <a:r>
              <a:rPr lang="en-US" altLang="ko-KR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, </a:t>
            </a: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영상 보안 시스템</a:t>
            </a:r>
            <a:r>
              <a:rPr lang="en-US" altLang="ko-KR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, </a:t>
            </a: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산업특화 </a:t>
            </a:r>
            <a:r>
              <a:rPr lang="en-US" altLang="ko-KR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ERP, IT</a:t>
            </a: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 아웃소싱 서비스를 통한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다양하고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,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 확장성 있는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Total Solution 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제공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598B8901-FDE5-FC14-24B6-2D58D86C5FF4}"/>
              </a:ext>
            </a:extLst>
          </p:cNvPr>
          <p:cNvSpPr/>
          <p:nvPr/>
        </p:nvSpPr>
        <p:spPr>
          <a:xfrm>
            <a:off x="645375" y="1900420"/>
            <a:ext cx="1980000" cy="2592000"/>
          </a:xfrm>
          <a:prstGeom prst="roundRect">
            <a:avLst>
              <a:gd name="adj" fmla="val 7971"/>
            </a:avLst>
          </a:prstGeom>
          <a:solidFill>
            <a:schemeClr val="bg1"/>
          </a:solidFill>
          <a:ln w="12700">
            <a:solidFill>
              <a:srgbClr val="23469D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16D9FEFA-2647-7495-82EA-00655AC34BF5}"/>
              </a:ext>
            </a:extLst>
          </p:cNvPr>
          <p:cNvSpPr/>
          <p:nvPr/>
        </p:nvSpPr>
        <p:spPr>
          <a:xfrm>
            <a:off x="2857295" y="1900420"/>
            <a:ext cx="1980000" cy="2592000"/>
          </a:xfrm>
          <a:prstGeom prst="roundRect">
            <a:avLst>
              <a:gd name="adj" fmla="val 7971"/>
            </a:avLst>
          </a:prstGeom>
          <a:solidFill>
            <a:schemeClr val="bg1"/>
          </a:solidFill>
          <a:ln w="12700">
            <a:solidFill>
              <a:srgbClr val="3C5F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7CF93BB-6621-BA4B-84BF-0049EDCCB574}"/>
              </a:ext>
            </a:extLst>
          </p:cNvPr>
          <p:cNvSpPr/>
          <p:nvPr/>
        </p:nvSpPr>
        <p:spPr>
          <a:xfrm>
            <a:off x="5077925" y="1900420"/>
            <a:ext cx="1980000" cy="2592000"/>
          </a:xfrm>
          <a:prstGeom prst="roundRect">
            <a:avLst>
              <a:gd name="adj" fmla="val 7971"/>
            </a:avLst>
          </a:prstGeom>
          <a:solidFill>
            <a:schemeClr val="bg1"/>
          </a:solidFill>
          <a:ln w="12700">
            <a:solidFill>
              <a:srgbClr val="6B97CF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1B2D58FA-4965-6D81-E9A0-5DEF5FAE4E35}"/>
              </a:ext>
            </a:extLst>
          </p:cNvPr>
          <p:cNvSpPr/>
          <p:nvPr/>
        </p:nvSpPr>
        <p:spPr>
          <a:xfrm>
            <a:off x="7298555" y="1900420"/>
            <a:ext cx="1980000" cy="2592000"/>
          </a:xfrm>
          <a:prstGeom prst="roundRect">
            <a:avLst>
              <a:gd name="adj" fmla="val 7971"/>
            </a:avLst>
          </a:prstGeom>
          <a:solidFill>
            <a:schemeClr val="bg1"/>
          </a:solidFill>
          <a:ln w="12700">
            <a:solidFill>
              <a:srgbClr val="6FC0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사각형: 둥근 위쪽 모서리 52">
            <a:extLst>
              <a:ext uri="{FF2B5EF4-FFF2-40B4-BE49-F238E27FC236}">
                <a16:creationId xmlns:a16="http://schemas.microsoft.com/office/drawing/2014/main" id="{65978840-6669-7DB8-A07F-C97ED3FB6685}"/>
              </a:ext>
            </a:extLst>
          </p:cNvPr>
          <p:cNvSpPr/>
          <p:nvPr/>
        </p:nvSpPr>
        <p:spPr>
          <a:xfrm>
            <a:off x="645375" y="1900420"/>
            <a:ext cx="1980000" cy="576000"/>
          </a:xfrm>
          <a:prstGeom prst="round2SameRect">
            <a:avLst/>
          </a:prstGeom>
          <a:solidFill>
            <a:srgbClr val="2346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사각형: 둥근 위쪽 모서리 53">
            <a:extLst>
              <a:ext uri="{FF2B5EF4-FFF2-40B4-BE49-F238E27FC236}">
                <a16:creationId xmlns:a16="http://schemas.microsoft.com/office/drawing/2014/main" id="{001D7B28-F1D2-C192-0FE4-7A57AC80679A}"/>
              </a:ext>
            </a:extLst>
          </p:cNvPr>
          <p:cNvSpPr/>
          <p:nvPr/>
        </p:nvSpPr>
        <p:spPr>
          <a:xfrm>
            <a:off x="2857295" y="1900420"/>
            <a:ext cx="1980000" cy="576000"/>
          </a:xfrm>
          <a:prstGeom prst="round2SameRect">
            <a:avLst/>
          </a:prstGeom>
          <a:solidFill>
            <a:srgbClr val="3C5F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사각형: 둥근 위쪽 모서리 54">
            <a:extLst>
              <a:ext uri="{FF2B5EF4-FFF2-40B4-BE49-F238E27FC236}">
                <a16:creationId xmlns:a16="http://schemas.microsoft.com/office/drawing/2014/main" id="{F92E9322-40A1-6FB0-8A23-5E0C5846CCEF}"/>
              </a:ext>
            </a:extLst>
          </p:cNvPr>
          <p:cNvSpPr/>
          <p:nvPr/>
        </p:nvSpPr>
        <p:spPr>
          <a:xfrm>
            <a:off x="5077925" y="1900420"/>
            <a:ext cx="1980000" cy="576000"/>
          </a:xfrm>
          <a:prstGeom prst="round2SameRect">
            <a:avLst/>
          </a:prstGeom>
          <a:solidFill>
            <a:srgbClr val="6B97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사각형: 둥근 위쪽 모서리 55">
            <a:extLst>
              <a:ext uri="{FF2B5EF4-FFF2-40B4-BE49-F238E27FC236}">
                <a16:creationId xmlns:a16="http://schemas.microsoft.com/office/drawing/2014/main" id="{49E455F0-18D1-FFF6-3093-A156FAB73C9D}"/>
              </a:ext>
            </a:extLst>
          </p:cNvPr>
          <p:cNvSpPr/>
          <p:nvPr/>
        </p:nvSpPr>
        <p:spPr>
          <a:xfrm>
            <a:off x="7298555" y="1900420"/>
            <a:ext cx="1980000" cy="576000"/>
          </a:xfrm>
          <a:prstGeom prst="round2SameRect">
            <a:avLst/>
          </a:prstGeom>
          <a:solidFill>
            <a:srgbClr val="6FC0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B6B376DD-0FEB-945F-2672-022272CEC08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069" y="1990420"/>
            <a:ext cx="391787" cy="3960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FE9EA959-A0AD-47B6-E4D6-BB79D9D2107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514" y="1990420"/>
            <a:ext cx="415063" cy="396000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58D9B8AC-1489-68C7-D216-C228976F0A6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944" y="1990420"/>
            <a:ext cx="402281" cy="39600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863E9EEA-C001-C511-9B51-317D3309DF5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593" y="1990420"/>
            <a:ext cx="422697" cy="396000"/>
          </a:xfrm>
          <a:prstGeom prst="rect">
            <a:avLst/>
          </a:prstGeom>
        </p:spPr>
      </p:pic>
      <p:sp>
        <p:nvSpPr>
          <p:cNvPr id="61" name="object 4">
            <a:extLst>
              <a:ext uri="{FF2B5EF4-FFF2-40B4-BE49-F238E27FC236}">
                <a16:creationId xmlns:a16="http://schemas.microsoft.com/office/drawing/2014/main" id="{6CBF33FD-CEA2-D000-ACA6-92AF20FB497E}"/>
              </a:ext>
            </a:extLst>
          </p:cNvPr>
          <p:cNvSpPr txBox="1"/>
          <p:nvPr/>
        </p:nvSpPr>
        <p:spPr>
          <a:xfrm>
            <a:off x="841448" y="2044420"/>
            <a:ext cx="1584000" cy="288000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/>
          <a:p>
            <a:pPr marR="5080">
              <a:spcBef>
                <a:spcPts val="100"/>
              </a:spcBef>
            </a:pPr>
            <a:r>
              <a:rPr lang="en-US" sz="1600" b="1" dirty="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ESG</a:t>
            </a:r>
            <a:endParaRPr sz="1600" b="1" dirty="0">
              <a:solidFill>
                <a:schemeClr val="l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object 4">
            <a:extLst>
              <a:ext uri="{FF2B5EF4-FFF2-40B4-BE49-F238E27FC236}">
                <a16:creationId xmlns:a16="http://schemas.microsoft.com/office/drawing/2014/main" id="{CBB2A92B-425D-BDB0-1580-AF5C82429B68}"/>
              </a:ext>
            </a:extLst>
          </p:cNvPr>
          <p:cNvSpPr txBox="1"/>
          <p:nvPr/>
        </p:nvSpPr>
        <p:spPr>
          <a:xfrm>
            <a:off x="3052237" y="2044420"/>
            <a:ext cx="1584000" cy="288000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/>
          <a:p>
            <a:pPr marL="12700" marR="5080">
              <a:spcBef>
                <a:spcPts val="100"/>
              </a:spcBef>
            </a:pPr>
            <a:r>
              <a:rPr lang="en-US" sz="16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IEC</a:t>
            </a:r>
            <a:endParaRPr sz="16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63" name="object 4">
            <a:extLst>
              <a:ext uri="{FF2B5EF4-FFF2-40B4-BE49-F238E27FC236}">
                <a16:creationId xmlns:a16="http://schemas.microsoft.com/office/drawing/2014/main" id="{10E313CE-0E7C-B708-3FBE-D93DCC0A3AA2}"/>
              </a:ext>
            </a:extLst>
          </p:cNvPr>
          <p:cNvSpPr txBox="1"/>
          <p:nvPr/>
        </p:nvSpPr>
        <p:spPr>
          <a:xfrm>
            <a:off x="5271735" y="2044420"/>
            <a:ext cx="1584000" cy="288000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/>
          <a:p>
            <a:pPr marL="12700" marR="5080">
              <a:spcBef>
                <a:spcPts val="100"/>
              </a:spcBef>
            </a:pPr>
            <a:r>
              <a:rPr lang="en-US" sz="16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ERP</a:t>
            </a:r>
            <a:endParaRPr sz="16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64" name="object 4">
            <a:extLst>
              <a:ext uri="{FF2B5EF4-FFF2-40B4-BE49-F238E27FC236}">
                <a16:creationId xmlns:a16="http://schemas.microsoft.com/office/drawing/2014/main" id="{0FD81154-4BD0-CED4-6E3E-CCB6E80D220C}"/>
              </a:ext>
            </a:extLst>
          </p:cNvPr>
          <p:cNvSpPr txBox="1"/>
          <p:nvPr/>
        </p:nvSpPr>
        <p:spPr>
          <a:xfrm>
            <a:off x="7491234" y="2044420"/>
            <a:ext cx="1584000" cy="288000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/>
          <a:p>
            <a:pPr marL="12700" marR="5080">
              <a:spcBef>
                <a:spcPts val="100"/>
              </a:spcBef>
            </a:pPr>
            <a:r>
              <a:rPr lang="en-US" sz="16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ITO</a:t>
            </a:r>
            <a:endParaRPr sz="16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65" name="object 4">
            <a:extLst>
              <a:ext uri="{FF2B5EF4-FFF2-40B4-BE49-F238E27FC236}">
                <a16:creationId xmlns:a16="http://schemas.microsoft.com/office/drawing/2014/main" id="{28432C34-4553-1800-FA3B-988EE698F205}"/>
              </a:ext>
            </a:extLst>
          </p:cNvPr>
          <p:cNvSpPr txBox="1"/>
          <p:nvPr/>
        </p:nvSpPr>
        <p:spPr>
          <a:xfrm>
            <a:off x="5121384" y="2620420"/>
            <a:ext cx="1800000" cy="756000"/>
          </a:xfrm>
          <a:prstGeom prst="rect">
            <a:avLst/>
          </a:prstGeom>
        </p:spPr>
        <p:txBody>
          <a:bodyPr vert="horz" wrap="square" lIns="0" tIns="12700" rIns="0" bIns="0" rtlCol="0" anchor="t">
            <a:noAutofit/>
          </a:bodyPr>
          <a:lstStyle/>
          <a:p>
            <a:pPr marL="12700" marR="5080">
              <a:spcBef>
                <a:spcPts val="100"/>
              </a:spcBef>
            </a:pP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공사</a:t>
            </a:r>
            <a:r>
              <a:rPr lang="en-US" altLang="ko-KR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, 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자재</a:t>
            </a:r>
            <a:r>
              <a:rPr lang="en-US" altLang="ko-KR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, 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노무</a:t>
            </a:r>
            <a:r>
              <a:rPr lang="en-US" altLang="ko-KR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, 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분양</a:t>
            </a:r>
            <a:r>
              <a:rPr lang="en-US" altLang="ko-KR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, 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임대</a:t>
            </a:r>
            <a:r>
              <a:rPr lang="en-US" altLang="ko-KR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, 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하자 등 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469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국내 건설업에 최적화된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 프로세스 및 효율적인 업무 환경 제공</a:t>
            </a:r>
            <a:endParaRPr sz="11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66" name="object 4">
            <a:extLst>
              <a:ext uri="{FF2B5EF4-FFF2-40B4-BE49-F238E27FC236}">
                <a16:creationId xmlns:a16="http://schemas.microsoft.com/office/drawing/2014/main" id="{45CA332A-6F92-9D26-D121-A6F4E71D6ABD}"/>
              </a:ext>
            </a:extLst>
          </p:cNvPr>
          <p:cNvSpPr txBox="1"/>
          <p:nvPr/>
        </p:nvSpPr>
        <p:spPr>
          <a:xfrm>
            <a:off x="2947295" y="2620420"/>
            <a:ext cx="1800000" cy="756000"/>
          </a:xfrm>
          <a:prstGeom prst="rect">
            <a:avLst/>
          </a:prstGeom>
        </p:spPr>
        <p:txBody>
          <a:bodyPr vert="horz" wrap="square" lIns="0" tIns="12700" rIns="0" bIns="0" rtlCol="0" anchor="t">
            <a:noAutofit/>
          </a:bodyPr>
          <a:lstStyle/>
          <a:p>
            <a:pPr marL="12700" marR="5080">
              <a:spcBef>
                <a:spcPts val="100"/>
              </a:spcBef>
            </a:pP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금융권 내부통제 시스템 및 </a:t>
            </a:r>
            <a:r>
              <a:rPr lang="en-US" altLang="ko-KR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C5FA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Vision AI CCTV</a:t>
            </a:r>
            <a:r>
              <a:rPr lang="en-US" altLang="ko-KR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,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 카지노 지능형 서베일런스 등 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C5FA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Light" panose="00000300000000000000" pitchFamily="50" charset="-127"/>
              </a:rPr>
              <a:t>실시간 통합 보안망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Light" panose="00000300000000000000" pitchFamily="50" charset="-127"/>
              </a:rPr>
              <a:t> 구축</a:t>
            </a:r>
          </a:p>
        </p:txBody>
      </p:sp>
      <p:sp>
        <p:nvSpPr>
          <p:cNvPr id="67" name="object 4">
            <a:extLst>
              <a:ext uri="{FF2B5EF4-FFF2-40B4-BE49-F238E27FC236}">
                <a16:creationId xmlns:a16="http://schemas.microsoft.com/office/drawing/2014/main" id="{A053EA84-8893-3F7D-50A9-4A932C43E148}"/>
              </a:ext>
            </a:extLst>
          </p:cNvPr>
          <p:cNvSpPr txBox="1"/>
          <p:nvPr/>
        </p:nvSpPr>
        <p:spPr>
          <a:xfrm>
            <a:off x="697950" y="2620420"/>
            <a:ext cx="1800000" cy="756000"/>
          </a:xfrm>
          <a:prstGeom prst="rect">
            <a:avLst/>
          </a:prstGeom>
        </p:spPr>
        <p:txBody>
          <a:bodyPr vert="horz" wrap="square" lIns="0" tIns="12700" rIns="0" bIns="0" rtlCol="0" anchor="t">
            <a:noAutofit/>
          </a:bodyPr>
          <a:lstStyle/>
          <a:p>
            <a:pPr marL="12700" marR="5080">
              <a:spcBef>
                <a:spcPts val="100"/>
              </a:spcBef>
            </a:pP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지속 가능 경영을 위한 내부회계관리</a:t>
            </a:r>
            <a:r>
              <a:rPr lang="en-US" altLang="ko-KR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, 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리스크 모니터링</a:t>
            </a:r>
            <a:r>
              <a:rPr lang="en-US" altLang="ko-KR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 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등 </a:t>
            </a:r>
            <a:r>
              <a:rPr lang="en-US" altLang="ko-KR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GRC (Governance-Risk-Compliance) 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 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솔루션 제공</a:t>
            </a:r>
            <a:endParaRPr sz="11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68" name="object 4">
            <a:extLst>
              <a:ext uri="{FF2B5EF4-FFF2-40B4-BE49-F238E27FC236}">
                <a16:creationId xmlns:a16="http://schemas.microsoft.com/office/drawing/2014/main" id="{BE4EC52C-E612-E09D-AAAB-BB74E23D7092}"/>
              </a:ext>
            </a:extLst>
          </p:cNvPr>
          <p:cNvSpPr txBox="1"/>
          <p:nvPr/>
        </p:nvSpPr>
        <p:spPr>
          <a:xfrm>
            <a:off x="7388555" y="2620420"/>
            <a:ext cx="1800000" cy="756000"/>
          </a:xfrm>
          <a:prstGeom prst="rect">
            <a:avLst/>
          </a:prstGeom>
        </p:spPr>
        <p:txBody>
          <a:bodyPr vert="horz" wrap="square" lIns="0" tIns="12700" rIns="0" bIns="0" rtlCol="0" anchor="t">
            <a:noAutofit/>
          </a:bodyPr>
          <a:lstStyle/>
          <a:p>
            <a:pPr marL="12700" marR="5080">
              <a:spcBef>
                <a:spcPts val="100"/>
              </a:spcBef>
            </a:pP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아이티센그룹 전 계열사 대상 </a:t>
            </a:r>
            <a:r>
              <a:rPr lang="en-US" altLang="ko-KR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6FC0E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ITO 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6FC0E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서비스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 및 중대형 고객사 </a:t>
            </a:r>
            <a:r>
              <a:rPr lang="en-US" altLang="ko-KR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6FC0E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IT/SW 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6FC0E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아웃 소싱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 노하우 기반 고품질 서비스 제고</a:t>
            </a:r>
            <a:endParaRPr sz="11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F47AC333-4A97-D56A-4116-5CC63C2D2BE9}"/>
              </a:ext>
            </a:extLst>
          </p:cNvPr>
          <p:cNvCxnSpPr>
            <a:cxnSpLocks/>
          </p:cNvCxnSpPr>
          <p:nvPr/>
        </p:nvCxnSpPr>
        <p:spPr>
          <a:xfrm>
            <a:off x="735375" y="3410420"/>
            <a:ext cx="180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26C90061-8223-30BE-5FF3-A6E273803789}"/>
              </a:ext>
            </a:extLst>
          </p:cNvPr>
          <p:cNvCxnSpPr>
            <a:cxnSpLocks/>
          </p:cNvCxnSpPr>
          <p:nvPr/>
        </p:nvCxnSpPr>
        <p:spPr>
          <a:xfrm>
            <a:off x="7388555" y="3410420"/>
            <a:ext cx="180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6C8F67A7-EDF0-D3D9-D79B-AB0613FEE5F7}"/>
              </a:ext>
            </a:extLst>
          </p:cNvPr>
          <p:cNvCxnSpPr>
            <a:cxnSpLocks/>
          </p:cNvCxnSpPr>
          <p:nvPr/>
        </p:nvCxnSpPr>
        <p:spPr>
          <a:xfrm>
            <a:off x="2947296" y="3410420"/>
            <a:ext cx="180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FBD61C6C-8373-383B-FA1F-B004823F9B2B}"/>
              </a:ext>
            </a:extLst>
          </p:cNvPr>
          <p:cNvCxnSpPr>
            <a:cxnSpLocks/>
          </p:cNvCxnSpPr>
          <p:nvPr/>
        </p:nvCxnSpPr>
        <p:spPr>
          <a:xfrm>
            <a:off x="5167926" y="3410420"/>
            <a:ext cx="1800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bject 4">
            <a:extLst>
              <a:ext uri="{FF2B5EF4-FFF2-40B4-BE49-F238E27FC236}">
                <a16:creationId xmlns:a16="http://schemas.microsoft.com/office/drawing/2014/main" id="{1645B227-429E-37B9-9488-CE393A408604}"/>
              </a:ext>
            </a:extLst>
          </p:cNvPr>
          <p:cNvSpPr txBox="1"/>
          <p:nvPr/>
        </p:nvSpPr>
        <p:spPr>
          <a:xfrm>
            <a:off x="915375" y="3462893"/>
            <a:ext cx="1620000" cy="396000"/>
          </a:xfrm>
          <a:prstGeom prst="rect">
            <a:avLst/>
          </a:prstGeom>
        </p:spPr>
        <p:txBody>
          <a:bodyPr vert="horz" wrap="square" lIns="0" tIns="12700" rIns="0" bIns="0" rtlCol="0" anchor="t">
            <a:noAutofit/>
          </a:bodyPr>
          <a:lstStyle/>
          <a:p>
            <a:pPr marL="12700" marR="5080">
              <a:spcBef>
                <a:spcPts val="100"/>
              </a:spcBef>
            </a:pPr>
            <a:r>
              <a:rPr lang="en-US" altLang="ko-KR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469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ESG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469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경영 플랫폼 및</a:t>
            </a:r>
            <a:endParaRPr lang="en-US" altLang="ko-KR" sz="1100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3469D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spcBef>
                <a:spcPts val="100"/>
              </a:spcBef>
            </a:pP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3469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컴플라이언스 솔루션</a:t>
            </a:r>
            <a:endParaRPr sz="11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74" name="object 4">
            <a:extLst>
              <a:ext uri="{FF2B5EF4-FFF2-40B4-BE49-F238E27FC236}">
                <a16:creationId xmlns:a16="http://schemas.microsoft.com/office/drawing/2014/main" id="{68DC0B5B-BFB7-DD50-BE2F-B385A92B3408}"/>
              </a:ext>
            </a:extLst>
          </p:cNvPr>
          <p:cNvSpPr txBox="1"/>
          <p:nvPr/>
        </p:nvSpPr>
        <p:spPr>
          <a:xfrm>
            <a:off x="3127296" y="3462893"/>
            <a:ext cx="1620000" cy="396000"/>
          </a:xfrm>
          <a:prstGeom prst="rect">
            <a:avLst/>
          </a:prstGeom>
        </p:spPr>
        <p:txBody>
          <a:bodyPr vert="horz" wrap="square" lIns="0" tIns="12700" rIns="0" bIns="0" rtlCol="0" anchor="t">
            <a:noAutofit/>
          </a:bodyPr>
          <a:lstStyle/>
          <a:p>
            <a:pPr marL="12700" marR="5080">
              <a:spcBef>
                <a:spcPts val="100"/>
              </a:spcBef>
            </a:pP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C5FA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영상 보안 시스템</a:t>
            </a:r>
            <a:r>
              <a:rPr lang="en-US" altLang="ko-KR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C5FA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, Vision AI 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C5FA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기반 지능형 영상 분석</a:t>
            </a:r>
          </a:p>
        </p:txBody>
      </p:sp>
      <p:sp>
        <p:nvSpPr>
          <p:cNvPr id="75" name="object 4">
            <a:extLst>
              <a:ext uri="{FF2B5EF4-FFF2-40B4-BE49-F238E27FC236}">
                <a16:creationId xmlns:a16="http://schemas.microsoft.com/office/drawing/2014/main" id="{3E661C53-36D7-1725-9B1C-CF232693B431}"/>
              </a:ext>
            </a:extLst>
          </p:cNvPr>
          <p:cNvSpPr txBox="1"/>
          <p:nvPr/>
        </p:nvSpPr>
        <p:spPr>
          <a:xfrm>
            <a:off x="5347926" y="3462893"/>
            <a:ext cx="1620000" cy="396000"/>
          </a:xfrm>
          <a:prstGeom prst="rect">
            <a:avLst/>
          </a:prstGeom>
        </p:spPr>
        <p:txBody>
          <a:bodyPr vert="horz" wrap="square" lIns="0" tIns="12700" rIns="0" bIns="0" rtlCol="0" anchor="t">
            <a:noAutofit/>
          </a:bodyPr>
          <a:lstStyle/>
          <a:p>
            <a:pPr marL="12700" marR="5080">
              <a:spcBef>
                <a:spcPts val="100"/>
              </a:spcBef>
            </a:pP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6B97C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구축형</a:t>
            </a:r>
            <a:r>
              <a:rPr lang="en-US" altLang="ko-KR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6B97C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/Cloud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6B97C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형 제공으로 자원 관리  효율화</a:t>
            </a:r>
          </a:p>
        </p:txBody>
      </p:sp>
      <p:sp>
        <p:nvSpPr>
          <p:cNvPr id="76" name="object 4">
            <a:extLst>
              <a:ext uri="{FF2B5EF4-FFF2-40B4-BE49-F238E27FC236}">
                <a16:creationId xmlns:a16="http://schemas.microsoft.com/office/drawing/2014/main" id="{A7231D00-2247-E3ED-267B-567AC1694A67}"/>
              </a:ext>
            </a:extLst>
          </p:cNvPr>
          <p:cNvSpPr txBox="1"/>
          <p:nvPr/>
        </p:nvSpPr>
        <p:spPr>
          <a:xfrm>
            <a:off x="7568555" y="3462893"/>
            <a:ext cx="1620000" cy="396000"/>
          </a:xfrm>
          <a:prstGeom prst="rect">
            <a:avLst/>
          </a:prstGeom>
        </p:spPr>
        <p:txBody>
          <a:bodyPr vert="horz" wrap="square" lIns="0" tIns="12700" rIns="0" bIns="0" rtlCol="0" anchor="t">
            <a:noAutofit/>
          </a:bodyPr>
          <a:lstStyle/>
          <a:p>
            <a:pPr marL="12700" marR="5080">
              <a:spcBef>
                <a:spcPts val="100"/>
              </a:spcBef>
            </a:pPr>
            <a:r>
              <a:rPr lang="en-US" altLang="ko-KR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6FC0E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ICT </a:t>
            </a:r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6FC0E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전 영역의 아웃소싱 서비스</a:t>
            </a:r>
            <a:endParaRPr sz="1100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6FC0E5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pic>
        <p:nvPicPr>
          <p:cNvPr id="77" name="그래픽 76" descr="배지 체크 표시1 단색으로 채워진">
            <a:extLst>
              <a:ext uri="{FF2B5EF4-FFF2-40B4-BE49-F238E27FC236}">
                <a16:creationId xmlns:a16="http://schemas.microsoft.com/office/drawing/2014/main" id="{A70E930E-A735-7D9C-C7DC-D3760DA150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594" y="3458206"/>
            <a:ext cx="180000" cy="180000"/>
          </a:xfrm>
          <a:prstGeom prst="rect">
            <a:avLst/>
          </a:prstGeom>
        </p:spPr>
      </p:pic>
      <p:pic>
        <p:nvPicPr>
          <p:cNvPr id="78" name="그래픽 77" descr="배지 체크 표시1 단색으로 채워진">
            <a:extLst>
              <a:ext uri="{FF2B5EF4-FFF2-40B4-BE49-F238E27FC236}">
                <a16:creationId xmlns:a16="http://schemas.microsoft.com/office/drawing/2014/main" id="{ADFB2410-C4D5-2003-C222-F3725753A4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47296" y="3458206"/>
            <a:ext cx="180000" cy="180000"/>
          </a:xfrm>
          <a:prstGeom prst="rect">
            <a:avLst/>
          </a:prstGeom>
        </p:spPr>
      </p:pic>
      <p:pic>
        <p:nvPicPr>
          <p:cNvPr id="79" name="그래픽 78" descr="배지 체크 표시1 단색으로 채워진">
            <a:extLst>
              <a:ext uri="{FF2B5EF4-FFF2-40B4-BE49-F238E27FC236}">
                <a16:creationId xmlns:a16="http://schemas.microsoft.com/office/drawing/2014/main" id="{4426F4E0-CB33-DD0D-7954-2EDC0C8530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67926" y="3458206"/>
            <a:ext cx="180000" cy="180000"/>
          </a:xfrm>
          <a:prstGeom prst="rect">
            <a:avLst/>
          </a:prstGeom>
        </p:spPr>
      </p:pic>
      <p:pic>
        <p:nvPicPr>
          <p:cNvPr id="80" name="그래픽 79" descr="배지 체크 표시1 단색으로 채워진">
            <a:extLst>
              <a:ext uri="{FF2B5EF4-FFF2-40B4-BE49-F238E27FC236}">
                <a16:creationId xmlns:a16="http://schemas.microsoft.com/office/drawing/2014/main" id="{F7204EA0-1EA8-5914-1F59-AFB715E4B20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88555" y="3458206"/>
            <a:ext cx="180000" cy="180000"/>
          </a:xfrm>
          <a:prstGeom prst="rect">
            <a:avLst/>
          </a:prstGeom>
        </p:spPr>
      </p:pic>
      <p:sp>
        <p:nvSpPr>
          <p:cNvPr id="81" name="object 4">
            <a:extLst>
              <a:ext uri="{FF2B5EF4-FFF2-40B4-BE49-F238E27FC236}">
                <a16:creationId xmlns:a16="http://schemas.microsoft.com/office/drawing/2014/main" id="{152C4C85-AF91-B843-8840-50B3C893A6AC}"/>
              </a:ext>
            </a:extLst>
          </p:cNvPr>
          <p:cNvSpPr txBox="1"/>
          <p:nvPr/>
        </p:nvSpPr>
        <p:spPr>
          <a:xfrm>
            <a:off x="915375" y="3887006"/>
            <a:ext cx="1620000" cy="540000"/>
          </a:xfrm>
          <a:prstGeom prst="rect">
            <a:avLst/>
          </a:prstGeom>
        </p:spPr>
        <p:txBody>
          <a:bodyPr vert="horz" wrap="square" lIns="0" tIns="12700" rIns="0" bIns="0" rtlCol="0" anchor="t">
            <a:noAutofit/>
          </a:bodyPr>
          <a:lstStyle/>
          <a:p>
            <a:pPr marL="12700" marR="5080">
              <a:spcBef>
                <a:spcPts val="100"/>
              </a:spcBef>
            </a:pPr>
            <a:r>
              <a:rPr lang="ko-KR" altLang="en-US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내부회계관리</a:t>
            </a:r>
            <a:r>
              <a:rPr lang="en-US" altLang="ko-KR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(</a:t>
            </a:r>
            <a:r>
              <a:rPr lang="ko-KR" altLang="en-US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개별</a:t>
            </a:r>
            <a:r>
              <a:rPr lang="en-US" altLang="ko-KR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/</a:t>
            </a:r>
            <a:r>
              <a:rPr lang="ko-KR" altLang="en-US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연결</a:t>
            </a:r>
            <a:r>
              <a:rPr lang="en-US" altLang="ko-KR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), </a:t>
            </a:r>
            <a:r>
              <a:rPr lang="ko-KR" altLang="en-US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모집단 관리</a:t>
            </a:r>
            <a:r>
              <a:rPr lang="en-US" altLang="ko-KR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, </a:t>
            </a:r>
            <a:r>
              <a:rPr lang="ko-KR" altLang="en-US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준법경영관리</a:t>
            </a:r>
            <a:r>
              <a:rPr lang="en-US" altLang="ko-KR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, </a:t>
            </a:r>
            <a:r>
              <a:rPr lang="ko-KR" altLang="en-US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리스크모니터링 솔루션</a:t>
            </a:r>
          </a:p>
        </p:txBody>
      </p:sp>
      <p:sp>
        <p:nvSpPr>
          <p:cNvPr id="82" name="object 4">
            <a:extLst>
              <a:ext uri="{FF2B5EF4-FFF2-40B4-BE49-F238E27FC236}">
                <a16:creationId xmlns:a16="http://schemas.microsoft.com/office/drawing/2014/main" id="{3BD8806E-7418-8722-BC91-68292D89D142}"/>
              </a:ext>
            </a:extLst>
          </p:cNvPr>
          <p:cNvSpPr txBox="1"/>
          <p:nvPr/>
        </p:nvSpPr>
        <p:spPr>
          <a:xfrm>
            <a:off x="3127296" y="3887006"/>
            <a:ext cx="1620000" cy="540000"/>
          </a:xfrm>
          <a:prstGeom prst="rect">
            <a:avLst/>
          </a:prstGeom>
        </p:spPr>
        <p:txBody>
          <a:bodyPr vert="horz" wrap="square" lIns="0" tIns="12700" rIns="0" bIns="0" rtlCol="0" anchor="t">
            <a:noAutofit/>
          </a:bodyPr>
          <a:lstStyle/>
          <a:p>
            <a:pPr marL="12700" marR="5080">
              <a:spcBef>
                <a:spcPts val="100"/>
              </a:spcBef>
            </a:pPr>
            <a:r>
              <a:rPr lang="ko-KR" altLang="en-US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금융권 영상 관제</a:t>
            </a:r>
            <a:r>
              <a:rPr lang="en-US" altLang="ko-KR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, </a:t>
            </a:r>
            <a:r>
              <a:rPr lang="ko-KR" altLang="en-US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카지노 서베일런스 솔루션</a:t>
            </a:r>
            <a:r>
              <a:rPr lang="en-US" altLang="ko-KR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, Vision AI </a:t>
            </a:r>
            <a:r>
              <a:rPr lang="ko-KR" altLang="en-US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영상 분석 솔루션</a:t>
            </a:r>
          </a:p>
        </p:txBody>
      </p:sp>
      <p:sp>
        <p:nvSpPr>
          <p:cNvPr id="83" name="object 4">
            <a:extLst>
              <a:ext uri="{FF2B5EF4-FFF2-40B4-BE49-F238E27FC236}">
                <a16:creationId xmlns:a16="http://schemas.microsoft.com/office/drawing/2014/main" id="{0ADE21DA-8357-EFB9-0003-E8325D5ED149}"/>
              </a:ext>
            </a:extLst>
          </p:cNvPr>
          <p:cNvSpPr txBox="1"/>
          <p:nvPr/>
        </p:nvSpPr>
        <p:spPr>
          <a:xfrm>
            <a:off x="5347926" y="3887006"/>
            <a:ext cx="1620000" cy="540000"/>
          </a:xfrm>
          <a:prstGeom prst="rect">
            <a:avLst/>
          </a:prstGeom>
        </p:spPr>
        <p:txBody>
          <a:bodyPr vert="horz" wrap="square" lIns="0" tIns="12700" rIns="0" bIns="0" rtlCol="0" anchor="t">
            <a:noAutofit/>
          </a:bodyPr>
          <a:lstStyle/>
          <a:p>
            <a:pPr marL="12700" marR="5080">
              <a:spcBef>
                <a:spcPts val="100"/>
              </a:spcBef>
            </a:pPr>
            <a:r>
              <a:rPr lang="ko-KR" altLang="en-US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통합 건설 </a:t>
            </a:r>
            <a:r>
              <a:rPr lang="en-US" altLang="ko-KR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ERP e-Novator, </a:t>
            </a:r>
            <a:r>
              <a:rPr lang="ko-KR" altLang="en-US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노무비 관리 </a:t>
            </a:r>
            <a:r>
              <a:rPr lang="en-US" altLang="ko-KR" sz="1000" spc="-9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CenWorks</a:t>
            </a:r>
            <a:r>
              <a:rPr lang="en-US" altLang="ko-KR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, </a:t>
            </a:r>
            <a:r>
              <a:rPr lang="ko-KR" altLang="en-US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공사원가 관리 </a:t>
            </a:r>
            <a:r>
              <a:rPr lang="en-US" altLang="ko-KR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C²aaS</a:t>
            </a:r>
          </a:p>
        </p:txBody>
      </p:sp>
      <p:sp>
        <p:nvSpPr>
          <p:cNvPr id="84" name="object 4">
            <a:extLst>
              <a:ext uri="{FF2B5EF4-FFF2-40B4-BE49-F238E27FC236}">
                <a16:creationId xmlns:a16="http://schemas.microsoft.com/office/drawing/2014/main" id="{B68C7EAE-6D00-8EE1-F59C-70C3E9AE7ED9}"/>
              </a:ext>
            </a:extLst>
          </p:cNvPr>
          <p:cNvSpPr txBox="1"/>
          <p:nvPr/>
        </p:nvSpPr>
        <p:spPr>
          <a:xfrm>
            <a:off x="7568555" y="3887006"/>
            <a:ext cx="1620000" cy="540000"/>
          </a:xfrm>
          <a:prstGeom prst="rect">
            <a:avLst/>
          </a:prstGeom>
        </p:spPr>
        <p:txBody>
          <a:bodyPr vert="horz" wrap="square" lIns="0" tIns="12700" rIns="0" bIns="0" rtlCol="0" anchor="t">
            <a:noAutofit/>
          </a:bodyPr>
          <a:lstStyle/>
          <a:p>
            <a:pPr marL="12700" marR="5080">
              <a:spcBef>
                <a:spcPts val="100"/>
              </a:spcBef>
            </a:pPr>
            <a:r>
              <a:rPr lang="en-US" altLang="ko-KR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S/W, H/W, </a:t>
            </a:r>
            <a:r>
              <a:rPr lang="ko-KR" altLang="en-US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네트워크 등 </a:t>
            </a:r>
            <a:r>
              <a:rPr lang="en-US" altLang="ko-KR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IT </a:t>
            </a:r>
            <a:r>
              <a:rPr lang="ko-KR" altLang="en-US" sz="1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기획 및 관리</a:t>
            </a:r>
            <a:endParaRPr sz="1000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90000"/>
                  <a:lumOff val="1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A81912DC-1E6A-22D3-D43B-07DCC121A813}"/>
              </a:ext>
            </a:extLst>
          </p:cNvPr>
          <p:cNvSpPr/>
          <p:nvPr/>
        </p:nvSpPr>
        <p:spPr>
          <a:xfrm>
            <a:off x="636347" y="4731662"/>
            <a:ext cx="1548000" cy="1548000"/>
          </a:xfrm>
          <a:prstGeom prst="homePlate">
            <a:avLst>
              <a:gd name="adj" fmla="val 2768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ctr"/>
          <a:lstStyle/>
          <a:p>
            <a:pPr algn="ctr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ESG</a:t>
            </a:r>
          </a:p>
          <a:p>
            <a:pPr algn="ctr"/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솔루션</a:t>
            </a:r>
          </a:p>
        </p:txBody>
      </p:sp>
      <p:sp>
        <p:nvSpPr>
          <p:cNvPr id="41" name="모서리가 둥근 직사각형 42">
            <a:extLst>
              <a:ext uri="{FF2B5EF4-FFF2-40B4-BE49-F238E27FC236}">
                <a16:creationId xmlns:a16="http://schemas.microsoft.com/office/drawing/2014/main" id="{6652121D-46A4-31E6-66BB-4AB5EC940350}"/>
              </a:ext>
            </a:extLst>
          </p:cNvPr>
          <p:cNvSpPr/>
          <p:nvPr/>
        </p:nvSpPr>
        <p:spPr>
          <a:xfrm>
            <a:off x="2093495" y="4731663"/>
            <a:ext cx="1728000" cy="1548000"/>
          </a:xfrm>
          <a:prstGeom prst="roundRect">
            <a:avLst>
              <a:gd name="adj" fmla="val 4921"/>
            </a:avLst>
          </a:prstGeom>
          <a:solidFill>
            <a:sysClr val="window" lastClr="FFFFFF"/>
          </a:solidFill>
          <a:ln w="19050" cap="flat" cmpd="sng" algn="ctr">
            <a:solidFill>
              <a:srgbClr val="7EA4D5"/>
            </a:solidFill>
            <a:prstDash val="solid"/>
            <a:miter/>
          </a:ln>
          <a:effectLst/>
        </p:spPr>
        <p:txBody>
          <a:bodyPr lIns="36000" tIns="36000" rIns="36000" bIns="36000" rtlCol="0" anchor="t"/>
          <a:lstStyle/>
          <a:p>
            <a:pPr marL="72000" indent="-72000" defTabSz="831748">
              <a:buFont typeface="Arial" panose="020B0604020202020204" pitchFamily="34" charset="0"/>
              <a:buChar char="•"/>
            </a:pPr>
            <a:endParaRPr lang="en-US" altLang="ko-KR" sz="1000" kern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2000" indent="-72000" defTabSz="831748">
              <a:buFont typeface="Arial" panose="020B0604020202020204" pitchFamily="34" charset="0"/>
              <a:buChar char="•"/>
            </a:pPr>
            <a:endParaRPr lang="en-US" altLang="ko-KR" sz="1000" kern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2000" indent="-72000" defTabSz="831748">
              <a:buFont typeface="Arial" panose="020B0604020202020204" pitchFamily="34" charset="0"/>
              <a:buChar char="•"/>
            </a:pP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개별</a:t>
            </a:r>
            <a:r>
              <a:rPr lang="en-US" altLang="ko-KR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연결 내부회계 적용 및 운영 시스템</a:t>
            </a:r>
          </a:p>
          <a:p>
            <a:pPr marL="72000" indent="-72000" defTabSz="831748">
              <a:buFont typeface="Arial" panose="020B0604020202020204" pitchFamily="34" charset="0"/>
              <a:buChar char="•"/>
            </a:pP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국내 기업 </a:t>
            </a:r>
            <a:r>
              <a:rPr lang="en-US" altLang="ko-KR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700</a:t>
            </a: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곳 이상 도입</a:t>
            </a:r>
            <a:r>
              <a:rPr lang="en-US" altLang="ko-KR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국내 시장점유율 </a:t>
            </a:r>
            <a:r>
              <a:rPr lang="en-US" altLang="ko-KR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위</a:t>
            </a:r>
            <a:r>
              <a:rPr lang="en-US" altLang="ko-KR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72000" indent="-72000" defTabSz="831748">
              <a:buFont typeface="Arial" panose="020B0604020202020204" pitchFamily="34" charset="0"/>
              <a:buChar char="•"/>
            </a:pP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  <a:r>
              <a:rPr lang="en-US" altLang="ko-KR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운영 평가</a:t>
            </a:r>
            <a:r>
              <a:rPr lang="en-US" altLang="ko-KR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외부감사 지원 등 다양한 기능 제공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4DC93A9-DB4F-2DA4-A3B5-AFE3DB3688FA}"/>
              </a:ext>
            </a:extLst>
          </p:cNvPr>
          <p:cNvSpPr txBox="1"/>
          <p:nvPr/>
        </p:nvSpPr>
        <p:spPr>
          <a:xfrm>
            <a:off x="2169984" y="4730936"/>
            <a:ext cx="157502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내부회계관리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3" name="그래픽 78" descr="배지 체크 표시1 단색으로 채워진">
            <a:extLst>
              <a:ext uri="{FF2B5EF4-FFF2-40B4-BE49-F238E27FC236}">
                <a16:creationId xmlns:a16="http://schemas.microsoft.com/office/drawing/2014/main" id="{5232431C-10AE-56B3-CA18-B96C5A8943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10846" y="4759938"/>
            <a:ext cx="180000" cy="180000"/>
          </a:xfrm>
          <a:prstGeom prst="rect">
            <a:avLst/>
          </a:prstGeom>
        </p:spPr>
      </p:pic>
      <p:sp>
        <p:nvSpPr>
          <p:cNvPr id="45" name="모서리가 둥근 직사각형 42">
            <a:extLst>
              <a:ext uri="{FF2B5EF4-FFF2-40B4-BE49-F238E27FC236}">
                <a16:creationId xmlns:a16="http://schemas.microsoft.com/office/drawing/2014/main" id="{8CFEF8E6-8706-2C29-CF35-4A46E20CDE20}"/>
              </a:ext>
            </a:extLst>
          </p:cNvPr>
          <p:cNvSpPr/>
          <p:nvPr/>
        </p:nvSpPr>
        <p:spPr>
          <a:xfrm>
            <a:off x="3909815" y="4731663"/>
            <a:ext cx="1728000" cy="1548000"/>
          </a:xfrm>
          <a:prstGeom prst="roundRect">
            <a:avLst>
              <a:gd name="adj" fmla="val 2573"/>
            </a:avLst>
          </a:prstGeom>
          <a:solidFill>
            <a:sysClr val="window" lastClr="FFFFFF"/>
          </a:solidFill>
          <a:ln w="19050" cap="flat" cmpd="sng" algn="ctr">
            <a:solidFill>
              <a:srgbClr val="7EA4D5"/>
            </a:solidFill>
            <a:prstDash val="solid"/>
            <a:miter/>
          </a:ln>
          <a:effectLst/>
        </p:spPr>
        <p:txBody>
          <a:bodyPr lIns="36000" tIns="36000" rIns="36000" bIns="36000" rtlCol="0" anchor="t"/>
          <a:lstStyle/>
          <a:p>
            <a:pPr marL="72000" indent="-72000" defTabSz="831748">
              <a:buFont typeface="Arial" panose="020B0604020202020204" pitchFamily="34" charset="0"/>
              <a:buChar char="•"/>
            </a:pPr>
            <a:endParaRPr lang="en-US" altLang="ko-KR" sz="1000" kern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2000" indent="-72000" defTabSz="831748">
              <a:buFont typeface="Arial" panose="020B0604020202020204" pitchFamily="34" charset="0"/>
              <a:buChar char="•"/>
            </a:pPr>
            <a:endParaRPr lang="en-US" altLang="ko-KR" sz="1000" kern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2000" indent="-72000" defTabSz="831748">
              <a:buFont typeface="Arial" panose="020B0604020202020204" pitchFamily="34" charset="0"/>
              <a:buChar char="•"/>
            </a:pP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통제활동별 모집단 정보 자동화</a:t>
            </a:r>
          </a:p>
          <a:p>
            <a:pPr marL="72000" indent="-72000" defTabSz="831748">
              <a:buFont typeface="Arial" panose="020B0604020202020204" pitchFamily="34" charset="0"/>
              <a:buChar char="•"/>
            </a:pP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모집단 완전성 확보 및 자동 샘플 제공</a:t>
            </a:r>
          </a:p>
          <a:p>
            <a:pPr marL="72000" indent="-72000" defTabSz="831748">
              <a:buFont typeface="Arial" panose="020B0604020202020204" pitchFamily="34" charset="0"/>
              <a:buChar char="•"/>
            </a:pP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내부회계시스템과 연계되어 운영평가에 자동 반영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6F647E-34D4-B31C-67A9-F3BCE743B16D}"/>
              </a:ext>
            </a:extLst>
          </p:cNvPr>
          <p:cNvSpPr txBox="1"/>
          <p:nvPr/>
        </p:nvSpPr>
        <p:spPr>
          <a:xfrm>
            <a:off x="3987926" y="4730936"/>
            <a:ext cx="157177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모집단관리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7" name="그래픽 78" descr="배지 체크 표시1 단색으로 채워진">
            <a:extLst>
              <a:ext uri="{FF2B5EF4-FFF2-40B4-BE49-F238E27FC236}">
                <a16:creationId xmlns:a16="http://schemas.microsoft.com/office/drawing/2014/main" id="{15AAF164-F9BB-90DA-2FAD-748B236202F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34127" y="4759938"/>
            <a:ext cx="180000" cy="180000"/>
          </a:xfrm>
          <a:prstGeom prst="rect">
            <a:avLst/>
          </a:prstGeom>
        </p:spPr>
      </p:pic>
      <p:sp>
        <p:nvSpPr>
          <p:cNvPr id="85" name="모서리가 둥근 직사각형 42">
            <a:extLst>
              <a:ext uri="{FF2B5EF4-FFF2-40B4-BE49-F238E27FC236}">
                <a16:creationId xmlns:a16="http://schemas.microsoft.com/office/drawing/2014/main" id="{3E8192D1-1CD8-87C2-479E-BC24B2AB51A8}"/>
              </a:ext>
            </a:extLst>
          </p:cNvPr>
          <p:cNvSpPr/>
          <p:nvPr/>
        </p:nvSpPr>
        <p:spPr>
          <a:xfrm>
            <a:off x="5726135" y="4731663"/>
            <a:ext cx="1728000" cy="1548000"/>
          </a:xfrm>
          <a:prstGeom prst="roundRect">
            <a:avLst>
              <a:gd name="adj" fmla="val 4264"/>
            </a:avLst>
          </a:prstGeom>
          <a:solidFill>
            <a:sysClr val="window" lastClr="FFFFFF"/>
          </a:solidFill>
          <a:ln w="19050" cap="flat" cmpd="sng" algn="ctr">
            <a:solidFill>
              <a:srgbClr val="7EA4D5"/>
            </a:solidFill>
            <a:prstDash val="solid"/>
            <a:miter/>
          </a:ln>
          <a:effectLst/>
        </p:spPr>
        <p:txBody>
          <a:bodyPr lIns="36000" tIns="36000" rIns="36000" bIns="36000" rtlCol="0" anchor="t"/>
          <a:lstStyle/>
          <a:p>
            <a:pPr marL="72000" indent="-72000" defTabSz="831748">
              <a:buFont typeface="Arial" panose="020B0604020202020204" pitchFamily="34" charset="0"/>
              <a:buChar char="•"/>
            </a:pPr>
            <a:endParaRPr lang="en-US" altLang="ko-KR" sz="1000" kern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2000" indent="-72000" defTabSz="831748">
              <a:buFont typeface="Arial" panose="020B0604020202020204" pitchFamily="34" charset="0"/>
              <a:buChar char="•"/>
            </a:pPr>
            <a:endParaRPr lang="en-US" altLang="ko-KR" sz="1000" kern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2000" indent="-72000" defTabSz="831748">
              <a:buFont typeface="Arial" panose="020B0604020202020204" pitchFamily="34" charset="0"/>
              <a:buChar char="•"/>
            </a:pP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기업운영의 위험요소 모니터링과 조기 경보 서비스</a:t>
            </a:r>
          </a:p>
          <a:p>
            <a:pPr marL="72000" indent="-72000" defTabSz="831748">
              <a:buFont typeface="Arial" panose="020B0604020202020204" pitchFamily="34" charset="0"/>
              <a:buChar char="•"/>
            </a:pP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자금</a:t>
            </a:r>
            <a:r>
              <a:rPr lang="en-US" altLang="ko-KR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구매</a:t>
            </a:r>
            <a:r>
              <a:rPr lang="en-US" altLang="ko-KR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영업</a:t>
            </a:r>
            <a:r>
              <a:rPr lang="en-US" altLang="ko-KR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법인카드 등 표준 시나리오</a:t>
            </a:r>
          </a:p>
          <a:p>
            <a:pPr marL="72000" indent="-72000" defTabSz="831748">
              <a:buFont typeface="Arial" panose="020B0604020202020204" pitchFamily="34" charset="0"/>
              <a:buChar char="•"/>
            </a:pP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이상 징후에 대한 소명 및 후속 조치 프로세스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097EA59-4ECB-FF05-6359-6D4DE07EEF35}"/>
              </a:ext>
            </a:extLst>
          </p:cNvPr>
          <p:cNvSpPr txBox="1"/>
          <p:nvPr/>
        </p:nvSpPr>
        <p:spPr>
          <a:xfrm>
            <a:off x="5795698" y="4730936"/>
            <a:ext cx="158887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리스크모니터링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1" name="그래픽 78" descr="배지 체크 표시1 단색으로 채워진">
            <a:extLst>
              <a:ext uri="{FF2B5EF4-FFF2-40B4-BE49-F238E27FC236}">
                <a16:creationId xmlns:a16="http://schemas.microsoft.com/office/drawing/2014/main" id="{E78BF197-2814-84F3-AF2C-7C2C1045F6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57408" y="4759938"/>
            <a:ext cx="180000" cy="180000"/>
          </a:xfrm>
          <a:prstGeom prst="rect">
            <a:avLst/>
          </a:prstGeom>
        </p:spPr>
      </p:pic>
      <p:sp>
        <p:nvSpPr>
          <p:cNvPr id="94" name="모서리가 둥근 직사각형 42">
            <a:extLst>
              <a:ext uri="{FF2B5EF4-FFF2-40B4-BE49-F238E27FC236}">
                <a16:creationId xmlns:a16="http://schemas.microsoft.com/office/drawing/2014/main" id="{F3EBFBA7-2B76-306C-912C-49C318F64975}"/>
              </a:ext>
            </a:extLst>
          </p:cNvPr>
          <p:cNvSpPr/>
          <p:nvPr/>
        </p:nvSpPr>
        <p:spPr>
          <a:xfrm>
            <a:off x="7542456" y="4731663"/>
            <a:ext cx="1728000" cy="1548000"/>
          </a:xfrm>
          <a:prstGeom prst="roundRect">
            <a:avLst>
              <a:gd name="adj" fmla="val 5579"/>
            </a:avLst>
          </a:prstGeom>
          <a:solidFill>
            <a:sysClr val="window" lastClr="FFFFFF"/>
          </a:solidFill>
          <a:ln w="19050" cap="flat" cmpd="sng" algn="ctr">
            <a:solidFill>
              <a:srgbClr val="7EA4D5"/>
            </a:solidFill>
            <a:prstDash val="solid"/>
            <a:miter/>
          </a:ln>
          <a:effectLst/>
        </p:spPr>
        <p:txBody>
          <a:bodyPr lIns="36000" tIns="36000" rIns="36000" bIns="36000" rtlCol="0" anchor="t"/>
          <a:lstStyle/>
          <a:p>
            <a:pPr marL="72000" indent="-72000" defTabSz="831748">
              <a:buFont typeface="Arial" panose="020B0604020202020204" pitchFamily="34" charset="0"/>
              <a:buChar char="•"/>
            </a:pPr>
            <a:endParaRPr lang="en-US" altLang="ko-KR" sz="1000" kern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2000" indent="-72000" defTabSz="831748">
              <a:buFont typeface="Arial" panose="020B0604020202020204" pitchFamily="34" charset="0"/>
              <a:buChar char="•"/>
            </a:pPr>
            <a:endParaRPr lang="en-US" altLang="ko-KR" sz="1000" kern="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2000" indent="-72000" defTabSz="831748">
              <a:buFont typeface="Arial" panose="020B0604020202020204" pitchFamily="34" charset="0"/>
              <a:buChar char="•"/>
            </a:pP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준법경영체제 구축</a:t>
            </a:r>
            <a:r>
              <a:rPr lang="en-US" altLang="ko-KR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ISO37301 </a:t>
            </a: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인증을 위한 관리 시스템</a:t>
            </a:r>
          </a:p>
          <a:p>
            <a:pPr marL="72000" indent="-72000" defTabSz="831748">
              <a:buFont typeface="Arial" panose="020B0604020202020204" pitchFamily="34" charset="0"/>
              <a:buChar char="•"/>
            </a:pP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en-US" altLang="ko-KR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ISO37301 </a:t>
            </a: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인증시 </a:t>
            </a:r>
            <a:r>
              <a:rPr lang="en-US" altLang="ko-KR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ESG </a:t>
            </a: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평가 가점 반영</a:t>
            </a:r>
          </a:p>
          <a:p>
            <a:pPr marL="72000" indent="-72000" defTabSz="831748">
              <a:buFont typeface="Arial" panose="020B0604020202020204" pitchFamily="34" charset="0"/>
              <a:buChar char="•"/>
            </a:pPr>
            <a:r>
              <a:rPr lang="ko-KR" altLang="en-US" sz="10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국가 법령정보센터 연동 및 법령 정보 변경 사항 알림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C8B1E8F-8295-A64C-349A-C741630AC876}"/>
              </a:ext>
            </a:extLst>
          </p:cNvPr>
          <p:cNvSpPr txBox="1"/>
          <p:nvPr/>
        </p:nvSpPr>
        <p:spPr>
          <a:xfrm>
            <a:off x="7630460" y="4730936"/>
            <a:ext cx="155199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준법경영관리</a:t>
            </a:r>
            <a:endParaRPr lang="en-US" altLang="ko-KR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6" name="그래픽 78" descr="배지 체크 표시1 단색으로 채워진">
            <a:extLst>
              <a:ext uri="{FF2B5EF4-FFF2-40B4-BE49-F238E27FC236}">
                <a16:creationId xmlns:a16="http://schemas.microsoft.com/office/drawing/2014/main" id="{EF1D9D07-447A-0939-39DB-F0982F47F3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80690" y="4759938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972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B3224-51BC-64D6-D202-841EA731C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9685877-A4A3-9EA5-84C8-AC69515130EF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재무 현황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1769CF-F774-E77C-3EFB-A7FEB513873A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기업의 지속 가능성을 보장하는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안정적 재무 현황</a:t>
            </a:r>
            <a:endParaRPr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5" name="사각형: 잘린 한쪽 모서리 1">
            <a:extLst>
              <a:ext uri="{FF2B5EF4-FFF2-40B4-BE49-F238E27FC236}">
                <a16:creationId xmlns:a16="http://schemas.microsoft.com/office/drawing/2014/main" id="{DFA6488E-6349-73C9-91C8-F3008CC544AC}"/>
              </a:ext>
            </a:extLst>
          </p:cNvPr>
          <p:cNvSpPr/>
          <p:nvPr/>
        </p:nvSpPr>
        <p:spPr>
          <a:xfrm>
            <a:off x="648176" y="1808386"/>
            <a:ext cx="4304824" cy="4507276"/>
          </a:xfrm>
          <a:prstGeom prst="snip1Rect">
            <a:avLst>
              <a:gd name="adj" fmla="val 6918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3519A130-92F0-814E-5BAF-50DCCBACC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139" y="1924731"/>
            <a:ext cx="214115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>
            <a:defPPr>
              <a:defRPr lang="ko-KR"/>
            </a:defPPr>
            <a:lvl1pPr>
              <a:defRPr sz="2000" b="0" spc="-4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F55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>
              <a:defRPr/>
            </a:pPr>
            <a:r>
              <a:rPr lang="ko-KR" altLang="en-US" sz="1200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</a:t>
            </a:r>
            <a:r>
              <a:rPr lang="en-US" altLang="ko-KR" sz="1200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00" b="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년간 재무 현황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B0EB855-838F-7385-1D98-0F5C775EE74D}"/>
              </a:ext>
            </a:extLst>
          </p:cNvPr>
          <p:cNvGraphicFramePr>
            <a:graphicFrameLocks noGrp="1"/>
          </p:cNvGraphicFramePr>
          <p:nvPr/>
        </p:nvGraphicFramePr>
        <p:xfrm>
          <a:off x="766603" y="2192725"/>
          <a:ext cx="4068000" cy="1256711"/>
        </p:xfrm>
        <a:graphic>
          <a:graphicData uri="http://schemas.openxmlformats.org/drawingml/2006/table">
            <a:tbl>
              <a:tblPr/>
              <a:tblGrid>
                <a:gridCol w="1152000">
                  <a:extLst>
                    <a:ext uri="{9D8B030D-6E8A-4147-A177-3AD203B41FA5}">
                      <a16:colId xmlns:a16="http://schemas.microsoft.com/office/drawing/2014/main" val="3449019517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47062258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34846593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462034675"/>
                    </a:ext>
                  </a:extLst>
                </a:gridCol>
              </a:tblGrid>
              <a:tr h="312065">
                <a:tc>
                  <a:txBody>
                    <a:bodyPr/>
                    <a:lstStyle>
                      <a:lvl1pPr defTabSz="742950" latinLnBrk="1">
                        <a:lnSpc>
                          <a:spcPct val="90000"/>
                        </a:lnSpc>
                        <a:spcBef>
                          <a:spcPts val="813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1pPr>
                      <a:lvl2pPr marL="742950" indent="-28575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2pPr>
                      <a:lvl3pPr marL="11430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3pPr>
                      <a:lvl4pPr marL="16002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4pPr>
                      <a:lvl5pPr marL="20574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5pPr>
                      <a:lvl6pPr marL="25146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6pPr>
                      <a:lvl7pPr marL="29718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7pPr>
                      <a:lvl8pPr marL="34290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8pPr>
                      <a:lvl9pPr marL="38862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742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92931" marR="92931" marT="50340" marB="50340" anchor="ctr"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>
                      <a:lvl1pPr defTabSz="742950" latinLnBrk="1">
                        <a:lnSpc>
                          <a:spcPct val="90000"/>
                        </a:lnSpc>
                        <a:spcBef>
                          <a:spcPts val="813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1pPr>
                      <a:lvl2pPr marL="742950" indent="-28575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2pPr>
                      <a:lvl3pPr marL="11430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3pPr>
                      <a:lvl4pPr marL="16002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4pPr>
                      <a:lvl5pPr marL="20574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5pPr>
                      <a:lvl6pPr marL="25146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6pPr>
                      <a:lvl7pPr marL="29718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7pPr>
                      <a:lvl8pPr marL="34290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8pPr>
                      <a:lvl9pPr marL="38862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742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31" marR="92931" marT="50340" marB="50340" anchor="ctr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>
                      <a:lvl1pPr defTabSz="742950" latinLnBrk="1">
                        <a:lnSpc>
                          <a:spcPct val="90000"/>
                        </a:lnSpc>
                        <a:spcBef>
                          <a:spcPts val="813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1pPr>
                      <a:lvl2pPr marL="742950" indent="-28575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2pPr>
                      <a:lvl3pPr marL="11430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3pPr>
                      <a:lvl4pPr marL="16002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4pPr>
                      <a:lvl5pPr marL="20574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5pPr>
                      <a:lvl6pPr marL="25146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6pPr>
                      <a:lvl7pPr marL="29718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7pPr>
                      <a:lvl8pPr marL="34290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8pPr>
                      <a:lvl9pPr marL="38862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742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31" marR="92931" marT="50340" marB="50340" anchor="ctr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>
                      <a:lvl1pPr defTabSz="742950" latinLnBrk="1">
                        <a:lnSpc>
                          <a:spcPct val="90000"/>
                        </a:lnSpc>
                        <a:spcBef>
                          <a:spcPts val="813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1pPr>
                      <a:lvl2pPr marL="742950" indent="-28575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2pPr>
                      <a:lvl3pPr marL="11430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3pPr>
                      <a:lvl4pPr marL="16002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4pPr>
                      <a:lvl5pPr marL="20574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5pPr>
                      <a:lvl6pPr marL="25146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6pPr>
                      <a:lvl7pPr marL="29718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7pPr>
                      <a:lvl8pPr marL="34290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8pPr>
                      <a:lvl9pPr marL="38862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742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31" marR="92931" marT="50340" marB="50340" anchor="ctr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085287"/>
                  </a:ext>
                </a:extLst>
              </a:tr>
              <a:tr h="314882">
                <a:tc>
                  <a:txBody>
                    <a:bodyPr/>
                    <a:lstStyle>
                      <a:lvl1pPr defTabSz="742950" latinLnBrk="1">
                        <a:lnSpc>
                          <a:spcPct val="90000"/>
                        </a:lnSpc>
                        <a:spcBef>
                          <a:spcPts val="813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1pPr>
                      <a:lvl2pPr marL="742950" indent="-28575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2pPr>
                      <a:lvl3pPr marL="11430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3pPr>
                      <a:lvl4pPr marL="16002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4pPr>
                      <a:lvl5pPr marL="20574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5pPr>
                      <a:lvl6pPr marL="25146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6pPr>
                      <a:lvl7pPr marL="29718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7pPr>
                      <a:lvl8pPr marL="34290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8pPr>
                      <a:lvl9pPr marL="38862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742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자산총계</a:t>
                      </a:r>
                    </a:p>
                  </a:txBody>
                  <a:tcPr marL="92931" marR="92931" marT="50340" marB="50340" anchor="ctr"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742950" latinLnBrk="1">
                        <a:lnSpc>
                          <a:spcPct val="90000"/>
                        </a:lnSpc>
                        <a:spcBef>
                          <a:spcPts val="813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1pPr>
                      <a:lvl2pPr marL="742950" indent="-28575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2pPr>
                      <a:lvl3pPr marL="11430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3pPr>
                      <a:lvl4pPr marL="16002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4pPr>
                      <a:lvl5pPr marL="20574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5pPr>
                      <a:lvl6pPr marL="25146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6pPr>
                      <a:lvl7pPr marL="29718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7pPr>
                      <a:lvl8pPr marL="34290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8pPr>
                      <a:lvl9pPr marL="38862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r" defTabSz="742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50,482,522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31" marR="92931" marT="50340" marB="50340" anchor="ctr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742950" latinLnBrk="1">
                        <a:lnSpc>
                          <a:spcPct val="90000"/>
                        </a:lnSpc>
                        <a:spcBef>
                          <a:spcPts val="813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1pPr>
                      <a:lvl2pPr marL="742950" indent="-28575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2pPr>
                      <a:lvl3pPr marL="11430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3pPr>
                      <a:lvl4pPr marL="16002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4pPr>
                      <a:lvl5pPr marL="20574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5pPr>
                      <a:lvl6pPr marL="25146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6pPr>
                      <a:lvl7pPr marL="29718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7pPr>
                      <a:lvl8pPr marL="34290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8pPr>
                      <a:lvl9pPr marL="38862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r" defTabSz="742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50,530,557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31" marR="92931" marT="50340" marB="50340" anchor="ctr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742950" latinLnBrk="1">
                        <a:lnSpc>
                          <a:spcPct val="90000"/>
                        </a:lnSpc>
                        <a:spcBef>
                          <a:spcPts val="813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1pPr>
                      <a:lvl2pPr marL="742950" indent="-28575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2pPr>
                      <a:lvl3pPr marL="11430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3pPr>
                      <a:lvl4pPr marL="16002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4pPr>
                      <a:lvl5pPr marL="20574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5pPr>
                      <a:lvl6pPr marL="25146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6pPr>
                      <a:lvl7pPr marL="29718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7pPr>
                      <a:lvl8pPr marL="34290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8pPr>
                      <a:lvl9pPr marL="38862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r" defTabSz="742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34,755,149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31" marR="92931" marT="50340" marB="50340" anchor="ctr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202027"/>
                  </a:ext>
                </a:extLst>
              </a:tr>
              <a:tr h="314882">
                <a:tc>
                  <a:txBody>
                    <a:bodyPr/>
                    <a:lstStyle>
                      <a:lvl1pPr defTabSz="742950" latinLnBrk="1">
                        <a:lnSpc>
                          <a:spcPct val="90000"/>
                        </a:lnSpc>
                        <a:spcBef>
                          <a:spcPts val="813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1pPr>
                      <a:lvl2pPr marL="742950" indent="-28575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2pPr>
                      <a:lvl3pPr marL="11430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3pPr>
                      <a:lvl4pPr marL="16002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4pPr>
                      <a:lvl5pPr marL="20574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5pPr>
                      <a:lvl6pPr marL="25146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6pPr>
                      <a:lvl7pPr marL="29718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7pPr>
                      <a:lvl8pPr marL="34290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8pPr>
                      <a:lvl9pPr marL="38862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742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부채총계</a:t>
                      </a:r>
                    </a:p>
                  </a:txBody>
                  <a:tcPr marL="92931" marR="92931" marT="50340" marB="50340" anchor="ctr"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742950" latinLnBrk="1">
                        <a:lnSpc>
                          <a:spcPct val="90000"/>
                        </a:lnSpc>
                        <a:spcBef>
                          <a:spcPts val="813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1pPr>
                      <a:lvl2pPr marL="742950" indent="-28575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2pPr>
                      <a:lvl3pPr marL="11430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3pPr>
                      <a:lvl4pPr marL="16002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4pPr>
                      <a:lvl5pPr marL="20574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5pPr>
                      <a:lvl6pPr marL="25146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6pPr>
                      <a:lvl7pPr marL="29718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7pPr>
                      <a:lvl8pPr marL="34290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8pPr>
                      <a:lvl9pPr marL="38862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r" defTabSz="742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26,338,000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31" marR="92931" marT="50340" marB="50340" anchor="ctr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742950" latinLnBrk="1">
                        <a:lnSpc>
                          <a:spcPct val="90000"/>
                        </a:lnSpc>
                        <a:spcBef>
                          <a:spcPts val="813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1pPr>
                      <a:lvl2pPr marL="742950" indent="-28575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2pPr>
                      <a:lvl3pPr marL="11430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3pPr>
                      <a:lvl4pPr marL="16002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4pPr>
                      <a:lvl5pPr marL="20574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5pPr>
                      <a:lvl6pPr marL="25146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6pPr>
                      <a:lvl7pPr marL="29718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7pPr>
                      <a:lvl8pPr marL="34290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8pPr>
                      <a:lvl9pPr marL="38862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r" defTabSz="742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21,242,281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31" marR="92931" marT="50340" marB="50340" anchor="ctr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742950" latinLnBrk="1">
                        <a:lnSpc>
                          <a:spcPct val="90000"/>
                        </a:lnSpc>
                        <a:spcBef>
                          <a:spcPts val="813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1pPr>
                      <a:lvl2pPr marL="742950" indent="-28575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2pPr>
                      <a:lvl3pPr marL="11430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3pPr>
                      <a:lvl4pPr marL="16002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4pPr>
                      <a:lvl5pPr marL="20574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5pPr>
                      <a:lvl6pPr marL="25146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6pPr>
                      <a:lvl7pPr marL="29718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7pPr>
                      <a:lvl8pPr marL="34290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8pPr>
                      <a:lvl9pPr marL="38862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r" defTabSz="742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20,975,120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31" marR="92931" marT="50340" marB="50340" anchor="ctr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397142"/>
                  </a:ext>
                </a:extLst>
              </a:tr>
              <a:tr h="314882">
                <a:tc>
                  <a:txBody>
                    <a:bodyPr/>
                    <a:lstStyle>
                      <a:lvl1pPr defTabSz="742950" latinLnBrk="1">
                        <a:lnSpc>
                          <a:spcPct val="90000"/>
                        </a:lnSpc>
                        <a:spcBef>
                          <a:spcPts val="813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1pPr>
                      <a:lvl2pPr marL="742950" indent="-28575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2pPr>
                      <a:lvl3pPr marL="11430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3pPr>
                      <a:lvl4pPr marL="16002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4pPr>
                      <a:lvl5pPr marL="2057400" indent="-228600" defTabSz="742950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5pPr>
                      <a:lvl6pPr marL="25146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6pPr>
                      <a:lvl7pPr marL="29718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7pPr>
                      <a:lvl8pPr marL="34290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8pPr>
                      <a:lvl9pPr marL="3886200" indent="-228600" defTabSz="74295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74295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매출액</a:t>
                      </a:r>
                    </a:p>
                  </a:txBody>
                  <a:tcPr marL="92931" marR="92931" marT="50340" marB="50340" anchor="ctr"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lnSpc>
                          <a:spcPct val="90000"/>
                        </a:lnSpc>
                        <a:spcBef>
                          <a:spcPts val="813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1pPr>
                      <a:lvl2pPr marL="742950" indent="-285750" defTabSz="962025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2pPr>
                      <a:lvl3pPr marL="1143000" indent="-228600" defTabSz="962025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3pPr>
                      <a:lvl4pPr marL="1600200" indent="-228600" defTabSz="962025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4pPr>
                      <a:lvl5pPr marL="2057400" indent="-228600" defTabSz="962025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5pPr>
                      <a:lvl6pPr marL="2514600" indent="-228600" defTabSz="962025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6pPr>
                      <a:lvl7pPr marL="2971800" indent="-228600" defTabSz="962025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7pPr>
                      <a:lvl8pPr marL="3429000" indent="-228600" defTabSz="962025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8pPr>
                      <a:lvl9pPr marL="3886200" indent="-228600" defTabSz="962025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27,939,500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31" marR="92931" marT="50340" marB="50340" anchor="ctr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lnSpc>
                          <a:spcPct val="90000"/>
                        </a:lnSpc>
                        <a:spcBef>
                          <a:spcPts val="813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1pPr>
                      <a:lvl2pPr marL="742950" indent="-285750" defTabSz="962025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2pPr>
                      <a:lvl3pPr marL="1143000" indent="-228600" defTabSz="962025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3pPr>
                      <a:lvl4pPr marL="1600200" indent="-228600" defTabSz="962025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4pPr>
                      <a:lvl5pPr marL="2057400" indent="-228600" defTabSz="962025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5pPr>
                      <a:lvl6pPr marL="2514600" indent="-228600" defTabSz="962025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6pPr>
                      <a:lvl7pPr marL="2971800" indent="-228600" defTabSz="962025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7pPr>
                      <a:lvl8pPr marL="3429000" indent="-228600" defTabSz="962025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8pPr>
                      <a:lvl9pPr marL="3886200" indent="-228600" defTabSz="962025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25,734,252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31" marR="92931" marT="50340" marB="50340" anchor="ctr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962025" latinLnBrk="1">
                        <a:lnSpc>
                          <a:spcPct val="90000"/>
                        </a:lnSpc>
                        <a:spcBef>
                          <a:spcPts val="813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1pPr>
                      <a:lvl2pPr marL="742950" indent="-285750" defTabSz="962025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7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2pPr>
                      <a:lvl3pPr marL="1143000" indent="-228600" defTabSz="962025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3pPr>
                      <a:lvl4pPr marL="1600200" indent="-228600" defTabSz="962025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4pPr>
                      <a:lvl5pPr marL="2057400" indent="-228600" defTabSz="962025" latinLnBrk="1">
                        <a:lnSpc>
                          <a:spcPct val="90000"/>
                        </a:lnSpc>
                        <a:spcBef>
                          <a:spcPts val="400"/>
                        </a:spcBef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5pPr>
                      <a:lvl6pPr marL="2514600" indent="-228600" defTabSz="962025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6pPr>
                      <a:lvl7pPr marL="2971800" indent="-228600" defTabSz="962025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7pPr>
                      <a:lvl8pPr marL="3429000" indent="-228600" defTabSz="962025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8pPr>
                      <a:lvl9pPr marL="3886200" indent="-228600" defTabSz="962025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r" defTabSz="9620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26,176,018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2931" marR="92931" marT="50340" marB="50340" anchor="ctr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513436"/>
                  </a:ext>
                </a:extLst>
              </a:tr>
            </a:tbl>
          </a:graphicData>
        </a:graphic>
      </p:graphicFrame>
      <p:sp>
        <p:nvSpPr>
          <p:cNvPr id="8" name="Text Box 6">
            <a:extLst>
              <a:ext uri="{FF2B5EF4-FFF2-40B4-BE49-F238E27FC236}">
                <a16:creationId xmlns:a16="http://schemas.microsoft.com/office/drawing/2014/main" id="{18CACCB4-89A5-16DC-D353-B98B5D19C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3674" y="2028446"/>
            <a:ext cx="95181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>
            <a:defPPr>
              <a:defRPr lang="ko-KR"/>
            </a:defPPr>
            <a:lvl1pPr>
              <a:defRPr sz="2000" b="0" spc="-4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F55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pPr algn="r">
              <a:defRPr/>
            </a:pPr>
            <a:r>
              <a:rPr lang="en-US" altLang="ko-KR" sz="9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9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천원</a:t>
            </a:r>
            <a:r>
              <a:rPr lang="en-US" altLang="ko-KR" sz="9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C265754-7A56-4BE1-F998-095EC7358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600" y="3725231"/>
            <a:ext cx="2176062" cy="22606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232ED4D-018A-2357-3B86-A2FAE85C7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91" y="3725231"/>
            <a:ext cx="1834607" cy="1921969"/>
          </a:xfrm>
          <a:prstGeom prst="rect">
            <a:avLst/>
          </a:prstGeom>
        </p:spPr>
      </p:pic>
      <p:graphicFrame>
        <p:nvGraphicFramePr>
          <p:cNvPr id="26" name="표 5">
            <a:extLst>
              <a:ext uri="{FF2B5EF4-FFF2-40B4-BE49-F238E27FC236}">
                <a16:creationId xmlns:a16="http://schemas.microsoft.com/office/drawing/2014/main" id="{D01A204B-DF68-7326-0C7C-529AD53D6173}"/>
              </a:ext>
            </a:extLst>
          </p:cNvPr>
          <p:cNvGraphicFramePr>
            <a:graphicFrameLocks noGrp="1"/>
          </p:cNvGraphicFramePr>
          <p:nvPr/>
        </p:nvGraphicFramePr>
        <p:xfrm>
          <a:off x="5361575" y="5156132"/>
          <a:ext cx="3916518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506">
                  <a:extLst>
                    <a:ext uri="{9D8B030D-6E8A-4147-A177-3AD203B41FA5}">
                      <a16:colId xmlns:a16="http://schemas.microsoft.com/office/drawing/2014/main" val="3672398378"/>
                    </a:ext>
                  </a:extLst>
                </a:gridCol>
                <a:gridCol w="1305506">
                  <a:extLst>
                    <a:ext uri="{9D8B030D-6E8A-4147-A177-3AD203B41FA5}">
                      <a16:colId xmlns:a16="http://schemas.microsoft.com/office/drawing/2014/main" val="2769842628"/>
                    </a:ext>
                  </a:extLst>
                </a:gridCol>
                <a:gridCol w="1305506">
                  <a:extLst>
                    <a:ext uri="{9D8B030D-6E8A-4147-A177-3AD203B41FA5}">
                      <a16:colId xmlns:a16="http://schemas.microsoft.com/office/drawing/2014/main" val="236114861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주식 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지분율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6225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최대주주 등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1,071,686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180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defTabSz="895350" latinLnBrk="1"/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37.05%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180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87267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1,820,945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180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62.95%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180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88939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합 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404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2,892,631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</a:p>
                  </a:txBody>
                  <a:tcPr marL="0" marR="18000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404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100.00 %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180000" marT="0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40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874685"/>
                  </a:ext>
                </a:extLst>
              </a:tr>
            </a:tbl>
          </a:graphicData>
        </a:graphic>
      </p:graphicFrame>
      <p:grpSp>
        <p:nvGrpSpPr>
          <p:cNvPr id="28" name="그룹 27">
            <a:extLst>
              <a:ext uri="{FF2B5EF4-FFF2-40B4-BE49-F238E27FC236}">
                <a16:creationId xmlns:a16="http://schemas.microsoft.com/office/drawing/2014/main" id="{1B63B1B3-7B6A-E04D-0C7D-D3BC052BD9E1}"/>
              </a:ext>
            </a:extLst>
          </p:cNvPr>
          <p:cNvGrpSpPr/>
          <p:nvPr/>
        </p:nvGrpSpPr>
        <p:grpSpPr>
          <a:xfrm>
            <a:off x="6087557" y="2317159"/>
            <a:ext cx="2378138" cy="2378138"/>
            <a:chOff x="8337792" y="3701490"/>
            <a:chExt cx="1620000" cy="1620000"/>
          </a:xfrm>
        </p:grpSpPr>
        <p:graphicFrame>
          <p:nvGraphicFramePr>
            <p:cNvPr id="29" name="차트 28">
              <a:extLst>
                <a:ext uri="{FF2B5EF4-FFF2-40B4-BE49-F238E27FC236}">
                  <a16:creationId xmlns:a16="http://schemas.microsoft.com/office/drawing/2014/main" id="{CF5ED6F9-06D5-D5D2-3048-7D276934C42B}"/>
                </a:ext>
              </a:extLst>
            </p:cNvPr>
            <p:cNvGraphicFramePr/>
            <p:nvPr/>
          </p:nvGraphicFramePr>
          <p:xfrm>
            <a:off x="8337792" y="3701490"/>
            <a:ext cx="1620000" cy="162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0940ABE3-F683-5B40-E937-F50D96244025}"/>
                </a:ext>
              </a:extLst>
            </p:cNvPr>
            <p:cNvSpPr/>
            <p:nvPr/>
          </p:nvSpPr>
          <p:spPr>
            <a:xfrm>
              <a:off x="8958835" y="4322533"/>
              <a:ext cx="377914" cy="37791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6777B17-BE68-3B0F-5A60-E3B6006D0B3C}"/>
              </a:ext>
            </a:extLst>
          </p:cNvPr>
          <p:cNvSpPr txBox="1"/>
          <p:nvPr/>
        </p:nvSpPr>
        <p:spPr>
          <a:xfrm>
            <a:off x="7443747" y="4708176"/>
            <a:ext cx="90858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최대주주 등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67DDE3-F205-790D-4EEF-82AFC750F2CA}"/>
              </a:ext>
            </a:extLst>
          </p:cNvPr>
          <p:cNvSpPr txBox="1"/>
          <p:nvPr/>
        </p:nvSpPr>
        <p:spPr>
          <a:xfrm>
            <a:off x="6769830" y="4708176"/>
            <a:ext cx="44371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1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기타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879241B-4261-AB8D-6F9F-52BEA033512D}"/>
              </a:ext>
            </a:extLst>
          </p:cNvPr>
          <p:cNvSpPr/>
          <p:nvPr/>
        </p:nvSpPr>
        <p:spPr>
          <a:xfrm>
            <a:off x="7322722" y="4783510"/>
            <a:ext cx="110942" cy="1109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5CFA928-3A56-86AF-1C7F-EECFB30CED82}"/>
              </a:ext>
            </a:extLst>
          </p:cNvPr>
          <p:cNvSpPr/>
          <p:nvPr/>
        </p:nvSpPr>
        <p:spPr>
          <a:xfrm>
            <a:off x="6648806" y="4783510"/>
            <a:ext cx="110942" cy="1109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36418E-F07B-69DE-FE38-840B1B7A9453}"/>
              </a:ext>
            </a:extLst>
          </p:cNvPr>
          <p:cNvSpPr txBox="1"/>
          <p:nvPr/>
        </p:nvSpPr>
        <p:spPr>
          <a:xfrm>
            <a:off x="5665539" y="1731307"/>
            <a:ext cx="2523768" cy="28777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ko-KR" altLang="en-US" sz="12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주주 현황</a:t>
            </a:r>
            <a:endParaRPr lang="ko-KR" altLang="en-US" sz="12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KoPubWorld돋움체_Pro Light" panose="00000300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D4EB701-7A5A-F6CE-EB34-2AED3E01B287}"/>
              </a:ext>
            </a:extLst>
          </p:cNvPr>
          <p:cNvSpPr/>
          <p:nvPr/>
        </p:nvSpPr>
        <p:spPr>
          <a:xfrm>
            <a:off x="5531982" y="1798817"/>
            <a:ext cx="127313" cy="127313"/>
          </a:xfrm>
          <a:prstGeom prst="rect">
            <a:avLst/>
          </a:prstGeom>
          <a:solidFill>
            <a:srgbClr val="3C40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1089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D37832-F602-AF1D-9883-94B2CBA91272}"/>
              </a:ext>
            </a:extLst>
          </p:cNvPr>
          <p:cNvSpPr txBox="1"/>
          <p:nvPr/>
        </p:nvSpPr>
        <p:spPr>
          <a:xfrm>
            <a:off x="7595510" y="2326521"/>
            <a:ext cx="16786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‘24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 말 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보통주 기준</a:t>
            </a:r>
          </a:p>
        </p:txBody>
      </p:sp>
    </p:spTree>
    <p:extLst>
      <p:ext uri="{BB962C8B-B14F-4D97-AF65-F5344CB8AC3E}">
        <p14:creationId xmlns:p14="http://schemas.microsoft.com/office/powerpoint/2010/main" val="41374277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78151-E497-4E45-FE1B-B2A9D3AB8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DFA7D35-9BC3-26AC-F4CD-AB6E8D4CC62D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2.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재무 현황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EDAAC50-C5A1-4644-D9AC-2A4C22A70E30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기업의 지속 가능성을 보장하는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안정적 재무 현황</a:t>
            </a:r>
            <a:endParaRPr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D90B63-BA44-7F4F-5F3F-8B19D553CE17}"/>
              </a:ext>
            </a:extLst>
          </p:cNvPr>
          <p:cNvSpPr txBox="1"/>
          <p:nvPr/>
        </p:nvSpPr>
        <p:spPr>
          <a:xfrm>
            <a:off x="653923" y="1857504"/>
            <a:ext cx="30472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spc="-45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■ 재무상태표 </a:t>
            </a:r>
            <a:r>
              <a:rPr lang="en-US" altLang="ko-KR" sz="1100" spc="-45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(24</a:t>
            </a:r>
            <a:r>
              <a:rPr lang="ko-KR" altLang="en-US" sz="1100" spc="-45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년 </a:t>
            </a:r>
            <a:r>
              <a:rPr lang="en-US" altLang="ko-KR" sz="1100" spc="-45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12</a:t>
            </a:r>
            <a:r>
              <a:rPr lang="ko-KR" altLang="en-US" sz="1100" spc="-45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월 사업보고서 기준</a:t>
            </a:r>
            <a:r>
              <a:rPr lang="en-US" altLang="ko-KR" sz="1100" spc="-45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)</a:t>
            </a:r>
            <a:endParaRPr lang="ko-KR" altLang="en-US" sz="1100" spc="-45" dirty="0">
              <a:latin typeface="맑은 고딕" panose="020B0503020000020004" pitchFamily="50" charset="-127"/>
              <a:ea typeface="맑은 고딕" panose="020B0503020000020004" pitchFamily="50" charset="-127"/>
              <a:cs typeface="KoPubWorld돋움체_Pro Medium" panose="00000600000000000000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80C58E0-8CC6-1C17-B28D-41A484D59B21}"/>
              </a:ext>
            </a:extLst>
          </p:cNvPr>
          <p:cNvGraphicFramePr>
            <a:graphicFrameLocks noGrp="1"/>
          </p:cNvGraphicFramePr>
          <p:nvPr/>
        </p:nvGraphicFramePr>
        <p:xfrm>
          <a:off x="635735" y="2119417"/>
          <a:ext cx="4158000" cy="4187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000">
                  <a:extLst>
                    <a:ext uri="{9D8B030D-6E8A-4147-A177-3AD203B41FA5}">
                      <a16:colId xmlns:a16="http://schemas.microsoft.com/office/drawing/2014/main" val="369500481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1882879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7278836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42498156"/>
                    </a:ext>
                  </a:extLst>
                </a:gridCol>
              </a:tblGrid>
              <a:tr h="44993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단위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천원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2024</a:t>
                      </a:r>
                      <a:b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</a:b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제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21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 당기</a:t>
                      </a:r>
                    </a:p>
                  </a:txBody>
                  <a:tcPr marL="5761" marR="5761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2023</a:t>
                      </a:r>
                      <a:b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</a:b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제</a:t>
                      </a: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20</a:t>
                      </a: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 전기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2022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제</a:t>
                      </a: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19</a:t>
                      </a: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510928"/>
                  </a:ext>
                </a:extLst>
              </a:tr>
              <a:tr h="311479">
                <a:tc>
                  <a:txBody>
                    <a:bodyPr/>
                    <a:lstStyle/>
                    <a:p>
                      <a:pPr marL="0" algn="l" defTabSz="1007943" rtl="0" eaLnBrk="1" latinLnBrk="1" hangingPunct="1"/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유동자산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8,206,672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8,731,679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12,080,952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573204"/>
                  </a:ext>
                </a:extLst>
              </a:tr>
              <a:tr h="311479">
                <a:tc>
                  <a:txBody>
                    <a:bodyPr/>
                    <a:lstStyle/>
                    <a:p>
                      <a:pPr marL="0" algn="l" defTabSz="1007943" rtl="0" eaLnBrk="1" latinLnBrk="1" hangingPunct="1"/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비유동자산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38,961,752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41,798,877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22,674,197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393549"/>
                  </a:ext>
                </a:extLst>
              </a:tr>
              <a:tr h="311479">
                <a:tc>
                  <a:txBody>
                    <a:bodyPr/>
                    <a:lstStyle/>
                    <a:p>
                      <a:pPr marL="0" algn="l" defTabSz="1007943" rtl="0" eaLnBrk="1" latinLnBrk="1" hangingPunct="1"/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자산총계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47,168,424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50,530,557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34,755,149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550554"/>
                  </a:ext>
                </a:extLst>
              </a:tr>
              <a:tr h="311479">
                <a:tc>
                  <a:txBody>
                    <a:bodyPr/>
                    <a:lstStyle/>
                    <a:p>
                      <a:pPr marL="0" algn="l" defTabSz="1007943" rtl="0" eaLnBrk="1" latinLnBrk="1" hangingPunct="1"/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유동부채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17,387,610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19,000,959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17,479,832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791956"/>
                  </a:ext>
                </a:extLst>
              </a:tr>
              <a:tr h="311479">
                <a:tc>
                  <a:txBody>
                    <a:bodyPr/>
                    <a:lstStyle/>
                    <a:p>
                      <a:pPr marL="0" algn="l" defTabSz="1007943" rtl="0" eaLnBrk="1" latinLnBrk="1" hangingPunct="1"/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비유동부채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7,173,151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2,241,321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3,495,287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680255"/>
                  </a:ext>
                </a:extLst>
              </a:tr>
              <a:tr h="311479">
                <a:tc>
                  <a:txBody>
                    <a:bodyPr/>
                    <a:lstStyle/>
                    <a:p>
                      <a:pPr marL="0" algn="l" defTabSz="1007943" rtl="0" eaLnBrk="1" latinLnBrk="1" hangingPunct="1"/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부채총계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24,560,761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21,242,281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20,975,120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67602"/>
                  </a:ext>
                </a:extLst>
              </a:tr>
              <a:tr h="311479">
                <a:tc>
                  <a:txBody>
                    <a:bodyPr/>
                    <a:lstStyle/>
                    <a:p>
                      <a:pPr marL="0" algn="l" defTabSz="1007943" rtl="0" eaLnBrk="1" latinLnBrk="1" hangingPunct="1"/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납입자본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4,669,123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4,669,123</a:t>
                      </a: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4,418,643</a:t>
                      </a: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277929"/>
                  </a:ext>
                </a:extLst>
              </a:tr>
              <a:tr h="311479">
                <a:tc>
                  <a:txBody>
                    <a:bodyPr/>
                    <a:lstStyle/>
                    <a:p>
                      <a:pPr marL="0" algn="l" defTabSz="1007943" rtl="0" eaLnBrk="1" latinLnBrk="1" hangingPunct="1"/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이익잉여금</a:t>
                      </a:r>
                      <a:endParaRPr lang="en-US" altLang="ko-KR" sz="1000" b="0" kern="1200" spc="-5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16,726,282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23,409,005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12,093,505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233907"/>
                  </a:ext>
                </a:extLst>
              </a:tr>
              <a:tr h="311479">
                <a:tc>
                  <a:txBody>
                    <a:bodyPr/>
                    <a:lstStyle/>
                    <a:p>
                      <a:pPr marL="0" algn="l" defTabSz="1007943" rtl="0" eaLnBrk="1" latinLnBrk="1" hangingPunct="1"/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기타자본구성요소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1,212,256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1,212,256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(2,732,119)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361456"/>
                  </a:ext>
                </a:extLst>
              </a:tr>
              <a:tr h="311479">
                <a:tc>
                  <a:txBody>
                    <a:bodyPr/>
                    <a:lstStyle/>
                    <a:p>
                      <a:pPr marL="0" algn="l" defTabSz="1007943" rtl="0" eaLnBrk="1" latinLnBrk="1" hangingPunct="1"/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비지배분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-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-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-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281414"/>
                  </a:ext>
                </a:extLst>
              </a:tr>
              <a:tr h="311479">
                <a:tc>
                  <a:txBody>
                    <a:bodyPr/>
                    <a:lstStyle/>
                    <a:p>
                      <a:pPr marL="0" algn="l" defTabSz="1007943" rtl="0" eaLnBrk="1" latinLnBrk="1" hangingPunct="1"/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자본총계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22,607,662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29,288,276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13,780,029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697826"/>
                  </a:ext>
                </a:extLst>
              </a:tr>
              <a:tr h="311479">
                <a:tc>
                  <a:txBody>
                    <a:bodyPr/>
                    <a:lstStyle/>
                    <a:p>
                      <a:pPr marL="0" algn="l" defTabSz="1007943" rtl="0" eaLnBrk="1" latinLnBrk="1" hangingPunct="1"/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부채와 자본총계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47,168,424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50,530,557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34,755,149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33249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75F4854-EB18-ED27-115B-BEF23F7379C6}"/>
              </a:ext>
            </a:extLst>
          </p:cNvPr>
          <p:cNvSpPr txBox="1"/>
          <p:nvPr/>
        </p:nvSpPr>
        <p:spPr>
          <a:xfrm>
            <a:off x="5139343" y="1857506"/>
            <a:ext cx="3225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spc="-45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■ 포괄손익계산서 </a:t>
            </a:r>
            <a:r>
              <a:rPr lang="en-US" altLang="ko-KR" sz="1100" spc="-45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(24</a:t>
            </a:r>
            <a:r>
              <a:rPr lang="ko-KR" altLang="en-US" sz="1100" spc="-45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년 </a:t>
            </a:r>
            <a:r>
              <a:rPr lang="en-US" altLang="ko-KR" sz="1100" spc="-45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12</a:t>
            </a:r>
            <a:r>
              <a:rPr lang="ko-KR" altLang="en-US" sz="1100" spc="-45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월 사업보고서 기준</a:t>
            </a:r>
            <a:r>
              <a:rPr lang="en-US" altLang="ko-KR" sz="1100" spc="-45" dirty="0"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Medium" panose="00000600000000000000" pitchFamily="50" charset="-127"/>
              </a:rPr>
              <a:t>)</a:t>
            </a:r>
            <a:endParaRPr lang="ko-KR" altLang="en-US" sz="1100" spc="-45" dirty="0">
              <a:latin typeface="맑은 고딕" panose="020B0503020000020004" pitchFamily="50" charset="-127"/>
              <a:ea typeface="맑은 고딕" panose="020B0503020000020004" pitchFamily="50" charset="-127"/>
              <a:cs typeface="KoPubWorld돋움체_Pro Medium" panose="00000600000000000000" pitchFamily="50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F7D922BA-B182-2AD8-5961-A0B5EE823712}"/>
              </a:ext>
            </a:extLst>
          </p:cNvPr>
          <p:cNvGraphicFramePr>
            <a:graphicFrameLocks noGrp="1"/>
          </p:cNvGraphicFramePr>
          <p:nvPr/>
        </p:nvGraphicFramePr>
        <p:xfrm>
          <a:off x="5128985" y="2119417"/>
          <a:ext cx="4158000" cy="4187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000">
                  <a:extLst>
                    <a:ext uri="{9D8B030D-6E8A-4147-A177-3AD203B41FA5}">
                      <a16:colId xmlns:a16="http://schemas.microsoft.com/office/drawing/2014/main" val="369500481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1882879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15186002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42498156"/>
                    </a:ext>
                  </a:extLst>
                </a:gridCol>
              </a:tblGrid>
              <a:tr h="37953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단위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: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천원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  <a:endParaRPr kumimoji="0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2024</a:t>
                      </a:r>
                      <a:b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</a:b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제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21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 당기</a:t>
                      </a:r>
                    </a:p>
                  </a:txBody>
                  <a:tcPr marL="5761" marR="5761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2023</a:t>
                      </a:r>
                      <a:b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</a:b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제</a:t>
                      </a: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20</a:t>
                      </a: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 전기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2022</a:t>
                      </a:r>
                      <a:b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</a:b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제</a:t>
                      </a: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19</a:t>
                      </a: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510928"/>
                  </a:ext>
                </a:extLst>
              </a:tr>
              <a:tr h="23423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매출액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27,939,500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25,734,252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26,176,018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573204"/>
                  </a:ext>
                </a:extLst>
              </a:tr>
              <a:tr h="234238">
                <a:tc>
                  <a:txBody>
                    <a:bodyPr/>
                    <a:lstStyle/>
                    <a:p>
                      <a:pPr marL="265113" indent="-173038" algn="l" defTabSz="1007943" rtl="0" eaLnBrk="1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매출원가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22,586,974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21,184,462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19,077,698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393549"/>
                  </a:ext>
                </a:extLst>
              </a:tr>
              <a:tr h="234238">
                <a:tc>
                  <a:txBody>
                    <a:bodyPr/>
                    <a:lstStyle/>
                    <a:p>
                      <a:pPr marL="0" algn="l" defTabSz="1007943" rtl="0" eaLnBrk="1" latinLnBrk="1" hangingPunct="1"/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매출총이익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5,352,525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4,549,789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7,098,320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550554"/>
                  </a:ext>
                </a:extLst>
              </a:tr>
              <a:tr h="234238">
                <a:tc>
                  <a:txBody>
                    <a:bodyPr/>
                    <a:lstStyle/>
                    <a:p>
                      <a:pPr marL="265113" indent="-173038" algn="l" defTabSz="1007943" rtl="0" eaLnBrk="1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판매관리비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4,998,683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2,856,000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3,797,463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791956"/>
                  </a:ext>
                </a:extLst>
              </a:tr>
              <a:tr h="23423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영업이익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353,841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1,693,789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1007943" rtl="0" eaLnBrk="1" latinLnBrk="1" hangingPunct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3,300,856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680255"/>
                  </a:ext>
                </a:extLst>
              </a:tr>
              <a:tr h="234238">
                <a:tc>
                  <a:txBody>
                    <a:bodyPr/>
                    <a:lstStyle/>
                    <a:p>
                      <a:pPr marL="265113" indent="-173038" algn="l" defTabSz="1007943" rtl="0" eaLnBrk="1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기타수익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18,179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50,450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97,582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361456"/>
                  </a:ext>
                </a:extLst>
              </a:tr>
              <a:tr h="234238">
                <a:tc>
                  <a:txBody>
                    <a:bodyPr/>
                    <a:lstStyle/>
                    <a:p>
                      <a:pPr marL="265113" indent="-173038" algn="l" defTabSz="1007943" rtl="0" eaLnBrk="1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기타비용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3,330,273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35,408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1,193,333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446892"/>
                  </a:ext>
                </a:extLst>
              </a:tr>
              <a:tr h="234238">
                <a:tc>
                  <a:txBody>
                    <a:bodyPr/>
                    <a:lstStyle/>
                    <a:p>
                      <a:pPr marL="265113" indent="-173038" algn="l" defTabSz="1007943" rtl="0" eaLnBrk="1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금융수익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1,689,983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11,281,158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986,634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999596"/>
                  </a:ext>
                </a:extLst>
              </a:tr>
              <a:tr h="234238">
                <a:tc>
                  <a:txBody>
                    <a:bodyPr/>
                    <a:lstStyle/>
                    <a:p>
                      <a:pPr marL="265113" indent="-173038" algn="l" defTabSz="1007943" rtl="0" eaLnBrk="1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금융비용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7,185,779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721,322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2,715,730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765109"/>
                  </a:ext>
                </a:extLst>
              </a:tr>
              <a:tr h="234238">
                <a:tc>
                  <a:txBody>
                    <a:bodyPr/>
                    <a:lstStyle/>
                    <a:p>
                      <a:pPr marL="265113" indent="-173038" algn="l" defTabSz="1007943" rtl="0" eaLnBrk="1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관계기업투자이익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-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-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-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584484"/>
                  </a:ext>
                </a:extLst>
              </a:tr>
              <a:tr h="234238">
                <a:tc>
                  <a:txBody>
                    <a:bodyPr/>
                    <a:lstStyle/>
                    <a:p>
                      <a:pPr marL="265113" indent="-173038" algn="l" defTabSz="1007943" rtl="0" eaLnBrk="1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관계기업투자손실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-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-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-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784067"/>
                  </a:ext>
                </a:extLst>
              </a:tr>
              <a:tr h="234238">
                <a:tc>
                  <a:txBody>
                    <a:bodyPr/>
                    <a:lstStyle/>
                    <a:p>
                      <a:pPr marL="265113" indent="-173038" algn="l" defTabSz="1007943" rtl="0" eaLnBrk="1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법인세차감전순이익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(8,454,048)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12,268,667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476,009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487782"/>
                  </a:ext>
                </a:extLst>
              </a:tr>
              <a:tr h="234238">
                <a:tc>
                  <a:txBody>
                    <a:bodyPr/>
                    <a:lstStyle/>
                    <a:p>
                      <a:pPr marL="265113" indent="-173038" algn="l" defTabSz="1007943" rtl="0" eaLnBrk="1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법인세비용</a:t>
                      </a: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(1,773,433)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953,167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54,622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835396"/>
                  </a:ext>
                </a:extLst>
              </a:tr>
              <a:tr h="234238">
                <a:tc>
                  <a:txBody>
                    <a:bodyPr/>
                    <a:lstStyle/>
                    <a:p>
                      <a:pPr marL="265113" indent="-173038" algn="l" defTabSz="1007943" rtl="0" eaLnBrk="1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계속영업이익</a:t>
                      </a:r>
                      <a:r>
                        <a:rPr lang="en-US" altLang="ko-KR" sz="9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(</a:t>
                      </a: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손실</a:t>
                      </a:r>
                      <a:r>
                        <a:rPr lang="en-US" altLang="ko-KR" sz="9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)</a:t>
                      </a:r>
                      <a:endParaRPr lang="ko-KR" altLang="en-US" sz="900" b="0" kern="1200" spc="-5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-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-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-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726323"/>
                  </a:ext>
                </a:extLst>
              </a:tr>
              <a:tr h="234238">
                <a:tc>
                  <a:txBody>
                    <a:bodyPr/>
                    <a:lstStyle/>
                    <a:p>
                      <a:pPr marL="265113" indent="-173038" algn="l" defTabSz="1007943" rtl="0" eaLnBrk="1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중단영업이익</a:t>
                      </a:r>
                      <a:r>
                        <a:rPr lang="en-US" altLang="ko-KR" sz="9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(</a:t>
                      </a:r>
                      <a:r>
                        <a:rPr lang="ko-KR" altLang="en-US" sz="9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손실</a:t>
                      </a:r>
                      <a:r>
                        <a:rPr lang="en-US" altLang="ko-KR" sz="9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)</a:t>
                      </a:r>
                      <a:endParaRPr lang="ko-KR" altLang="en-US" sz="900" b="0" kern="1200" spc="-5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-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-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-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60359"/>
                  </a:ext>
                </a:extLst>
              </a:tr>
              <a:tr h="29458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당기순이익</a:t>
                      </a:r>
                      <a:r>
                        <a:rPr lang="en-US" altLang="ko-KR" sz="10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(</a:t>
                      </a:r>
                      <a:r>
                        <a:rPr lang="ko-KR" altLang="en-US" sz="10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손실</a:t>
                      </a:r>
                      <a:r>
                        <a:rPr lang="en-US" altLang="ko-KR" sz="1000" b="0" kern="1200" spc="-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)</a:t>
                      </a:r>
                      <a:endParaRPr lang="ko-KR" altLang="en-US" sz="1000" b="0" kern="1200" spc="-5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97976" marR="6531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(6,680,614)</a:t>
                      </a:r>
                    </a:p>
                  </a:txBody>
                  <a:tcPr marL="5761" marR="97976" marT="5761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11,315,500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0" kern="1200" spc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KoPubWorld돋움체_Pro Light" panose="00000300000000000000" pitchFamily="50" charset="-127"/>
                        </a:rPr>
                        <a:t>421,387</a:t>
                      </a:r>
                      <a:endParaRPr lang="ko-KR" altLang="en-US" sz="900" b="0" kern="1200" spc="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KoPubWorld돋움체_Pro Light" panose="00000300000000000000" pitchFamily="50" charset="-127"/>
                      </a:endParaRPr>
                    </a:p>
                  </a:txBody>
                  <a:tcPr marL="0" marR="97976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6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2664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332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71373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0280D-D969-6847-1EBC-66068F512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699012C-F4C8-5409-5906-BA6CEE75EA8A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3.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조직 및 인력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16DD59D-D6E7-3F22-C3D1-22501B44FF03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경영관리솔루션 사업에 특화된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최적의 전문가 조직 구성과 인력 구조</a:t>
            </a:r>
            <a:endParaRPr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graphicFrame>
        <p:nvGraphicFramePr>
          <p:cNvPr id="79" name="Group 264">
            <a:extLst>
              <a:ext uri="{FF2B5EF4-FFF2-40B4-BE49-F238E27FC236}">
                <a16:creationId xmlns:a16="http://schemas.microsoft.com/office/drawing/2014/main" id="{48179136-7CF8-5B11-467A-FB07742E1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685803"/>
              </p:ext>
            </p:extLst>
          </p:nvPr>
        </p:nvGraphicFramePr>
        <p:xfrm>
          <a:off x="6393000" y="5226672"/>
          <a:ext cx="2880000" cy="10800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371901092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36366821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등급</a:t>
                      </a:r>
                    </a:p>
                  </a:txBody>
                  <a:tcPr marL="18000" marR="18000" marT="18576" marB="18576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</a:t>
                      </a:r>
                    </a:p>
                  </a:txBody>
                  <a:tcPr marL="18000" marR="18000" marT="18576" marB="18576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컨설팅</a:t>
                      </a:r>
                    </a:p>
                  </a:txBody>
                  <a:tcPr marL="18000" marR="18000" marT="18576" marB="18576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영업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지원</a:t>
                      </a:r>
                    </a:p>
                  </a:txBody>
                  <a:tcPr marL="18000" marR="18000" marT="18576" marB="18576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2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</a:t>
                      </a:r>
                    </a:p>
                  </a:txBody>
                  <a:tcPr marL="18000" marR="18000" marT="18576" marB="18576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특급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28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고급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19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43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중급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41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초급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45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59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29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122</a:t>
                      </a:r>
                    </a:p>
                  </a:txBody>
                  <a:tcPr marL="37152" marR="37152" marT="18576" marB="18576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0" name="직사각형 79">
            <a:extLst>
              <a:ext uri="{FF2B5EF4-FFF2-40B4-BE49-F238E27FC236}">
                <a16:creationId xmlns:a16="http://schemas.microsoft.com/office/drawing/2014/main" id="{881FACED-262D-3741-2A38-C36E5BF84B41}"/>
              </a:ext>
            </a:extLst>
          </p:cNvPr>
          <p:cNvSpPr/>
          <p:nvPr/>
        </p:nvSpPr>
        <p:spPr>
          <a:xfrm>
            <a:off x="6750176" y="2404238"/>
            <a:ext cx="1956760" cy="540000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lIns="91423" tIns="45712" rIns="91423" bIns="45712" anchor="ctr" anchorCtr="0"/>
          <a:lstStyle/>
          <a:p>
            <a:pPr marL="108000" marR="0" lvl="0" indent="-10800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조직체계 </a:t>
            </a: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4</a:t>
            </a: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사업부</a:t>
            </a: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12</a:t>
            </a: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팀</a:t>
            </a:r>
            <a:endParaRPr kumimoji="1" lang="en-US" altLang="ko-KR" sz="1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08000" marR="0" lvl="0" indent="-10800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총 인원수 </a:t>
            </a: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10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정직원</a:t>
            </a: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122</a:t>
            </a:r>
            <a:r>
              <a:rPr kumimoji="1" lang="ko-KR" altLang="en-US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명 </a:t>
            </a:r>
            <a:endParaRPr kumimoji="1" lang="en-US" altLang="ko-KR" sz="1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Text Box 98">
            <a:extLst>
              <a:ext uri="{FF2B5EF4-FFF2-40B4-BE49-F238E27FC236}">
                <a16:creationId xmlns:a16="http://schemas.microsoft.com/office/drawing/2014/main" id="{E27388DB-AEB0-8EE1-54A3-91A154DF6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4088" y="5046656"/>
            <a:ext cx="1458912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kern="0" dirty="0">
                <a:latin typeface="맑은 고딕" pitchFamily="50" charset="-127"/>
                <a:ea typeface="맑은 고딕" pitchFamily="50" charset="-127"/>
                <a:cs typeface="Arial" pitchFamily="34" charset="0"/>
              </a:rPr>
              <a:t>(</a:t>
            </a:r>
            <a:r>
              <a:rPr kumimoji="0" lang="ko-KR" altLang="en-US" sz="900" kern="0" dirty="0"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단위 </a:t>
            </a:r>
            <a:r>
              <a:rPr kumimoji="0" lang="en-US" altLang="ko-KR" sz="900" kern="0" dirty="0">
                <a:latin typeface="맑은 고딕" pitchFamily="50" charset="-127"/>
                <a:ea typeface="맑은 고딕" pitchFamily="50" charset="-127"/>
                <a:cs typeface="Arial" pitchFamily="34" charset="0"/>
              </a:rPr>
              <a:t>: </a:t>
            </a:r>
            <a:r>
              <a:rPr kumimoji="0" lang="ko-KR" altLang="en-US" sz="900" kern="0" dirty="0"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명</a:t>
            </a:r>
            <a:r>
              <a:rPr kumimoji="0" lang="en-US" altLang="ko-KR" sz="900" kern="0" dirty="0">
                <a:latin typeface="맑은 고딕" pitchFamily="50" charset="-127"/>
                <a:ea typeface="맑은 고딕" pitchFamily="50" charset="-127"/>
                <a:cs typeface="Arial" pitchFamily="34" charset="0"/>
              </a:rPr>
              <a:t>)</a:t>
            </a:r>
          </a:p>
        </p:txBody>
      </p:sp>
      <p:pic>
        <p:nvPicPr>
          <p:cNvPr id="108" name="Picture 2" descr="체크표시 디자인 소스 : 네이버 블로그">
            <a:extLst>
              <a:ext uri="{FF2B5EF4-FFF2-40B4-BE49-F238E27FC236}">
                <a16:creationId xmlns:a16="http://schemas.microsoft.com/office/drawing/2014/main" id="{405BAD5F-B394-0729-49FF-FF18105220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60" t="56973" r="51974" b="26165"/>
          <a:stretch/>
        </p:blipFill>
        <p:spPr bwMode="auto">
          <a:xfrm>
            <a:off x="789802" y="6056968"/>
            <a:ext cx="188177" cy="200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A304CC44-D304-7324-484B-304828BE3CFF}"/>
              </a:ext>
            </a:extLst>
          </p:cNvPr>
          <p:cNvSpPr txBox="1"/>
          <p:nvPr/>
        </p:nvSpPr>
        <p:spPr>
          <a:xfrm>
            <a:off x="3233071" y="3885433"/>
            <a:ext cx="1632697" cy="900000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>
            <a:defPPr>
              <a:defRPr lang="en-US"/>
            </a:defPPr>
            <a:lvl1pPr marL="108000" indent="-108000" ea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컨설팅사업팀</a:t>
            </a:r>
            <a:endParaRPr lang="en-US" altLang="ko-KR" dirty="0"/>
          </a:p>
          <a:p>
            <a:r>
              <a:rPr lang="en-US" altLang="ko-Kore-KR" dirty="0"/>
              <a:t>P&amp;S</a:t>
            </a:r>
            <a:r>
              <a:rPr lang="ko-KR" altLang="en-US" dirty="0"/>
              <a:t>사업팀</a:t>
            </a:r>
            <a:endParaRPr lang="en-US" altLang="ko-KR" dirty="0"/>
          </a:p>
          <a:p>
            <a:r>
              <a:rPr lang="en-US" altLang="ko-Kore-KR" dirty="0"/>
              <a:t>CS</a:t>
            </a:r>
            <a:r>
              <a:rPr lang="ko-KR" altLang="en-US" dirty="0"/>
              <a:t>사업팀</a:t>
            </a:r>
            <a:endParaRPr lang="en-US" altLang="ko-KR" dirty="0"/>
          </a:p>
          <a:p>
            <a:r>
              <a:rPr lang="ko-KR" altLang="en-US" dirty="0"/>
              <a:t>영업팀</a:t>
            </a:r>
            <a:endParaRPr lang="en-US" altLang="ko-Kore-KR" dirty="0"/>
          </a:p>
        </p:txBody>
      </p:sp>
      <p:sp>
        <p:nvSpPr>
          <p:cNvPr id="117" name="모서리가 둥근 직사각형 73">
            <a:extLst>
              <a:ext uri="{FF2B5EF4-FFF2-40B4-BE49-F238E27FC236}">
                <a16:creationId xmlns:a16="http://schemas.microsoft.com/office/drawing/2014/main" id="{0EDDB43F-AA13-83FD-6FB2-FF157E806441}"/>
              </a:ext>
            </a:extLst>
          </p:cNvPr>
          <p:cNvSpPr/>
          <p:nvPr/>
        </p:nvSpPr>
        <p:spPr bwMode="auto">
          <a:xfrm>
            <a:off x="4190531" y="1945616"/>
            <a:ext cx="1560523" cy="720000"/>
          </a:xfrm>
          <a:prstGeom prst="roundRect">
            <a:avLst>
              <a:gd name="adj" fmla="val 15377"/>
            </a:avLst>
          </a:prstGeom>
          <a:solidFill>
            <a:schemeClr val="accent1"/>
          </a:solidFill>
          <a:ln w="11176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02096" tIns="51048" rIns="102096" bIns="51048" numCol="1" rtlCol="0" anchor="ctr" anchorCtr="0" compatLnSpc="1">
            <a:prstTxWarp prst="textNoShape">
              <a:avLst/>
            </a:prstTxWarp>
          </a:bodyPr>
          <a:lstStyle/>
          <a:p>
            <a:pPr algn="ctr" defTabSz="1021003">
              <a:spcBef>
                <a:spcPct val="50000"/>
              </a:spcBef>
            </a:pPr>
            <a:endParaRPr lang="ko-Kore-KR" altLang="en-US" sz="1179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118" name="모서리가 둥근 직사각형 73">
            <a:extLst>
              <a:ext uri="{FF2B5EF4-FFF2-40B4-BE49-F238E27FC236}">
                <a16:creationId xmlns:a16="http://schemas.microsoft.com/office/drawing/2014/main" id="{2B25AE8E-3E70-AFDB-5090-E4208D715422}"/>
              </a:ext>
            </a:extLst>
          </p:cNvPr>
          <p:cNvSpPr/>
          <p:nvPr/>
        </p:nvSpPr>
        <p:spPr bwMode="auto">
          <a:xfrm>
            <a:off x="1566176" y="2572037"/>
            <a:ext cx="1367252" cy="504000"/>
          </a:xfrm>
          <a:prstGeom prst="roundRect">
            <a:avLst>
              <a:gd name="adj" fmla="val 15377"/>
            </a:avLst>
          </a:prstGeom>
          <a:solidFill>
            <a:schemeClr val="accent1"/>
          </a:solidFill>
          <a:ln w="11176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02096" tIns="51048" rIns="102096" bIns="51048" numCol="1" rtlCol="0" anchor="ctr" anchorCtr="0" compatLnSpc="1">
            <a:prstTxWarp prst="textNoShape">
              <a:avLst/>
            </a:prstTxWarp>
          </a:bodyPr>
          <a:lstStyle/>
          <a:p>
            <a:pPr marR="5080" algn="ctr" eaLnBrk="0" hangingPunct="0">
              <a:spcBef>
                <a:spcPts val="100"/>
              </a:spcBef>
            </a:pP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경영기획실</a:t>
            </a:r>
            <a:endParaRPr lang="ko-Kore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4FDF8B3-D812-808A-63F0-B0A6DB62D944}"/>
              </a:ext>
            </a:extLst>
          </p:cNvPr>
          <p:cNvSpPr txBox="1"/>
          <p:nvPr/>
        </p:nvSpPr>
        <p:spPr>
          <a:xfrm>
            <a:off x="5171623" y="3885433"/>
            <a:ext cx="1632697" cy="900000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>
            <a:defPPr>
              <a:defRPr lang="en-US"/>
            </a:defPPr>
            <a:lvl1pPr marL="108000" indent="-108000" ea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영상솔루션팀</a:t>
            </a:r>
            <a:endParaRPr lang="en-US" altLang="ko-KR" dirty="0"/>
          </a:p>
          <a:p>
            <a:r>
              <a:rPr lang="ko-KR" altLang="en-US" dirty="0"/>
              <a:t>고객지원팀</a:t>
            </a:r>
            <a:endParaRPr lang="en-US" altLang="ko-Kore-KR" dirty="0"/>
          </a:p>
        </p:txBody>
      </p:sp>
      <p:cxnSp>
        <p:nvCxnSpPr>
          <p:cNvPr id="131" name="직선 연결선 15">
            <a:extLst>
              <a:ext uri="{FF2B5EF4-FFF2-40B4-BE49-F238E27FC236}">
                <a16:creationId xmlns:a16="http://schemas.microsoft.com/office/drawing/2014/main" id="{7C1405CD-41FD-37F1-BC7A-A027F4AC9BBF}"/>
              </a:ext>
            </a:extLst>
          </p:cNvPr>
          <p:cNvCxnSpPr>
            <a:cxnSpLocks/>
            <a:stCxn id="118" idx="3"/>
          </p:cNvCxnSpPr>
          <p:nvPr/>
        </p:nvCxnSpPr>
        <p:spPr>
          <a:xfrm>
            <a:off x="2933428" y="2824037"/>
            <a:ext cx="2016748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모서리가 둥근 직사각형 57">
            <a:extLst>
              <a:ext uri="{FF2B5EF4-FFF2-40B4-BE49-F238E27FC236}">
                <a16:creationId xmlns:a16="http://schemas.microsoft.com/office/drawing/2014/main" id="{EC57C4A8-DE65-144A-009B-BB15EF0EA9FA}"/>
              </a:ext>
            </a:extLst>
          </p:cNvPr>
          <p:cNvSpPr/>
          <p:nvPr/>
        </p:nvSpPr>
        <p:spPr bwMode="auto">
          <a:xfrm>
            <a:off x="5171623" y="3501000"/>
            <a:ext cx="1620000" cy="1440000"/>
          </a:xfrm>
          <a:prstGeom prst="roundRect">
            <a:avLst>
              <a:gd name="adj" fmla="val 5194"/>
            </a:avLst>
          </a:prstGeom>
          <a:noFill/>
          <a:ln w="11176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02096" tIns="51048" rIns="102096" bIns="51048" numCol="1" rtlCol="0" anchor="ctr" anchorCtr="0" compatLnSpc="1">
            <a:prstTxWarp prst="textNoShape">
              <a:avLst/>
            </a:prstTxWarp>
          </a:bodyPr>
          <a:lstStyle/>
          <a:p>
            <a:pPr algn="ctr" defTabSz="1021003">
              <a:spcBef>
                <a:spcPct val="50000"/>
              </a:spcBef>
            </a:pPr>
            <a:endParaRPr lang="ko-Kore-KR" altLang="en-US" sz="1179" b="1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양쪽 모서리가 둥근 사각형 56">
            <a:extLst>
              <a:ext uri="{FF2B5EF4-FFF2-40B4-BE49-F238E27FC236}">
                <a16:creationId xmlns:a16="http://schemas.microsoft.com/office/drawing/2014/main" id="{9EA2D3B1-0DB9-4D7C-DA47-85D3D11EB23B}"/>
              </a:ext>
            </a:extLst>
          </p:cNvPr>
          <p:cNvSpPr/>
          <p:nvPr/>
        </p:nvSpPr>
        <p:spPr bwMode="auto">
          <a:xfrm>
            <a:off x="5171623" y="3501000"/>
            <a:ext cx="1620000" cy="432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6B97CF"/>
          </a:solidFill>
          <a:ln w="11176" cap="flat" cmpd="sng" algn="ctr">
            <a:solidFill>
              <a:srgbClr val="6B97C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02096" tIns="51048" rIns="102096" bIns="51048" numCol="1" rtlCol="0" anchor="ctr" anchorCtr="0" compatLnSpc="1">
            <a:prstTxWarp prst="textNoShape">
              <a:avLst/>
            </a:prstTxWarp>
          </a:bodyPr>
          <a:lstStyle/>
          <a:p>
            <a:pPr marR="5080" algn="ctr" eaLnBrk="0" hangingPunct="0">
              <a:spcBef>
                <a:spcPts val="100"/>
              </a:spcBef>
            </a:pPr>
            <a:r>
              <a:rPr lang="en-US" altLang="ko-Kore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EVC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사업부</a:t>
            </a:r>
            <a:endParaRPr lang="ko-Kore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모서리가 둥근 직사각형 31">
            <a:extLst>
              <a:ext uri="{FF2B5EF4-FFF2-40B4-BE49-F238E27FC236}">
                <a16:creationId xmlns:a16="http://schemas.microsoft.com/office/drawing/2014/main" id="{46C6C7CC-3FD9-12C7-717A-EECEB79BEF42}"/>
              </a:ext>
            </a:extLst>
          </p:cNvPr>
          <p:cNvSpPr/>
          <p:nvPr/>
        </p:nvSpPr>
        <p:spPr bwMode="auto">
          <a:xfrm>
            <a:off x="3233071" y="3501000"/>
            <a:ext cx="1620000" cy="1440000"/>
          </a:xfrm>
          <a:prstGeom prst="roundRect">
            <a:avLst>
              <a:gd name="adj" fmla="val 5194"/>
            </a:avLst>
          </a:prstGeom>
          <a:noFill/>
          <a:ln w="11176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02096" tIns="51048" rIns="102096" bIns="51048" numCol="1" rtlCol="0" anchor="ctr" anchorCtr="0" compatLnSpc="1">
            <a:prstTxWarp prst="textNoShape">
              <a:avLst/>
            </a:prstTxWarp>
          </a:bodyPr>
          <a:lstStyle/>
          <a:p>
            <a:pPr algn="ctr" defTabSz="1021003">
              <a:spcBef>
                <a:spcPct val="50000"/>
              </a:spcBef>
            </a:pPr>
            <a:endParaRPr lang="ko-Kore-KR" altLang="en-US" sz="1179" b="1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양쪽 모서리가 둥근 사각형 30">
            <a:extLst>
              <a:ext uri="{FF2B5EF4-FFF2-40B4-BE49-F238E27FC236}">
                <a16:creationId xmlns:a16="http://schemas.microsoft.com/office/drawing/2014/main" id="{55641EAB-4A74-225E-C659-047B5A773172}"/>
              </a:ext>
            </a:extLst>
          </p:cNvPr>
          <p:cNvSpPr/>
          <p:nvPr/>
        </p:nvSpPr>
        <p:spPr bwMode="auto">
          <a:xfrm>
            <a:off x="3233071" y="3501000"/>
            <a:ext cx="1620000" cy="432000"/>
          </a:xfrm>
          <a:prstGeom prst="round2SameRect">
            <a:avLst>
              <a:gd name="adj1" fmla="val 5272"/>
              <a:gd name="adj2" fmla="val 0"/>
            </a:avLst>
          </a:prstGeom>
          <a:solidFill>
            <a:srgbClr val="3C5FAB"/>
          </a:solidFill>
          <a:ln w="11176" cap="flat" cmpd="sng" algn="ctr">
            <a:solidFill>
              <a:srgbClr val="3C5FA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02096" tIns="51048" rIns="102096" bIns="51048" numCol="1" rtlCol="0" anchor="ctr" anchorCtr="0" compatLnSpc="1">
            <a:prstTxWarp prst="textNoShape">
              <a:avLst/>
            </a:prstTxWarp>
          </a:bodyPr>
          <a:lstStyle/>
          <a:p>
            <a:pPr marR="5080" algn="ctr" eaLnBrk="0" hangingPunct="0">
              <a:spcBef>
                <a:spcPts val="100"/>
              </a:spcBef>
            </a:pP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DXT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사업부</a:t>
            </a:r>
            <a:endParaRPr lang="ko-Kore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모서리가 둥근 직사각형 23">
            <a:extLst>
              <a:ext uri="{FF2B5EF4-FFF2-40B4-BE49-F238E27FC236}">
                <a16:creationId xmlns:a16="http://schemas.microsoft.com/office/drawing/2014/main" id="{1D381A9D-CC4B-682A-8880-751264F57C15}"/>
              </a:ext>
            </a:extLst>
          </p:cNvPr>
          <p:cNvSpPr/>
          <p:nvPr/>
        </p:nvSpPr>
        <p:spPr bwMode="auto">
          <a:xfrm>
            <a:off x="1294519" y="3501000"/>
            <a:ext cx="1620000" cy="1440000"/>
          </a:xfrm>
          <a:prstGeom prst="roundRect">
            <a:avLst>
              <a:gd name="adj" fmla="val 5194"/>
            </a:avLst>
          </a:prstGeom>
          <a:noFill/>
          <a:ln w="11176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02096" tIns="51048" rIns="102096" bIns="51048" numCol="1" rtlCol="0" anchor="ctr" anchorCtr="0" compatLnSpc="1">
            <a:prstTxWarp prst="textNoShape">
              <a:avLst/>
            </a:prstTxWarp>
          </a:bodyPr>
          <a:lstStyle/>
          <a:p>
            <a:pPr algn="ctr" defTabSz="1021003">
              <a:spcBef>
                <a:spcPct val="50000"/>
              </a:spcBef>
            </a:pPr>
            <a:endParaRPr lang="ko-Kore-KR" altLang="en-US" sz="1179" b="1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양쪽 모서리가 둥근 사각형 22">
            <a:extLst>
              <a:ext uri="{FF2B5EF4-FFF2-40B4-BE49-F238E27FC236}">
                <a16:creationId xmlns:a16="http://schemas.microsoft.com/office/drawing/2014/main" id="{94B9E1C8-A64A-F213-B60F-0691E304845F}"/>
              </a:ext>
            </a:extLst>
          </p:cNvPr>
          <p:cNvSpPr/>
          <p:nvPr/>
        </p:nvSpPr>
        <p:spPr bwMode="auto">
          <a:xfrm>
            <a:off x="1294519" y="3501000"/>
            <a:ext cx="1620000" cy="432000"/>
          </a:xfrm>
          <a:prstGeom prst="round2SameRect">
            <a:avLst>
              <a:gd name="adj1" fmla="val 4536"/>
              <a:gd name="adj2" fmla="val 0"/>
            </a:avLst>
          </a:prstGeom>
          <a:solidFill>
            <a:srgbClr val="23469D"/>
          </a:solidFill>
          <a:ln w="11176" cap="flat" cmpd="sng" algn="ctr">
            <a:solidFill>
              <a:srgbClr val="23469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02096" tIns="51048" rIns="102096" bIns="51048" numCol="1" rtlCol="0" anchor="ctr" anchorCtr="0" compatLnSpc="1">
            <a:prstTxWarp prst="textNoShape">
              <a:avLst/>
            </a:prstTxWarp>
          </a:bodyPr>
          <a:lstStyle/>
          <a:p>
            <a:pPr marR="5080" algn="ctr" eaLnBrk="0" hangingPunct="0">
              <a:spcBef>
                <a:spcPts val="100"/>
              </a:spcBef>
            </a:pP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ESG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사업부</a:t>
            </a:r>
            <a:endParaRPr lang="ko-Kore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346F0097-E367-6630-B22B-D985EC30EE2B}"/>
              </a:ext>
            </a:extLst>
          </p:cNvPr>
          <p:cNvCxnSpPr>
            <a:cxnSpLocks/>
            <a:stCxn id="7" idx="3"/>
            <a:endCxn id="117" idx="2"/>
          </p:cNvCxnSpPr>
          <p:nvPr/>
        </p:nvCxnSpPr>
        <p:spPr>
          <a:xfrm rot="5400000" flipH="1" flipV="1">
            <a:off x="3119964" y="1650171"/>
            <a:ext cx="835384" cy="2866274"/>
          </a:xfrm>
          <a:prstGeom prst="bentConnector3">
            <a:avLst>
              <a:gd name="adj1" fmla="val 3749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8A59A29D-3498-5CFD-F33F-085D5B01C745}"/>
              </a:ext>
            </a:extLst>
          </p:cNvPr>
          <p:cNvCxnSpPr>
            <a:cxnSpLocks/>
            <a:stCxn id="5" idx="3"/>
            <a:endCxn id="117" idx="2"/>
          </p:cNvCxnSpPr>
          <p:nvPr/>
        </p:nvCxnSpPr>
        <p:spPr>
          <a:xfrm rot="16200000" flipV="1">
            <a:off x="5058516" y="2577893"/>
            <a:ext cx="835384" cy="1010830"/>
          </a:xfrm>
          <a:prstGeom prst="bentConnector3">
            <a:avLst>
              <a:gd name="adj1" fmla="val 3749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F24E6D8-8F33-7FFE-AB83-3D7B8268894F}"/>
              </a:ext>
            </a:extLst>
          </p:cNvPr>
          <p:cNvSpPr txBox="1"/>
          <p:nvPr/>
        </p:nvSpPr>
        <p:spPr>
          <a:xfrm>
            <a:off x="1294519" y="3885433"/>
            <a:ext cx="1734474" cy="900000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/>
          <a:p>
            <a:pPr marL="108000" indent="-108000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컨설팅팀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08000" indent="-108000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개발팀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08000" indent="-108000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영업팀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7" name="Picture 2" descr="체크표시 디자인 소스 : 네이버 블로그">
            <a:extLst>
              <a:ext uri="{FF2B5EF4-FFF2-40B4-BE49-F238E27FC236}">
                <a16:creationId xmlns:a16="http://schemas.microsoft.com/office/drawing/2014/main" id="{2CAE4C8A-2095-7EA3-8B91-8A703BC1FB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60" t="56973" r="51974" b="26165"/>
          <a:stretch/>
        </p:blipFill>
        <p:spPr bwMode="auto">
          <a:xfrm>
            <a:off x="2142176" y="4016693"/>
            <a:ext cx="125514" cy="133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체크표시 디자인 소스 : 네이버 블로그">
            <a:extLst>
              <a:ext uri="{FF2B5EF4-FFF2-40B4-BE49-F238E27FC236}">
                <a16:creationId xmlns:a16="http://schemas.microsoft.com/office/drawing/2014/main" id="{A021EEDA-DFD4-F65E-C678-8A27701B34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60" t="56973" r="51974" b="26165"/>
          <a:stretch/>
        </p:blipFill>
        <p:spPr bwMode="auto">
          <a:xfrm>
            <a:off x="2142176" y="4278996"/>
            <a:ext cx="125514" cy="133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4698460-6A45-DC40-C86A-C1CBA264954E}"/>
              </a:ext>
            </a:extLst>
          </p:cNvPr>
          <p:cNvSpPr txBox="1"/>
          <p:nvPr/>
        </p:nvSpPr>
        <p:spPr>
          <a:xfrm>
            <a:off x="921000" y="6062504"/>
            <a:ext cx="31470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현대위아 연결 내부회계관리 시스템 구축 투입 부서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1CF115F-9A92-3788-7EFC-E690B79F6A99}"/>
              </a:ext>
            </a:extLst>
          </p:cNvPr>
          <p:cNvSpPr/>
          <p:nvPr/>
        </p:nvSpPr>
        <p:spPr>
          <a:xfrm>
            <a:off x="4286792" y="2044238"/>
            <a:ext cx="1368000" cy="5040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대표이사</a:t>
            </a:r>
          </a:p>
        </p:txBody>
      </p:sp>
      <p:sp>
        <p:nvSpPr>
          <p:cNvPr id="13" name="모서리가 둥근 직사각형 57">
            <a:extLst>
              <a:ext uri="{FF2B5EF4-FFF2-40B4-BE49-F238E27FC236}">
                <a16:creationId xmlns:a16="http://schemas.microsoft.com/office/drawing/2014/main" id="{1BC77372-B8C8-66AB-2A46-F29C7C1EFB4A}"/>
              </a:ext>
            </a:extLst>
          </p:cNvPr>
          <p:cNvSpPr/>
          <p:nvPr/>
        </p:nvSpPr>
        <p:spPr bwMode="auto">
          <a:xfrm>
            <a:off x="7110176" y="3501000"/>
            <a:ext cx="1620000" cy="1440000"/>
          </a:xfrm>
          <a:prstGeom prst="roundRect">
            <a:avLst>
              <a:gd name="adj" fmla="val 5194"/>
            </a:avLst>
          </a:prstGeom>
          <a:noFill/>
          <a:ln w="11176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02096" tIns="51048" rIns="102096" bIns="51048" numCol="1" rtlCol="0" anchor="ctr" anchorCtr="0" compatLnSpc="1">
            <a:prstTxWarp prst="textNoShape">
              <a:avLst/>
            </a:prstTxWarp>
          </a:bodyPr>
          <a:lstStyle/>
          <a:p>
            <a:pPr algn="ctr" defTabSz="1021003">
              <a:spcBef>
                <a:spcPct val="50000"/>
              </a:spcBef>
            </a:pPr>
            <a:endParaRPr lang="ko-Kore-KR" altLang="en-US" sz="1179" b="1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양쪽 모서리가 둥근 사각형 56">
            <a:extLst>
              <a:ext uri="{FF2B5EF4-FFF2-40B4-BE49-F238E27FC236}">
                <a16:creationId xmlns:a16="http://schemas.microsoft.com/office/drawing/2014/main" id="{F2503D22-B17F-F812-C96C-F520FE942169}"/>
              </a:ext>
            </a:extLst>
          </p:cNvPr>
          <p:cNvSpPr/>
          <p:nvPr/>
        </p:nvSpPr>
        <p:spPr bwMode="auto">
          <a:xfrm>
            <a:off x="7110176" y="3501000"/>
            <a:ext cx="1620000" cy="432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6FC0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ore-KR" sz="12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ITO</a:t>
            </a:r>
            <a:r>
              <a:rPr lang="ko-KR" altLang="en-US" sz="12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사업부</a:t>
            </a:r>
            <a:endParaRPr lang="ko-Kore-KR" altLang="en-US" sz="12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l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73A4AD-06CD-48A0-59EB-576D490B9522}"/>
              </a:ext>
            </a:extLst>
          </p:cNvPr>
          <p:cNvSpPr txBox="1"/>
          <p:nvPr/>
        </p:nvSpPr>
        <p:spPr>
          <a:xfrm>
            <a:off x="7110176" y="3885433"/>
            <a:ext cx="1632697" cy="900000"/>
          </a:xfrm>
          <a:prstGeom prst="rect">
            <a:avLst/>
          </a:prstGeom>
          <a:noFill/>
        </p:spPr>
        <p:txBody>
          <a:bodyPr wrap="square" lIns="81646" tIns="42456" rIns="81646" bIns="42456" anchor="t">
            <a:noAutofit/>
          </a:bodyPr>
          <a:lstStyle>
            <a:defPPr>
              <a:defRPr lang="en-US"/>
            </a:defPPr>
            <a:lvl1pPr marL="108000" indent="-108000" ea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IT</a:t>
            </a:r>
            <a:r>
              <a:rPr lang="ko-KR" altLang="en-US" dirty="0"/>
              <a:t>기획팀</a:t>
            </a:r>
            <a:endParaRPr lang="en-US" altLang="ko-KR" dirty="0"/>
          </a:p>
          <a:p>
            <a:r>
              <a:rPr lang="en-US" altLang="ko-Kore-KR" dirty="0"/>
              <a:t>IT</a:t>
            </a:r>
            <a:r>
              <a:rPr lang="ko-KR" altLang="en-US" dirty="0"/>
              <a:t>플랫폼사업팀</a:t>
            </a:r>
            <a:endParaRPr lang="en-US" altLang="ko-KR" dirty="0"/>
          </a:p>
          <a:p>
            <a:r>
              <a:rPr lang="ko-KR" altLang="en-US" dirty="0"/>
              <a:t>인프라운영팀</a:t>
            </a:r>
            <a:endParaRPr lang="en-US" altLang="ko-Kore-KR" dirty="0"/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BFB4103A-EFE2-09D4-1B6C-7467BBB853E6}"/>
              </a:ext>
            </a:extLst>
          </p:cNvPr>
          <p:cNvCxnSpPr>
            <a:cxnSpLocks/>
            <a:stCxn id="14" idx="3"/>
            <a:endCxn id="117" idx="2"/>
          </p:cNvCxnSpPr>
          <p:nvPr/>
        </p:nvCxnSpPr>
        <p:spPr>
          <a:xfrm rot="16200000" flipV="1">
            <a:off x="6027793" y="1608616"/>
            <a:ext cx="835384" cy="2949383"/>
          </a:xfrm>
          <a:prstGeom prst="bentConnector3">
            <a:avLst>
              <a:gd name="adj1" fmla="val 3749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FF42B998-203C-30EC-2B23-D6D87FE1B2F3}"/>
              </a:ext>
            </a:extLst>
          </p:cNvPr>
          <p:cNvCxnSpPr>
            <a:cxnSpLocks/>
            <a:stCxn id="6" idx="3"/>
            <a:endCxn id="117" idx="2"/>
          </p:cNvCxnSpPr>
          <p:nvPr/>
        </p:nvCxnSpPr>
        <p:spPr>
          <a:xfrm rot="5400000" flipH="1" flipV="1">
            <a:off x="4089240" y="2619447"/>
            <a:ext cx="835384" cy="927722"/>
          </a:xfrm>
          <a:prstGeom prst="bentConnector3">
            <a:avLst>
              <a:gd name="adj1" fmla="val 3749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6448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B98C-E76F-8F90-DB32-849404502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03D57EC-A3D1-E2F7-73F2-B8C192697806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4.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유사 사업 실적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AE8E184-C692-7ADB-4C13-506021B55006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新외감법 시행 이후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총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16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건의 연결 내부회계관리시스템 최다 사업 실적</a:t>
            </a:r>
            <a:endParaRPr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graphicFrame>
        <p:nvGraphicFramePr>
          <p:cNvPr id="7" name="Group 424">
            <a:extLst>
              <a:ext uri="{FF2B5EF4-FFF2-40B4-BE49-F238E27FC236}">
                <a16:creationId xmlns:a16="http://schemas.microsoft.com/office/drawing/2014/main" id="{CB333BED-9E1E-4E1A-EC10-6DBAF7749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484039"/>
              </p:ext>
            </p:extLst>
          </p:nvPr>
        </p:nvGraphicFramePr>
        <p:xfrm>
          <a:off x="641251" y="1652597"/>
          <a:ext cx="8641881" cy="4659079"/>
        </p:xfrm>
        <a:graphic>
          <a:graphicData uri="http://schemas.openxmlformats.org/drawingml/2006/table">
            <a:tbl>
              <a:tblPr/>
              <a:tblGrid>
                <a:gridCol w="3020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9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5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5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명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발주처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수행기간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제안사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투입인원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개요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한화오션 연결 내부회계관리 시스템 구축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한화오션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25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지주사 포함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법인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4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삼양그룹 연결 내부회계관리 시스템 구축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삼양홀딩스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05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지주사 포함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법인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4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롯데렌탈 연결 내부회계관리 시스템 구축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롯데렌탈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05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23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07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지주사 포함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법인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4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Hanon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연결 내부회계관리 시스템 구축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한온시스템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03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23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05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지주사 포함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법인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하림지주 연결 내부회계관리 시스템 구축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하림지주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23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03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지주사 포함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법인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4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KT&amp;G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 연결내부회계시스템 고도화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KT&amp;G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23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03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지주사 포함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법인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4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동국제강 그룹 연결 내부회계관리시스템 구축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동국제강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지주사 포함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법인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4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이노텍 연결 내부통제 시스템 구축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이노텍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지주사 포함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법인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120463"/>
                  </a:ext>
                </a:extLst>
              </a:tr>
              <a:tr h="2624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LX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인터내셔널 연결 내부회계관리시스템 구축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LX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인터내셔널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지주사 포함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법인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298988"/>
                  </a:ext>
                </a:extLst>
              </a:tr>
              <a:tr h="2624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한국앤컴퍼니 연결 내부회계관리시스템 구축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한국앤컴퍼니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23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03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지주사 포함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법인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201006"/>
                  </a:ext>
                </a:extLst>
              </a:tr>
              <a:tr h="2624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유플러스 연결 내부회계관리시스템 구축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유플러스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07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23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지주사 포함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법인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792363"/>
                  </a:ext>
                </a:extLst>
              </a:tr>
              <a:tr h="2624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연결 내부회계관리시스템 구축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한국타이어앤테크놀로지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지주사 포함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법인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885909"/>
                  </a:ext>
                </a:extLst>
              </a:tr>
              <a:tr h="2624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만도 연결내부회계관리 시스템 구축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만도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08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지주사 포함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법인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97391"/>
                  </a:ext>
                </a:extLst>
              </a:tr>
              <a:tr h="2624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롯데쇼핑 연결내부회계 시스템 구축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롯데정보통신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03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08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지주사 포함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법인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782204"/>
                  </a:ext>
                </a:extLst>
              </a:tr>
              <a:tr h="2624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삼천리 연결 내부회계관리시스템 구축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삼천리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04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지주사 포함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법인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985435"/>
                  </a:ext>
                </a:extLst>
              </a:tr>
              <a:tr h="2624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GS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연결내부회계관리시스템 구축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GS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22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지주사 포함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법인</a:t>
                      </a:r>
                    </a:p>
                  </a:txBody>
                  <a:tcPr marL="91425" marR="91425" marT="45713" marB="45713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0184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08016-762C-853A-AED4-CA2C801FD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30B9855-D668-B7FC-96D8-3C33176198E5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4.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유사 사업 실적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2765460-3591-19B4-643E-798ACC97931C}"/>
              </a:ext>
            </a:extLst>
          </p:cNvPr>
          <p:cNvSpPr txBox="1"/>
          <p:nvPr/>
        </p:nvSpPr>
        <p:spPr>
          <a:xfrm>
            <a:off x="642743" y="793487"/>
            <a:ext cx="8640000" cy="63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16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新외감법 시행 이후</a:t>
            </a:r>
            <a:endParaRPr lang="en-US" sz="1600" spc="-90" dirty="0">
              <a:ln>
                <a:solidFill>
                  <a:schemeClr val="accent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내부회계관리시스템 국내 최다 사업 실적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(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약 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700</a:t>
            </a:r>
            <a:r>
              <a:rPr lang="ko-KR" altLang="en-US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여 社</a:t>
            </a:r>
            <a:r>
              <a:rPr lang="en-US" altLang="ko-KR" sz="2000" b="1" spc="-9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/>
              </a:rPr>
              <a:t>)</a:t>
            </a:r>
            <a:endParaRPr sz="2000" b="1" spc="-9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"/>
            </a:endParaRPr>
          </a:p>
        </p:txBody>
      </p:sp>
      <p:sp>
        <p:nvSpPr>
          <p:cNvPr id="5" name="사각형: 잘린 한쪽 모서리 4">
            <a:extLst>
              <a:ext uri="{FF2B5EF4-FFF2-40B4-BE49-F238E27FC236}">
                <a16:creationId xmlns:a16="http://schemas.microsoft.com/office/drawing/2014/main" id="{82D55787-2699-E9B1-A6B5-5D077A89CD0D}"/>
              </a:ext>
            </a:extLst>
          </p:cNvPr>
          <p:cNvSpPr/>
          <p:nvPr/>
        </p:nvSpPr>
        <p:spPr>
          <a:xfrm>
            <a:off x="640147" y="1763763"/>
            <a:ext cx="1080000" cy="216000"/>
          </a:xfrm>
          <a:prstGeom prst="snip1Rect">
            <a:avLst/>
          </a:prstGeom>
          <a:solidFill>
            <a:srgbClr val="0040BD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704EB10-2AAC-C86B-8DDF-9390A51DC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521471"/>
              </p:ext>
            </p:extLst>
          </p:nvPr>
        </p:nvGraphicFramePr>
        <p:xfrm>
          <a:off x="633000" y="1970725"/>
          <a:ext cx="2628000" cy="433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자산규모</a:t>
                      </a:r>
                    </a:p>
                  </a:txBody>
                  <a:tcPr marT="45713" marB="457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실적</a:t>
                      </a: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대표 고객사</a:t>
                      </a: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 이상</a:t>
                      </a:r>
                    </a:p>
                  </a:txBody>
                  <a:tcPr marT="45713" marB="457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37606"/>
                  </a:ext>
                </a:extLst>
              </a:tr>
              <a:tr h="10125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 미만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~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천억 이상</a:t>
                      </a:r>
                    </a:p>
                  </a:txBody>
                  <a:tcPr marT="45713" marB="457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259980"/>
                  </a:ext>
                </a:extLst>
              </a:tr>
              <a:tr h="1012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천억 미만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~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천억 이상</a:t>
                      </a:r>
                    </a:p>
                  </a:txBody>
                  <a:tcPr marT="45713" marB="457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70090"/>
                  </a:ext>
                </a:extLst>
              </a:tr>
              <a:tr h="1012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천억 미만 및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비상장사</a:t>
                      </a:r>
                    </a:p>
                  </a:txBody>
                  <a:tcPr marT="45713" marB="457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720334"/>
                  </a:ext>
                </a:extLst>
              </a:tr>
            </a:tbl>
          </a:graphicData>
        </a:graphic>
      </p:graphicFrame>
      <p:pic>
        <p:nvPicPr>
          <p:cNvPr id="7" name="Picture 8" descr="엘에프푸드제천(주) 2023년 기업정보 | 사원수, 회사소개, 근무환경, 복리후생 등 - 사람인">
            <a:extLst>
              <a:ext uri="{FF2B5EF4-FFF2-40B4-BE49-F238E27FC236}">
                <a16:creationId xmlns:a16="http://schemas.microsoft.com/office/drawing/2014/main" id="{64895491-DE0F-34C9-0C2E-81FAC30654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6" t="16558" r="5253" b="16509"/>
          <a:stretch/>
        </p:blipFill>
        <p:spPr bwMode="auto">
          <a:xfrm>
            <a:off x="2391529" y="5740876"/>
            <a:ext cx="672580" cy="184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.I &amp; B.I - 롯데JTB">
            <a:extLst>
              <a:ext uri="{FF2B5EF4-FFF2-40B4-BE49-F238E27FC236}">
                <a16:creationId xmlns:a16="http://schemas.microsoft.com/office/drawing/2014/main" id="{A7D58E4F-BD3A-00D9-77C5-98ADBD9F75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02" t="22439" r="8227" b="20503"/>
          <a:stretch/>
        </p:blipFill>
        <p:spPr bwMode="auto">
          <a:xfrm>
            <a:off x="2379856" y="6048815"/>
            <a:ext cx="691873" cy="189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범한메카텍(주) 2023년 기업정보 | 사원수, 회사소개, 근무환경, 복리후생 등 - 사람인">
            <a:extLst>
              <a:ext uri="{FF2B5EF4-FFF2-40B4-BE49-F238E27FC236}">
                <a16:creationId xmlns:a16="http://schemas.microsoft.com/office/drawing/2014/main" id="{A8ECAE14-69F2-728F-5261-695E891976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79" t="13839" r="17067" b="10116"/>
          <a:stretch/>
        </p:blipFill>
        <p:spPr bwMode="auto">
          <a:xfrm>
            <a:off x="2386341" y="5359446"/>
            <a:ext cx="677768" cy="301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한경미디어그룹">
            <a:extLst>
              <a:ext uri="{FF2B5EF4-FFF2-40B4-BE49-F238E27FC236}">
                <a16:creationId xmlns:a16="http://schemas.microsoft.com/office/drawing/2014/main" id="{91275DCB-2915-10B5-A6F4-3EBA187972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1" t="33931" r="9773" b="35789"/>
          <a:stretch/>
        </p:blipFill>
        <p:spPr bwMode="auto">
          <a:xfrm>
            <a:off x="2355138" y="4365104"/>
            <a:ext cx="709141" cy="177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채용공고 | 채용정보 | 메디톡스">
            <a:extLst>
              <a:ext uri="{FF2B5EF4-FFF2-40B4-BE49-F238E27FC236}">
                <a16:creationId xmlns:a16="http://schemas.microsoft.com/office/drawing/2014/main" id="{FB9DA582-FAD5-613C-CC8F-D2C0284CBF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9" t="22056" r="6545" b="22056"/>
          <a:stretch/>
        </p:blipFill>
        <p:spPr bwMode="auto">
          <a:xfrm>
            <a:off x="2289000" y="3670632"/>
            <a:ext cx="819147" cy="175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이마트24 로고">
            <a:extLst>
              <a:ext uri="{FF2B5EF4-FFF2-40B4-BE49-F238E27FC236}">
                <a16:creationId xmlns:a16="http://schemas.microsoft.com/office/drawing/2014/main" id="{8CDD9C33-25E9-DDED-1755-C3F2B55754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2" t="28006" r="3237" b="26706"/>
          <a:stretch/>
        </p:blipFill>
        <p:spPr bwMode="auto">
          <a:xfrm>
            <a:off x="2351649" y="4672448"/>
            <a:ext cx="720307" cy="175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SSG닷컴, 2022년 첫 '오픈 톡' 실시">
            <a:extLst>
              <a:ext uri="{FF2B5EF4-FFF2-40B4-BE49-F238E27FC236}">
                <a16:creationId xmlns:a16="http://schemas.microsoft.com/office/drawing/2014/main" id="{A295738C-122D-2A35-7CFE-C1BDBAF4C7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4" t="29504" r="10502" b="30449"/>
          <a:stretch/>
        </p:blipFill>
        <p:spPr bwMode="auto">
          <a:xfrm>
            <a:off x="2309941" y="5005737"/>
            <a:ext cx="792496" cy="22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주)디앤오 2023년 기업정보 | 사원수, 회사소개, 근무환경, 복리후생 등 - 사람인">
            <a:extLst>
              <a:ext uri="{FF2B5EF4-FFF2-40B4-BE49-F238E27FC236}">
                <a16:creationId xmlns:a16="http://schemas.microsoft.com/office/drawing/2014/main" id="{92DBF55E-3146-526C-B72F-20C3D924F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525" y="4003946"/>
            <a:ext cx="484491" cy="18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한온시스템, 올해 매출 목표 8.4조원...전기차 부품 비중도 26%까지 확대 - 전자부품 전문 미디어 디일렉">
            <a:extLst>
              <a:ext uri="{FF2B5EF4-FFF2-40B4-BE49-F238E27FC236}">
                <a16:creationId xmlns:a16="http://schemas.microsoft.com/office/drawing/2014/main" id="{0A1858CE-9D38-832B-DEAD-4B857A7FFF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15878" r="5466" b="14271"/>
          <a:stretch/>
        </p:blipFill>
        <p:spPr bwMode="auto">
          <a:xfrm>
            <a:off x="2359269" y="2659772"/>
            <a:ext cx="655449" cy="18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보도자료 | 홍보관 | 삼양식품">
            <a:extLst>
              <a:ext uri="{FF2B5EF4-FFF2-40B4-BE49-F238E27FC236}">
                <a16:creationId xmlns:a16="http://schemas.microsoft.com/office/drawing/2014/main" id="{2DB4B925-1AA4-2200-F45D-C559FEAB39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4" t="17285" r="7410" b="15316"/>
          <a:stretch/>
        </p:blipFill>
        <p:spPr bwMode="auto">
          <a:xfrm>
            <a:off x="2366889" y="3345328"/>
            <a:ext cx="626495" cy="21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C173B70-5A0B-F599-7EF8-A322C342C6D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66889" y="2897627"/>
            <a:ext cx="626495" cy="322599"/>
          </a:xfrm>
          <a:prstGeom prst="rect">
            <a:avLst/>
          </a:prstGeom>
        </p:spPr>
      </p:pic>
      <p:pic>
        <p:nvPicPr>
          <p:cNvPr id="18" name="Picture 30" descr="IPO 이어 회사채도 &amp;#39;흥행&amp;#39;… 롯데렌탈, 모빌리티사업 확 키운다 | Save Internet 뉴데일리">
            <a:extLst>
              <a:ext uri="{FF2B5EF4-FFF2-40B4-BE49-F238E27FC236}">
                <a16:creationId xmlns:a16="http://schemas.microsoft.com/office/drawing/2014/main" id="{28291923-001A-9DC0-50B4-171846B1BA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60" b="4061"/>
          <a:stretch/>
        </p:blipFill>
        <p:spPr bwMode="auto">
          <a:xfrm>
            <a:off x="2369322" y="2339909"/>
            <a:ext cx="670148" cy="216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36B7995-0A7E-000C-9343-1AE0FB56495F}"/>
              </a:ext>
            </a:extLst>
          </p:cNvPr>
          <p:cNvSpPr txBox="1"/>
          <p:nvPr/>
        </p:nvSpPr>
        <p:spPr>
          <a:xfrm>
            <a:off x="2401689" y="1718914"/>
            <a:ext cx="8137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57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각형: 잘린 한쪽 모서리 27">
            <a:extLst>
              <a:ext uri="{FF2B5EF4-FFF2-40B4-BE49-F238E27FC236}">
                <a16:creationId xmlns:a16="http://schemas.microsoft.com/office/drawing/2014/main" id="{90C27CD7-86B7-40C1-6BC5-5F8815331450}"/>
              </a:ext>
            </a:extLst>
          </p:cNvPr>
          <p:cNvSpPr/>
          <p:nvPr/>
        </p:nvSpPr>
        <p:spPr>
          <a:xfrm>
            <a:off x="3642773" y="1763763"/>
            <a:ext cx="1080000" cy="216000"/>
          </a:xfrm>
          <a:prstGeom prst="snip1Rect">
            <a:avLst/>
          </a:prstGeom>
          <a:solidFill>
            <a:srgbClr val="0040BD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2024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B8BE4BAA-5F1B-FA5D-0D5C-AD9B9EA9F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562323"/>
              </p:ext>
            </p:extLst>
          </p:nvPr>
        </p:nvGraphicFramePr>
        <p:xfrm>
          <a:off x="3642773" y="1970725"/>
          <a:ext cx="2628000" cy="433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자산규모</a:t>
                      </a:r>
                    </a:p>
                  </a:txBody>
                  <a:tcPr marT="45713" marB="457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실적</a:t>
                      </a: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대표 고객사</a:t>
                      </a: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 이상</a:t>
                      </a:r>
                    </a:p>
                  </a:txBody>
                  <a:tcPr marT="45713" marB="457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37606"/>
                  </a:ext>
                </a:extLst>
              </a:tr>
              <a:tr h="10125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 미만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~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천억 이상</a:t>
                      </a:r>
                    </a:p>
                  </a:txBody>
                  <a:tcPr marT="45713" marB="457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259980"/>
                  </a:ext>
                </a:extLst>
              </a:tr>
              <a:tr h="1012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천억 미만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~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천억 이상</a:t>
                      </a:r>
                    </a:p>
                  </a:txBody>
                  <a:tcPr marT="45713" marB="457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70090"/>
                  </a:ext>
                </a:extLst>
              </a:tr>
              <a:tr h="1012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천억 미만 및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비상장사</a:t>
                      </a:r>
                    </a:p>
                  </a:txBody>
                  <a:tcPr marT="45713" marB="457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720334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8E1B7639-21B6-0C91-8C95-EE01B554AF9A}"/>
              </a:ext>
            </a:extLst>
          </p:cNvPr>
          <p:cNvSpPr txBox="1"/>
          <p:nvPr/>
        </p:nvSpPr>
        <p:spPr>
          <a:xfrm>
            <a:off x="5435206" y="1718914"/>
            <a:ext cx="8137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62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2" name="Picture 2" descr="조선호텔앤리조트 - 위키백과, 우리 모두의 백과사전">
            <a:extLst>
              <a:ext uri="{FF2B5EF4-FFF2-40B4-BE49-F238E27FC236}">
                <a16:creationId xmlns:a16="http://schemas.microsoft.com/office/drawing/2014/main" id="{AD5D104C-A182-26FC-2E59-21BEC37416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2" t="12029" r="9686" b="9992"/>
          <a:stretch/>
        </p:blipFill>
        <p:spPr bwMode="auto">
          <a:xfrm>
            <a:off x="5505725" y="5991989"/>
            <a:ext cx="553725" cy="29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 descr="한화호텔앤드리조트, 사업 구조 개편 중…수익성 개선으로 이어질까 &lt; 산업/기업 &lt; 경제 &lt; 기사본문 - 뉴스포스트">
            <a:extLst>
              <a:ext uri="{FF2B5EF4-FFF2-40B4-BE49-F238E27FC236}">
                <a16:creationId xmlns:a16="http://schemas.microsoft.com/office/drawing/2014/main" id="{18594DC6-9A40-6792-715E-7A48719747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82" t="10567" r="10505" b="10706"/>
          <a:stretch/>
        </p:blipFill>
        <p:spPr bwMode="auto">
          <a:xfrm>
            <a:off x="5424796" y="5311829"/>
            <a:ext cx="737221" cy="31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C359ECBD-14F5-FEAF-891A-8F56EE4F3D9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41955" y="3688930"/>
            <a:ext cx="923531" cy="198245"/>
          </a:xfrm>
          <a:prstGeom prst="rect">
            <a:avLst/>
          </a:prstGeom>
        </p:spPr>
      </p:pic>
      <p:pic>
        <p:nvPicPr>
          <p:cNvPr id="35" name="Picture 4" descr="LX세미콘, 2023년 영업익 1290억…전년比 58.5% 감소 &lt; 반도체·디스플레이 &lt; 기업 &lt; 기사본문 - IT조선">
            <a:extLst>
              <a:ext uri="{FF2B5EF4-FFF2-40B4-BE49-F238E27FC236}">
                <a16:creationId xmlns:a16="http://schemas.microsoft.com/office/drawing/2014/main" id="{C38568C6-78AA-4247-1E36-06B2C8934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529" y="3347217"/>
            <a:ext cx="895174" cy="19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6" descr="한화갤러리아 - 나무위키">
            <a:extLst>
              <a:ext uri="{FF2B5EF4-FFF2-40B4-BE49-F238E27FC236}">
                <a16:creationId xmlns:a16="http://schemas.microsoft.com/office/drawing/2014/main" id="{9BC461CB-3383-F534-DFEE-46E22D03D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291" y="3986834"/>
            <a:ext cx="895173" cy="227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생체인식&amp;출입통제 대표기업 2022년 출사표-1] 슈프리마">
            <a:extLst>
              <a:ext uri="{FF2B5EF4-FFF2-40B4-BE49-F238E27FC236}">
                <a16:creationId xmlns:a16="http://schemas.microsoft.com/office/drawing/2014/main" id="{9D3D1CBD-CFAB-4C36-0591-0CD90EA0EB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1" t="24733" r="6398" b="19174"/>
          <a:stretch/>
        </p:blipFill>
        <p:spPr bwMode="auto">
          <a:xfrm>
            <a:off x="5369301" y="4394950"/>
            <a:ext cx="856504" cy="147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코오롱모빌리티그룹, 출범 첫 해 영업이익 450억원…매출 2.4조원 - SBS Biz">
            <a:extLst>
              <a:ext uri="{FF2B5EF4-FFF2-40B4-BE49-F238E27FC236}">
                <a16:creationId xmlns:a16="http://schemas.microsoft.com/office/drawing/2014/main" id="{DBE84FBD-BDC9-F933-FC4B-B999C4AC21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" t="37897" r="2848" b="38494"/>
          <a:stretch/>
        </p:blipFill>
        <p:spPr bwMode="auto">
          <a:xfrm>
            <a:off x="5223582" y="4686383"/>
            <a:ext cx="1152000" cy="160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에프앤가이드, 마이데이터 사업 청신호 | 한국경제">
            <a:extLst>
              <a:ext uri="{FF2B5EF4-FFF2-40B4-BE49-F238E27FC236}">
                <a16:creationId xmlns:a16="http://schemas.microsoft.com/office/drawing/2014/main" id="{607AC77D-C283-E518-05CA-B1509263A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111" y="4968028"/>
            <a:ext cx="591050" cy="215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CI소개 - 캐논코리아 주식회사">
            <a:extLst>
              <a:ext uri="{FF2B5EF4-FFF2-40B4-BE49-F238E27FC236}">
                <a16:creationId xmlns:a16="http://schemas.microsoft.com/office/drawing/2014/main" id="{7A5D6C3C-E512-0E77-22E1-B4724A9D61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1" t="13298" r="5571" b="14621"/>
          <a:stretch/>
        </p:blipFill>
        <p:spPr bwMode="auto">
          <a:xfrm>
            <a:off x="5515014" y="5706336"/>
            <a:ext cx="553725" cy="220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ECE85AB-3FF7-DC8A-8617-A1E67869975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263028" y="2348880"/>
            <a:ext cx="1008000" cy="136410"/>
          </a:xfrm>
          <a:prstGeom prst="rect">
            <a:avLst/>
          </a:prstGeom>
        </p:spPr>
      </p:pic>
      <p:pic>
        <p:nvPicPr>
          <p:cNvPr id="42" name="Picture 8" descr="대한전선 로고">
            <a:extLst>
              <a:ext uri="{FF2B5EF4-FFF2-40B4-BE49-F238E27FC236}">
                <a16:creationId xmlns:a16="http://schemas.microsoft.com/office/drawing/2014/main" id="{4E14C05A-921C-6F5F-99D7-3CFC4D1B7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7" t="9127" r="5333" b="10251"/>
          <a:stretch/>
        </p:blipFill>
        <p:spPr bwMode="auto">
          <a:xfrm>
            <a:off x="5508664" y="2628526"/>
            <a:ext cx="584307" cy="26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LG에너지솔루션, 북미 배터리 소재 공급망 강화 &lt; 전력·원자력 &lt; 뉴스 &lt; 기사본문 - 투데이에너지">
            <a:extLst>
              <a:ext uri="{FF2B5EF4-FFF2-40B4-BE49-F238E27FC236}">
                <a16:creationId xmlns:a16="http://schemas.microsoft.com/office/drawing/2014/main" id="{C31AAC27-F2F0-3248-926A-2892BBEF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351" y="2999693"/>
            <a:ext cx="1008000" cy="194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D61293DE-75CF-9CA2-E825-644B0BAB1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988348"/>
              </p:ext>
            </p:extLst>
          </p:nvPr>
        </p:nvGraphicFramePr>
        <p:xfrm>
          <a:off x="6652545" y="1970725"/>
          <a:ext cx="2628000" cy="433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자산규모</a:t>
                      </a:r>
                    </a:p>
                  </a:txBody>
                  <a:tcPr marT="45713" marB="457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실적</a:t>
                      </a: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대표 고객사</a:t>
                      </a: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 이상</a:t>
                      </a:r>
                    </a:p>
                  </a:txBody>
                  <a:tcPr marT="45713" marB="457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37606"/>
                  </a:ext>
                </a:extLst>
              </a:tr>
              <a:tr h="10125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 미만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~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천억 이상</a:t>
                      </a:r>
                    </a:p>
                  </a:txBody>
                  <a:tcPr marT="45713" marB="457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259980"/>
                  </a:ext>
                </a:extLst>
              </a:tr>
              <a:tr h="1012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천억 미만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~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천억 이상</a:t>
                      </a:r>
                    </a:p>
                  </a:txBody>
                  <a:tcPr marT="45713" marB="457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70090"/>
                  </a:ext>
                </a:extLst>
              </a:tr>
              <a:tr h="1012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천억 미만 및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비상장사</a:t>
                      </a:r>
                    </a:p>
                  </a:txBody>
                  <a:tcPr marT="45713" marB="4571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3" marB="4571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720334"/>
                  </a:ext>
                </a:extLst>
              </a:tr>
            </a:tbl>
          </a:graphicData>
        </a:graphic>
      </p:graphicFrame>
      <p:sp>
        <p:nvSpPr>
          <p:cNvPr id="45" name="사각형: 잘린 한쪽 모서리 44">
            <a:extLst>
              <a:ext uri="{FF2B5EF4-FFF2-40B4-BE49-F238E27FC236}">
                <a16:creationId xmlns:a16="http://schemas.microsoft.com/office/drawing/2014/main" id="{0EA37B30-769B-5FA5-C9C8-7936D2F285C7}"/>
              </a:ext>
            </a:extLst>
          </p:cNvPr>
          <p:cNvSpPr/>
          <p:nvPr/>
        </p:nvSpPr>
        <p:spPr>
          <a:xfrm>
            <a:off x="6652545" y="1763763"/>
            <a:ext cx="1080000" cy="216000"/>
          </a:xfrm>
          <a:prstGeom prst="snip1Rect">
            <a:avLst/>
          </a:prstGeom>
          <a:solidFill>
            <a:srgbClr val="0040BD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AA2F73-9C54-75B9-A8ED-6884E1FFDE22}"/>
              </a:ext>
            </a:extLst>
          </p:cNvPr>
          <p:cNvSpPr txBox="1"/>
          <p:nvPr/>
        </p:nvSpPr>
        <p:spPr>
          <a:xfrm>
            <a:off x="8377827" y="1718914"/>
            <a:ext cx="8951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33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2" name="그림 51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087AD5-4630-7CA3-66F2-1A72F44161D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71044" y="2421000"/>
            <a:ext cx="908925" cy="328651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A14A290B-4F39-D1C3-2466-094FF65CE06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03506" y="2853000"/>
            <a:ext cx="1044000" cy="211146"/>
          </a:xfrm>
          <a:prstGeom prst="rect">
            <a:avLst/>
          </a:prstGeom>
        </p:spPr>
      </p:pic>
      <p:pic>
        <p:nvPicPr>
          <p:cNvPr id="56" name="그림 55" descr="로고, 폰트, 상징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C8C27D-CF7C-E58E-09C3-FC517231683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472262" y="3403493"/>
            <a:ext cx="506489" cy="180000"/>
          </a:xfrm>
          <a:prstGeom prst="rect">
            <a:avLst/>
          </a:prstGeom>
        </p:spPr>
      </p:pic>
      <p:pic>
        <p:nvPicPr>
          <p:cNvPr id="58" name="그림 57" descr="폰트, 로고, 그래픽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156288-C0B8-FB9C-4B18-BA244AF982A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437506" y="3717000"/>
            <a:ext cx="576000" cy="173333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4CC2C2AB-23B4-F8BB-E661-E25E256F74B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01506" y="4051276"/>
            <a:ext cx="648000" cy="123069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7CAFA9C7-DC60-340F-807C-EE33118F624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294792" y="4401000"/>
            <a:ext cx="861429" cy="180000"/>
          </a:xfrm>
          <a:prstGeom prst="rect">
            <a:avLst/>
          </a:prstGeom>
        </p:spPr>
      </p:pic>
      <p:pic>
        <p:nvPicPr>
          <p:cNvPr id="3072" name="그림 3071">
            <a:extLst>
              <a:ext uri="{FF2B5EF4-FFF2-40B4-BE49-F238E27FC236}">
                <a16:creationId xmlns:a16="http://schemas.microsoft.com/office/drawing/2014/main" id="{0424514C-9D74-D881-591A-98F256BAE1CF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43006" y="4725000"/>
            <a:ext cx="765000" cy="216000"/>
          </a:xfrm>
          <a:prstGeom prst="rect">
            <a:avLst/>
          </a:prstGeom>
        </p:spPr>
      </p:pic>
      <p:pic>
        <p:nvPicPr>
          <p:cNvPr id="3076" name="그림 3075">
            <a:extLst>
              <a:ext uri="{FF2B5EF4-FFF2-40B4-BE49-F238E27FC236}">
                <a16:creationId xmlns:a16="http://schemas.microsoft.com/office/drawing/2014/main" id="{3B9CB282-460D-3AA8-FFE9-2B8DDDBEB750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278187" y="5085000"/>
            <a:ext cx="894638" cy="144000"/>
          </a:xfrm>
          <a:prstGeom prst="rect">
            <a:avLst/>
          </a:prstGeom>
        </p:spPr>
      </p:pic>
      <p:pic>
        <p:nvPicPr>
          <p:cNvPr id="3109" name="그림 3108">
            <a:extLst>
              <a:ext uri="{FF2B5EF4-FFF2-40B4-BE49-F238E27FC236}">
                <a16:creationId xmlns:a16="http://schemas.microsoft.com/office/drawing/2014/main" id="{20AFE671-009B-EF5A-CD6A-093AF79DD472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293506" y="5445000"/>
            <a:ext cx="864000" cy="299338"/>
          </a:xfrm>
          <a:prstGeom prst="rect">
            <a:avLst/>
          </a:prstGeom>
        </p:spPr>
      </p:pic>
      <p:pic>
        <p:nvPicPr>
          <p:cNvPr id="3111" name="그림 3110">
            <a:extLst>
              <a:ext uri="{FF2B5EF4-FFF2-40B4-BE49-F238E27FC236}">
                <a16:creationId xmlns:a16="http://schemas.microsoft.com/office/drawing/2014/main" id="{42145FCA-B007-13A7-E045-16E3CC7CD88A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367564" y="5733000"/>
            <a:ext cx="715885" cy="288000"/>
          </a:xfrm>
          <a:prstGeom prst="rect">
            <a:avLst/>
          </a:prstGeom>
        </p:spPr>
      </p:pic>
      <p:pic>
        <p:nvPicPr>
          <p:cNvPr id="3113" name="그림 3112" descr="폰트, 로고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2BFEE2-044C-567A-B906-B0D691797DFE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437506" y="6093000"/>
            <a:ext cx="576000" cy="15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3004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0E603-FF77-0D8B-B14F-F33C7EE54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A6E2FB-8363-3E54-9E35-A6FC605652CA}"/>
              </a:ext>
            </a:extLst>
          </p:cNvPr>
          <p:cNvSpPr txBox="1"/>
          <p:nvPr/>
        </p:nvSpPr>
        <p:spPr>
          <a:xfrm>
            <a:off x="6321009" y="1236613"/>
            <a:ext cx="3423882" cy="438041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311079" indent="-311079">
              <a:spcAft>
                <a:spcPts val="544"/>
              </a:spcAft>
              <a:buClr>
                <a:schemeClr val="accent1"/>
              </a:buClr>
              <a:buAutoNum type="arabicPeriod"/>
              <a:defRPr sz="1600" b="1" spc="-9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+mn-ea"/>
                <a:cs typeface="KoPubWorld돋움체_Pro Medium" panose="00000600000000000000" pitchFamily="50" charset="-127"/>
              </a:defRPr>
            </a:lvl1pPr>
          </a:lstStyle>
          <a:p>
            <a:pPr>
              <a:lnSpc>
                <a:spcPct val="20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조견표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C95E68-1707-1922-211E-0BD88BF55659}"/>
              </a:ext>
            </a:extLst>
          </p:cNvPr>
          <p:cNvSpPr txBox="1"/>
          <p:nvPr/>
        </p:nvSpPr>
        <p:spPr>
          <a:xfrm>
            <a:off x="520555" y="2586052"/>
            <a:ext cx="5507017" cy="1224000"/>
          </a:xfrm>
          <a:prstGeom prst="rect">
            <a:avLst/>
          </a:prstGeom>
          <a:noFill/>
        </p:spPr>
        <p:txBody>
          <a:bodyPr wrap="square" lIns="0" rtlCol="0" anchor="ctr">
            <a:noAutofit/>
          </a:bodyPr>
          <a:lstStyle/>
          <a:p>
            <a:r>
              <a:rPr lang="ko-KR" altLang="en-US" sz="36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기타</a:t>
            </a:r>
            <a:endParaRPr lang="en-US" altLang="ko-KR" sz="3600" b="1" spc="-9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278BCF-0A35-5DA2-0EB9-8A941BA5A75E}"/>
              </a:ext>
            </a:extLst>
          </p:cNvPr>
          <p:cNvSpPr txBox="1"/>
          <p:nvPr/>
        </p:nvSpPr>
        <p:spPr>
          <a:xfrm>
            <a:off x="408583" y="1628821"/>
            <a:ext cx="1746779" cy="101566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6000" b="1" spc="-9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Ⅴ</a:t>
            </a:r>
            <a:endParaRPr lang="ko-KR" altLang="en-US" sz="6000" b="1" spc="-9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KoPubWorld돋움체_Pro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5966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99EE3-665B-6078-AB7C-83BB6FF9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84F932F-176D-791B-3403-5F706942ADF2}"/>
              </a:ext>
            </a:extLst>
          </p:cNvPr>
          <p:cNvSpPr txBox="1">
            <a:spLocks/>
          </p:cNvSpPr>
          <p:nvPr/>
        </p:nvSpPr>
        <p:spPr>
          <a:xfrm>
            <a:off x="291855" y="205354"/>
            <a:ext cx="5400000" cy="320601"/>
          </a:xfrm>
          <a:prstGeom prst="rect">
            <a:avLst/>
          </a:prstGeom>
        </p:spPr>
        <p:txBody>
          <a:bodyPr vert="horz" wrap="square" lIns="0" tIns="12700" rIns="0" bIns="0" rtlCol="0" anchor="ctr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SUIT" pitchFamily="50" charset="-127"/>
                <a:ea typeface="+mj-ea"/>
                <a:cs typeface="Pretendard"/>
              </a:defRPr>
            </a:lvl1pPr>
          </a:lstStyle>
          <a:p>
            <a:pPr marL="38100" defTabSz="914400">
              <a:spcBef>
                <a:spcPts val="100"/>
              </a:spcBef>
            </a:pPr>
            <a:r>
              <a:rPr lang="en-US" altLang="ko-KR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1. </a:t>
            </a:r>
            <a:r>
              <a:rPr lang="ko-KR" altLang="en-US" sz="2000" spc="-9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ExtraBold"/>
              </a:rPr>
              <a:t>조견표</a:t>
            </a:r>
          </a:p>
        </p:txBody>
      </p:sp>
      <p:graphicFrame>
        <p:nvGraphicFramePr>
          <p:cNvPr id="6" name="Group 39">
            <a:extLst>
              <a:ext uri="{FF2B5EF4-FFF2-40B4-BE49-F238E27FC236}">
                <a16:creationId xmlns:a16="http://schemas.microsoft.com/office/drawing/2014/main" id="{721B0A38-E60F-9CA3-B461-26156100A5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853325"/>
              </p:ext>
            </p:extLst>
          </p:nvPr>
        </p:nvGraphicFramePr>
        <p:xfrm>
          <a:off x="284200" y="989709"/>
          <a:ext cx="9348800" cy="5307813"/>
        </p:xfrm>
        <a:graphic>
          <a:graphicData uri="http://schemas.openxmlformats.org/drawingml/2006/table">
            <a:tbl>
              <a:tblPr/>
              <a:tblGrid>
                <a:gridCol w="1919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5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720333419"/>
                    </a:ext>
                  </a:extLst>
                </a:gridCol>
              </a:tblGrid>
              <a:tr h="3025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구분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6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내용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6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Page</a:t>
                      </a: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6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운영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평가 대상 법인 유동적 변경 가능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 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매년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Scoping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대상법인 변경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)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14p, 16p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529242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평가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변화관리 평가항목 선택적 표시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  : RCM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전체 항목이 아닌 일부 항목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통제내용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,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통제주기 등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)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만 표시하여 변화관리 요청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20p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기말평가 기능 추가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  :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유의한 변동사항에 대한 질문기법 적용 통제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변화관리 기능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+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조서작성 기능 활용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)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20p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9803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완료된 평가 프로세스 수정 기능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  : </a:t>
                      </a:r>
                      <a:r>
                        <a:rPr kumimoji="0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증빙업로드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혹은 평가 단계에서 일부 샘플 교체 가능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잔여 샘플 평가 결과 초기화 방지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)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27p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4838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통제 담당자 알림 기능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메일 또는 문자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)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35p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3651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증빙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1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개 업로드 → 전체 샘플 일괄 적용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23p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98337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모집단</a:t>
                      </a: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샘플링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모집단별 완전성 증빙 업로드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21p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3358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지정 샘플링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 :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등록된 모집단에 대해 샘플 직접 선택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감사인 독립적 샘플 반영 등 활용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)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21p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48113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샘플별 증빙 업로드 담당자 지정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23p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4797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모니터링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평가 전체 현황 실시간 조회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법인별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등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0" lang="en-US" altLang="ko-K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27p, 32p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2665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통제별 평가진행 현황 상세 리포팅 </a:t>
                      </a: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샘플별 평가결과 별도 </a:t>
                      </a: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Sheet</a:t>
                      </a: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로</a:t>
                      </a: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제공</a:t>
                      </a: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27p, 28p, 29p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2964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산출물관리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전체 모집단</a:t>
                      </a: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증빙 </a:t>
                      </a:r>
                      <a:r>
                        <a:rPr kumimoji="0" lang="ko-KR" altLang="en-US" sz="9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원클릭</a:t>
                      </a: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다운로드 </a:t>
                      </a: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통제</a:t>
                      </a: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샘플별 폴더에 저장</a:t>
                      </a: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28p, 29p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6771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 2" panose="05020102010507070707" pitchFamily="18" charset="2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조서 </a:t>
                      </a: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PDF </a:t>
                      </a: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변환 및 다운로드 기능 </a:t>
                      </a: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전체 </a:t>
                      </a: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0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선택적</a:t>
                      </a:r>
                      <a:r>
                        <a:rPr kumimoji="0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 2" panose="05020102010507070707" pitchFamily="18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  :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통제별로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PDF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전환되어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ZIP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형태로 다운 가능하도록</a:t>
                      </a:r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28p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074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다국어 지원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영어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중국어 다국어 적용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메뉴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 RCM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등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)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12p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29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AIP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연동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문서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AIP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연동을 통한 문서 </a:t>
                      </a:r>
                      <a:r>
                        <a:rPr kumimoji="0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암복호화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 적용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(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외부인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내부인 구분하여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)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35p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GSSO 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연동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IAM / SSO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연동을 통한 시스템 구성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34p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454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시큐어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 코딩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시큐어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 코딩 검증 후 개선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36p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웹 보안</a:t>
                      </a: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소스코드 진단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웹 보안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/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소스코드 진단 후 개선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36p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391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모의해킹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휴먼태각진그래픽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모의해킹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 후 취약점 개선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휴먼태각진그래픽"/>
                        </a:rPr>
                        <a:t>36p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07079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CF450-814F-5E1B-6C4F-88E51F582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9F6A4DE-E19D-5DF7-D95F-5AD049077809}"/>
              </a:ext>
            </a:extLst>
          </p:cNvPr>
          <p:cNvSpPr txBox="1"/>
          <p:nvPr/>
        </p:nvSpPr>
        <p:spPr>
          <a:xfrm>
            <a:off x="473266" y="1943742"/>
            <a:ext cx="8953092" cy="14745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현대위아 연결 내부회계관리 시스템 구축 사업을</a:t>
            </a:r>
            <a:endParaRPr lang="en-US" altLang="ko-KR" sz="3200" b="1" spc="-50" dirty="0">
              <a:solidFill>
                <a:srgbClr val="FFFF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2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성공적으로 완수 하겠습니다</a:t>
            </a:r>
            <a:r>
              <a:rPr lang="en-US" altLang="ko-KR" sz="3200" b="1" spc="-5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2CD8B1C-6E3C-8A3C-2D33-18C5CB77F390}"/>
              </a:ext>
            </a:extLst>
          </p:cNvPr>
          <p:cNvGrpSpPr/>
          <p:nvPr/>
        </p:nvGrpSpPr>
        <p:grpSpPr>
          <a:xfrm>
            <a:off x="9384638" y="2065128"/>
            <a:ext cx="359675" cy="280036"/>
            <a:chOff x="8480487" y="5178035"/>
            <a:chExt cx="359675" cy="28003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4C8133C6-4CEC-222B-BDA2-7F0AE9380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0487" y="5178035"/>
              <a:ext cx="168494" cy="280036"/>
            </a:xfrm>
            <a:custGeom>
              <a:avLst/>
              <a:gdLst>
                <a:gd name="T0" fmla="*/ 153 w 300"/>
                <a:gd name="T1" fmla="*/ 0 h 499"/>
                <a:gd name="T2" fmla="*/ 44 w 300"/>
                <a:gd name="T3" fmla="*/ 40 h 499"/>
                <a:gd name="T4" fmla="*/ 0 w 300"/>
                <a:gd name="T5" fmla="*/ 147 h 499"/>
                <a:gd name="T6" fmla="*/ 134 w 300"/>
                <a:gd name="T7" fmla="*/ 302 h 499"/>
                <a:gd name="T8" fmla="*/ 142 w 300"/>
                <a:gd name="T9" fmla="*/ 313 h 499"/>
                <a:gd name="T10" fmla="*/ 88 w 300"/>
                <a:gd name="T11" fmla="*/ 389 h 499"/>
                <a:gd name="T12" fmla="*/ 29 w 300"/>
                <a:gd name="T13" fmla="*/ 442 h 499"/>
                <a:gd name="T14" fmla="*/ 21 w 300"/>
                <a:gd name="T15" fmla="*/ 470 h 499"/>
                <a:gd name="T16" fmla="*/ 37 w 300"/>
                <a:gd name="T17" fmla="*/ 489 h 499"/>
                <a:gd name="T18" fmla="*/ 64 w 300"/>
                <a:gd name="T19" fmla="*/ 491 h 499"/>
                <a:gd name="T20" fmla="*/ 300 w 300"/>
                <a:gd name="T21" fmla="*/ 161 h 499"/>
                <a:gd name="T22" fmla="*/ 256 w 300"/>
                <a:gd name="T23" fmla="*/ 53 h 499"/>
                <a:gd name="T24" fmla="*/ 153 w 300"/>
                <a:gd name="T25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0" h="499">
                  <a:moveTo>
                    <a:pt x="153" y="0"/>
                  </a:moveTo>
                  <a:cubicBezTo>
                    <a:pt x="109" y="0"/>
                    <a:pt x="73" y="13"/>
                    <a:pt x="44" y="40"/>
                  </a:cubicBezTo>
                  <a:cubicBezTo>
                    <a:pt x="15" y="68"/>
                    <a:pt x="0" y="103"/>
                    <a:pt x="0" y="147"/>
                  </a:cubicBezTo>
                  <a:cubicBezTo>
                    <a:pt x="0" y="221"/>
                    <a:pt x="45" y="273"/>
                    <a:pt x="134" y="302"/>
                  </a:cubicBezTo>
                  <a:cubicBezTo>
                    <a:pt x="138" y="303"/>
                    <a:pt x="145" y="307"/>
                    <a:pt x="142" y="313"/>
                  </a:cubicBezTo>
                  <a:cubicBezTo>
                    <a:pt x="130" y="338"/>
                    <a:pt x="112" y="364"/>
                    <a:pt x="88" y="389"/>
                  </a:cubicBezTo>
                  <a:cubicBezTo>
                    <a:pt x="76" y="402"/>
                    <a:pt x="56" y="419"/>
                    <a:pt x="29" y="442"/>
                  </a:cubicBezTo>
                  <a:cubicBezTo>
                    <a:pt x="23" y="447"/>
                    <a:pt x="14" y="458"/>
                    <a:pt x="21" y="470"/>
                  </a:cubicBezTo>
                  <a:cubicBezTo>
                    <a:pt x="37" y="489"/>
                    <a:pt x="37" y="489"/>
                    <a:pt x="37" y="489"/>
                  </a:cubicBezTo>
                  <a:cubicBezTo>
                    <a:pt x="45" y="499"/>
                    <a:pt x="59" y="495"/>
                    <a:pt x="64" y="491"/>
                  </a:cubicBezTo>
                  <a:cubicBezTo>
                    <a:pt x="221" y="385"/>
                    <a:pt x="300" y="275"/>
                    <a:pt x="300" y="161"/>
                  </a:cubicBezTo>
                  <a:cubicBezTo>
                    <a:pt x="300" y="122"/>
                    <a:pt x="285" y="86"/>
                    <a:pt x="256" y="53"/>
                  </a:cubicBezTo>
                  <a:cubicBezTo>
                    <a:pt x="226" y="17"/>
                    <a:pt x="192" y="0"/>
                    <a:pt x="15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rgbClr val="7FAB7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CA7C3A0-138A-D2DD-0414-F50A62248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1904" y="5178035"/>
              <a:ext cx="168258" cy="280036"/>
            </a:xfrm>
            <a:custGeom>
              <a:avLst/>
              <a:gdLst>
                <a:gd name="T0" fmla="*/ 256 w 300"/>
                <a:gd name="T1" fmla="*/ 53 h 499"/>
                <a:gd name="T2" fmla="*/ 152 w 300"/>
                <a:gd name="T3" fmla="*/ 0 h 499"/>
                <a:gd name="T4" fmla="*/ 43 w 300"/>
                <a:gd name="T5" fmla="*/ 40 h 499"/>
                <a:gd name="T6" fmla="*/ 0 w 300"/>
                <a:gd name="T7" fmla="*/ 147 h 499"/>
                <a:gd name="T8" fmla="*/ 134 w 300"/>
                <a:gd name="T9" fmla="*/ 302 h 499"/>
                <a:gd name="T10" fmla="*/ 142 w 300"/>
                <a:gd name="T11" fmla="*/ 313 h 499"/>
                <a:gd name="T12" fmla="*/ 88 w 300"/>
                <a:gd name="T13" fmla="*/ 389 h 499"/>
                <a:gd name="T14" fmla="*/ 28 w 300"/>
                <a:gd name="T15" fmla="*/ 442 h 499"/>
                <a:gd name="T16" fmla="*/ 21 w 300"/>
                <a:gd name="T17" fmla="*/ 470 h 499"/>
                <a:gd name="T18" fmla="*/ 36 w 300"/>
                <a:gd name="T19" fmla="*/ 489 h 499"/>
                <a:gd name="T20" fmla="*/ 64 w 300"/>
                <a:gd name="T21" fmla="*/ 491 h 499"/>
                <a:gd name="T22" fmla="*/ 300 w 300"/>
                <a:gd name="T23" fmla="*/ 161 h 499"/>
                <a:gd name="T24" fmla="*/ 256 w 300"/>
                <a:gd name="T25" fmla="*/ 53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0" h="499">
                  <a:moveTo>
                    <a:pt x="256" y="53"/>
                  </a:moveTo>
                  <a:cubicBezTo>
                    <a:pt x="226" y="17"/>
                    <a:pt x="191" y="0"/>
                    <a:pt x="152" y="0"/>
                  </a:cubicBezTo>
                  <a:cubicBezTo>
                    <a:pt x="109" y="0"/>
                    <a:pt x="72" y="13"/>
                    <a:pt x="43" y="40"/>
                  </a:cubicBezTo>
                  <a:cubicBezTo>
                    <a:pt x="14" y="68"/>
                    <a:pt x="0" y="103"/>
                    <a:pt x="0" y="147"/>
                  </a:cubicBezTo>
                  <a:cubicBezTo>
                    <a:pt x="0" y="221"/>
                    <a:pt x="45" y="273"/>
                    <a:pt x="134" y="302"/>
                  </a:cubicBezTo>
                  <a:cubicBezTo>
                    <a:pt x="138" y="303"/>
                    <a:pt x="145" y="307"/>
                    <a:pt x="142" y="313"/>
                  </a:cubicBezTo>
                  <a:cubicBezTo>
                    <a:pt x="130" y="338"/>
                    <a:pt x="112" y="364"/>
                    <a:pt x="88" y="389"/>
                  </a:cubicBezTo>
                  <a:cubicBezTo>
                    <a:pt x="75" y="402"/>
                    <a:pt x="56" y="419"/>
                    <a:pt x="28" y="442"/>
                  </a:cubicBezTo>
                  <a:cubicBezTo>
                    <a:pt x="23" y="447"/>
                    <a:pt x="14" y="458"/>
                    <a:pt x="21" y="470"/>
                  </a:cubicBezTo>
                  <a:cubicBezTo>
                    <a:pt x="36" y="489"/>
                    <a:pt x="36" y="489"/>
                    <a:pt x="36" y="489"/>
                  </a:cubicBezTo>
                  <a:cubicBezTo>
                    <a:pt x="44" y="499"/>
                    <a:pt x="58" y="495"/>
                    <a:pt x="64" y="491"/>
                  </a:cubicBezTo>
                  <a:cubicBezTo>
                    <a:pt x="221" y="385"/>
                    <a:pt x="300" y="275"/>
                    <a:pt x="300" y="161"/>
                  </a:cubicBezTo>
                  <a:cubicBezTo>
                    <a:pt x="300" y="122"/>
                    <a:pt x="285" y="86"/>
                    <a:pt x="256" y="5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rgbClr val="7FAB7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2729FDE-D10A-1B27-5D78-2C73258322EE}"/>
              </a:ext>
            </a:extLst>
          </p:cNvPr>
          <p:cNvGrpSpPr/>
          <p:nvPr/>
        </p:nvGrpSpPr>
        <p:grpSpPr>
          <a:xfrm>
            <a:off x="216860" y="1999811"/>
            <a:ext cx="359675" cy="280036"/>
            <a:chOff x="2082282" y="5241535"/>
            <a:chExt cx="359675" cy="28003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48E281E-EC6F-73FC-FCC2-A05412520DA4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273463" y="5241535"/>
              <a:ext cx="168494" cy="280036"/>
            </a:xfrm>
            <a:custGeom>
              <a:avLst/>
              <a:gdLst>
                <a:gd name="T0" fmla="*/ 153 w 300"/>
                <a:gd name="T1" fmla="*/ 0 h 499"/>
                <a:gd name="T2" fmla="*/ 44 w 300"/>
                <a:gd name="T3" fmla="*/ 40 h 499"/>
                <a:gd name="T4" fmla="*/ 0 w 300"/>
                <a:gd name="T5" fmla="*/ 147 h 499"/>
                <a:gd name="T6" fmla="*/ 134 w 300"/>
                <a:gd name="T7" fmla="*/ 302 h 499"/>
                <a:gd name="T8" fmla="*/ 142 w 300"/>
                <a:gd name="T9" fmla="*/ 313 h 499"/>
                <a:gd name="T10" fmla="*/ 88 w 300"/>
                <a:gd name="T11" fmla="*/ 389 h 499"/>
                <a:gd name="T12" fmla="*/ 29 w 300"/>
                <a:gd name="T13" fmla="*/ 442 h 499"/>
                <a:gd name="T14" fmla="*/ 21 w 300"/>
                <a:gd name="T15" fmla="*/ 470 h 499"/>
                <a:gd name="T16" fmla="*/ 37 w 300"/>
                <a:gd name="T17" fmla="*/ 489 h 499"/>
                <a:gd name="T18" fmla="*/ 64 w 300"/>
                <a:gd name="T19" fmla="*/ 491 h 499"/>
                <a:gd name="T20" fmla="*/ 300 w 300"/>
                <a:gd name="T21" fmla="*/ 161 h 499"/>
                <a:gd name="T22" fmla="*/ 256 w 300"/>
                <a:gd name="T23" fmla="*/ 53 h 499"/>
                <a:gd name="T24" fmla="*/ 153 w 300"/>
                <a:gd name="T25" fmla="*/ 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0" h="499">
                  <a:moveTo>
                    <a:pt x="153" y="0"/>
                  </a:moveTo>
                  <a:cubicBezTo>
                    <a:pt x="109" y="0"/>
                    <a:pt x="73" y="13"/>
                    <a:pt x="44" y="40"/>
                  </a:cubicBezTo>
                  <a:cubicBezTo>
                    <a:pt x="15" y="68"/>
                    <a:pt x="0" y="103"/>
                    <a:pt x="0" y="147"/>
                  </a:cubicBezTo>
                  <a:cubicBezTo>
                    <a:pt x="0" y="221"/>
                    <a:pt x="45" y="273"/>
                    <a:pt x="134" y="302"/>
                  </a:cubicBezTo>
                  <a:cubicBezTo>
                    <a:pt x="138" y="303"/>
                    <a:pt x="145" y="307"/>
                    <a:pt x="142" y="313"/>
                  </a:cubicBezTo>
                  <a:cubicBezTo>
                    <a:pt x="130" y="338"/>
                    <a:pt x="112" y="364"/>
                    <a:pt x="88" y="389"/>
                  </a:cubicBezTo>
                  <a:cubicBezTo>
                    <a:pt x="76" y="402"/>
                    <a:pt x="56" y="419"/>
                    <a:pt x="29" y="442"/>
                  </a:cubicBezTo>
                  <a:cubicBezTo>
                    <a:pt x="23" y="447"/>
                    <a:pt x="14" y="458"/>
                    <a:pt x="21" y="470"/>
                  </a:cubicBezTo>
                  <a:cubicBezTo>
                    <a:pt x="37" y="489"/>
                    <a:pt x="37" y="489"/>
                    <a:pt x="37" y="489"/>
                  </a:cubicBezTo>
                  <a:cubicBezTo>
                    <a:pt x="45" y="499"/>
                    <a:pt x="59" y="495"/>
                    <a:pt x="64" y="491"/>
                  </a:cubicBezTo>
                  <a:cubicBezTo>
                    <a:pt x="221" y="385"/>
                    <a:pt x="300" y="275"/>
                    <a:pt x="300" y="161"/>
                  </a:cubicBezTo>
                  <a:cubicBezTo>
                    <a:pt x="300" y="122"/>
                    <a:pt x="285" y="86"/>
                    <a:pt x="256" y="53"/>
                  </a:cubicBezTo>
                  <a:cubicBezTo>
                    <a:pt x="226" y="17"/>
                    <a:pt x="192" y="0"/>
                    <a:pt x="15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rgbClr val="7FAB7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7C56E8B6-97B3-AB51-38AA-2F79D15B7B30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082282" y="5241535"/>
              <a:ext cx="168258" cy="280036"/>
            </a:xfrm>
            <a:custGeom>
              <a:avLst/>
              <a:gdLst>
                <a:gd name="T0" fmla="*/ 256 w 300"/>
                <a:gd name="T1" fmla="*/ 53 h 499"/>
                <a:gd name="T2" fmla="*/ 152 w 300"/>
                <a:gd name="T3" fmla="*/ 0 h 499"/>
                <a:gd name="T4" fmla="*/ 43 w 300"/>
                <a:gd name="T5" fmla="*/ 40 h 499"/>
                <a:gd name="T6" fmla="*/ 0 w 300"/>
                <a:gd name="T7" fmla="*/ 147 h 499"/>
                <a:gd name="T8" fmla="*/ 134 w 300"/>
                <a:gd name="T9" fmla="*/ 302 h 499"/>
                <a:gd name="T10" fmla="*/ 142 w 300"/>
                <a:gd name="T11" fmla="*/ 313 h 499"/>
                <a:gd name="T12" fmla="*/ 88 w 300"/>
                <a:gd name="T13" fmla="*/ 389 h 499"/>
                <a:gd name="T14" fmla="*/ 28 w 300"/>
                <a:gd name="T15" fmla="*/ 442 h 499"/>
                <a:gd name="T16" fmla="*/ 21 w 300"/>
                <a:gd name="T17" fmla="*/ 470 h 499"/>
                <a:gd name="T18" fmla="*/ 36 w 300"/>
                <a:gd name="T19" fmla="*/ 489 h 499"/>
                <a:gd name="T20" fmla="*/ 64 w 300"/>
                <a:gd name="T21" fmla="*/ 491 h 499"/>
                <a:gd name="T22" fmla="*/ 300 w 300"/>
                <a:gd name="T23" fmla="*/ 161 h 499"/>
                <a:gd name="T24" fmla="*/ 256 w 300"/>
                <a:gd name="T25" fmla="*/ 53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0" h="499">
                  <a:moveTo>
                    <a:pt x="256" y="53"/>
                  </a:moveTo>
                  <a:cubicBezTo>
                    <a:pt x="226" y="17"/>
                    <a:pt x="191" y="0"/>
                    <a:pt x="152" y="0"/>
                  </a:cubicBezTo>
                  <a:cubicBezTo>
                    <a:pt x="109" y="0"/>
                    <a:pt x="72" y="13"/>
                    <a:pt x="43" y="40"/>
                  </a:cubicBezTo>
                  <a:cubicBezTo>
                    <a:pt x="14" y="68"/>
                    <a:pt x="0" y="103"/>
                    <a:pt x="0" y="147"/>
                  </a:cubicBezTo>
                  <a:cubicBezTo>
                    <a:pt x="0" y="221"/>
                    <a:pt x="45" y="273"/>
                    <a:pt x="134" y="302"/>
                  </a:cubicBezTo>
                  <a:cubicBezTo>
                    <a:pt x="138" y="303"/>
                    <a:pt x="145" y="307"/>
                    <a:pt x="142" y="313"/>
                  </a:cubicBezTo>
                  <a:cubicBezTo>
                    <a:pt x="130" y="338"/>
                    <a:pt x="112" y="364"/>
                    <a:pt x="88" y="389"/>
                  </a:cubicBezTo>
                  <a:cubicBezTo>
                    <a:pt x="75" y="402"/>
                    <a:pt x="56" y="419"/>
                    <a:pt x="28" y="442"/>
                  </a:cubicBezTo>
                  <a:cubicBezTo>
                    <a:pt x="23" y="447"/>
                    <a:pt x="14" y="458"/>
                    <a:pt x="21" y="470"/>
                  </a:cubicBezTo>
                  <a:cubicBezTo>
                    <a:pt x="36" y="489"/>
                    <a:pt x="36" y="489"/>
                    <a:pt x="36" y="489"/>
                  </a:cubicBezTo>
                  <a:cubicBezTo>
                    <a:pt x="44" y="499"/>
                    <a:pt x="58" y="495"/>
                    <a:pt x="64" y="491"/>
                  </a:cubicBezTo>
                  <a:cubicBezTo>
                    <a:pt x="221" y="385"/>
                    <a:pt x="300" y="275"/>
                    <a:pt x="300" y="161"/>
                  </a:cubicBezTo>
                  <a:cubicBezTo>
                    <a:pt x="300" y="122"/>
                    <a:pt x="285" y="86"/>
                    <a:pt x="256" y="5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rgbClr val="7FAB7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4" name="그림 13" descr="폰트, 그래픽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0E733D33-77E9-C4F3-9268-305F898AE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87" y="366805"/>
            <a:ext cx="1617090" cy="216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D786088-184D-A35C-323A-930354D8BA21}"/>
              </a:ext>
            </a:extLst>
          </p:cNvPr>
          <p:cNvSpPr txBox="1"/>
          <p:nvPr/>
        </p:nvSpPr>
        <p:spPr>
          <a:xfrm>
            <a:off x="182787" y="6032159"/>
            <a:ext cx="5406250" cy="264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주식회사 아이티센코어 │ </a:t>
            </a: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https://www.itcencore.com</a:t>
            </a:r>
            <a:endParaRPr lang="ko-KR" altLang="en-US" sz="1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95BFAB6-BE81-C4D5-57E3-F372717732B0}"/>
              </a:ext>
            </a:extLst>
          </p:cNvPr>
          <p:cNvGrpSpPr/>
          <p:nvPr/>
        </p:nvGrpSpPr>
        <p:grpSpPr>
          <a:xfrm>
            <a:off x="314324" y="5782105"/>
            <a:ext cx="9292275" cy="180000"/>
            <a:chOff x="314324" y="5782105"/>
            <a:chExt cx="9292275" cy="180000"/>
          </a:xfrm>
        </p:grpSpPr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E6F81F84-FF5C-5A8C-EB5A-AE32C77EEFB8}"/>
                </a:ext>
              </a:extLst>
            </p:cNvPr>
            <p:cNvCxnSpPr/>
            <p:nvPr/>
          </p:nvCxnSpPr>
          <p:spPr>
            <a:xfrm>
              <a:off x="2514599" y="5872105"/>
              <a:ext cx="7092000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4844A0AD-0B8F-C90C-3678-D95BA3821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324" y="5782105"/>
              <a:ext cx="1891446" cy="1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957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0. 아이티센 코어">
      <a:dk1>
        <a:srgbClr val="1E1E1E"/>
      </a:dk1>
      <a:lt1>
        <a:sysClr val="window" lastClr="FFFFFF"/>
      </a:lt1>
      <a:dk2>
        <a:srgbClr val="001F73"/>
      </a:dk2>
      <a:lt2>
        <a:srgbClr val="E8E8E8"/>
      </a:lt2>
      <a:accent1>
        <a:srgbClr val="0032A0"/>
      </a:accent1>
      <a:accent2>
        <a:srgbClr val="00CBC8"/>
      </a:accent2>
      <a:accent3>
        <a:srgbClr val="FF8288"/>
      </a:accent3>
      <a:accent4>
        <a:srgbClr val="D462F0"/>
      </a:accent4>
      <a:accent5>
        <a:srgbClr val="6A14D9"/>
      </a:accent5>
      <a:accent6>
        <a:srgbClr val="569DFF"/>
      </a:accent6>
      <a:hlink>
        <a:srgbClr val="0032A0"/>
      </a:hlink>
      <a:folHlink>
        <a:srgbClr val="569DFF"/>
      </a:folHlink>
    </a:clrScheme>
    <a:fontScheme name="0. 아이티센 코어">
      <a:majorFont>
        <a:latin typeface="Gilroy"/>
        <a:ea typeface="한림고딕체 Medium"/>
        <a:cs typeface=""/>
      </a:majorFont>
      <a:minorFont>
        <a:latin typeface="SUIT Medium"/>
        <a:ea typeface="SUIT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55bbdf-5fd0-422f-835e-ce5c60c32e79">
      <Terms xmlns="http://schemas.microsoft.com/office/infopath/2007/PartnerControls"/>
    </lcf76f155ced4ddcb4097134ff3c332f>
    <TaxCatchAll xmlns="3b3b8e53-4d9b-4c6a-9a1f-14fdcc85bd9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918743B64506D41805BB8054869C120" ma:contentTypeVersion="14" ma:contentTypeDescription="새 문서를 만듭니다." ma:contentTypeScope="" ma:versionID="231cc71c067a45bacbc94e983dad9103">
  <xsd:schema xmlns:xsd="http://www.w3.org/2001/XMLSchema" xmlns:xs="http://www.w3.org/2001/XMLSchema" xmlns:p="http://schemas.microsoft.com/office/2006/metadata/properties" xmlns:ns2="9e55bbdf-5fd0-422f-835e-ce5c60c32e79" xmlns:ns3="3b3b8e53-4d9b-4c6a-9a1f-14fdcc85bd94" targetNamespace="http://schemas.microsoft.com/office/2006/metadata/properties" ma:root="true" ma:fieldsID="e71b038ea5484e51303afc349b91129a" ns2:_="" ns3:_="">
    <xsd:import namespace="9e55bbdf-5fd0-422f-835e-ce5c60c32e79"/>
    <xsd:import namespace="3b3b8e53-4d9b-4c6a-9a1f-14fdcc85bd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5bbdf-5fd0-422f-835e-ce5c60c32e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ebf0bea3-4062-4b04-b881-45d4eead5a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3b8e53-4d9b-4c6a-9a1f-14fdcc85bd94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0a05d77-f242-47cc-9c03-4f1535580673}" ma:internalName="TaxCatchAll" ma:showField="CatchAllData" ma:web="3b3b8e53-4d9b-4c6a-9a1f-14fdcc85bd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E0CBAE-3F30-4314-896C-B59AF83990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5E5FE4-C201-40D8-8A2A-1F0E30757D4D}">
  <ds:schemaRefs>
    <ds:schemaRef ds:uri="http://www.w3.org/XML/1998/namespace"/>
    <ds:schemaRef ds:uri="http://schemas.microsoft.com/office/2006/documentManagement/types"/>
    <ds:schemaRef ds:uri="http://purl.org/dc/terms/"/>
    <ds:schemaRef ds:uri="http://purl.org/dc/dcmitype/"/>
    <ds:schemaRef ds:uri="http://purl.org/dc/elements/1.1/"/>
    <ds:schemaRef ds:uri="http://schemas.microsoft.com/office/2006/metadata/properties"/>
    <ds:schemaRef ds:uri="9e55bbdf-5fd0-422f-835e-ce5c60c32e79"/>
    <ds:schemaRef ds:uri="http://schemas.microsoft.com/office/infopath/2007/PartnerControls"/>
    <ds:schemaRef ds:uri="http://schemas.openxmlformats.org/package/2006/metadata/core-properties"/>
    <ds:schemaRef ds:uri="3b3b8e53-4d9b-4c6a-9a1f-14fdcc85bd94"/>
  </ds:schemaRefs>
</ds:datastoreItem>
</file>

<file path=customXml/itemProps3.xml><?xml version="1.0" encoding="utf-8"?>
<ds:datastoreItem xmlns:ds="http://schemas.openxmlformats.org/officeDocument/2006/customXml" ds:itemID="{3752D33D-0133-4B77-A3DE-9C72C2D6E3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55bbdf-5fd0-422f-835e-ce5c60c32e79"/>
    <ds:schemaRef ds:uri="3b3b8e53-4d9b-4c6a-9a1f-14fdcc85bd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7567</TotalTime>
  <Words>8299</Words>
  <Application>Microsoft Office PowerPoint</Application>
  <PresentationFormat>A4 용지(210x297mm)</PresentationFormat>
  <Paragraphs>2429</Paragraphs>
  <Slides>71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71</vt:i4>
      </vt:variant>
    </vt:vector>
  </HeadingPairs>
  <TitlesOfParts>
    <vt:vector size="79" baseType="lpstr">
      <vt:lpstr>SUIT Medium</vt:lpstr>
      <vt:lpstr>맑은 고딕</vt:lpstr>
      <vt:lpstr>바른돋움Pro 1</vt:lpstr>
      <vt:lpstr>Arial</vt:lpstr>
      <vt:lpstr>Symbol</vt:lpstr>
      <vt:lpstr>Wingdings</vt:lpstr>
      <vt:lpstr>Wingdings 2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ITCENCORE</dc:creator>
  <cp:lastModifiedBy>정용언</cp:lastModifiedBy>
  <cp:revision>203</cp:revision>
  <cp:lastPrinted>2026-02-10T05:59:47Z</cp:lastPrinted>
  <dcterms:created xsi:type="dcterms:W3CDTF">2025-05-08T08:35:06Z</dcterms:created>
  <dcterms:modified xsi:type="dcterms:W3CDTF">2026-02-10T06:43:01Z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0x0101007918743B64506D41805BB8054869C120</vt:lpwstr>
  </property>
  <property fmtid="{D5CDD505-2E9C-101B-9397-08002B2CF9AE}" pid="3" name="MediaServiceImageTags">
    <vt:lpwstr/>
  </property>
</Properties>
</file>