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</a:rPr>
              <a:t>AI Risk Lighthouse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D9E1F2"/>
                </a:solidFill>
                <a:latin typeface="맑은 고딕"/>
              </a:rPr>
              <a:t>한국 표준 행동위험·내부통제 자동 감사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4915A"/>
                </a:solidFill>
                <a:latin typeface="맑은 고딕"/>
              </a:rPr>
              <a:t>2027-2030 AI 메가트렌드를 활용한 부서 핵심 IP 사업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931920"/>
            <a:ext cx="2103120" cy="54864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맑은 고딕"/>
              </a:rPr>
              <a:t>양자모델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3931920"/>
            <a:ext cx="2103120" cy="54864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맑은 고딕"/>
              </a:rPr>
              <a:t>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931920"/>
            <a:ext cx="2103120" cy="54864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맑은 고딕"/>
              </a:rPr>
              <a:t>피지컬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931920"/>
            <a:ext cx="2103120" cy="54864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맑은 고딕"/>
              </a:rPr>
              <a:t>생성형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아이티센코어  ·  리스크모니터링·행동위험분석 부서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D9E1F2"/>
                </a:solidFill>
                <a:latin typeface="맑은 고딕"/>
              </a:rPr>
              <a:t>2026년 6월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4915A"/>
                </a:solidFill>
                <a:latin typeface="맑은 고딕"/>
              </a:rPr>
              <a:t>Multi-AI Orchestration 기반 신사업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한 페이지 핵심 — 무엇·왜·언제·얼마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🎯 무엇 (WHAT)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한국 최초 AI Risk Lighthouse — 회사의 AI·내부통제·행동위험을 자동 감사·점수화하는 표준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맑은 고딕"/>
              </a:rPr>
              <a:t>Google Lighthouse 가 웹페이지 점수 매기듯, 8 카테고리 가중 점수 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💡 왜 (WHY)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EU AI Act 2027·금감원 AI 거버넌스 2026·ISO 42001 2026-27 의무화로 모든 한국 기업이 AI 위험 정량화 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맑은 고딕"/>
              </a:rPr>
              <a:t>한국 표준 선점 = 영구 매출 + 부서 IP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6616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⏰ 언제 (WHEN)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2026-Q4 IP 확보 → 2027-Q3 한국 표준 등록 → 2028+ 5,000社 의무 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맑은 고딕"/>
              </a:rPr>
              <a:t>3년 사업화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💰 얼마 (HOW MUCH)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초기 자본: 2-5억 (부서 자체 추진)
2028+ 매출: 5,000社 × 1억 = 5,000억 영구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864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맑은 고딕"/>
              </a:rPr>
              <a:t>글로벌 수출 2029+: K-Standard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2027-2030 AI 메가트렌드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검증된 시장 데이터 + 법규 의무화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🏭 산업 메타버스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0000"/>
                </a:solidFill>
                <a:latin typeface="맑은 고딕"/>
              </a:rPr>
              <a:t>$228.58B by 2029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CAGR 51.5%
Digital Twin + AR/VR + AI + IoT
2027: 40% 대기업 매출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😊 Emotion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맑은 고딕"/>
              </a:rPr>
              <a:t>$42.9B by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CAGR 12.8%
행동 + 감정 = 새 차원
카지노·금융 직판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4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66160"/>
            <a:ext cx="5669280" cy="45720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🛡️ AI Cybersecurity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4915A"/>
                </a:solidFill>
                <a:latin typeface="맑은 고딕"/>
              </a:rPr>
              <a:t>$146.5B by 2034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Agentic AI 폭증
신 공격면 (AI Workload)
2034 6배 성장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🔍 Insider Risk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0000"/>
                </a:solidFill>
                <a:latin typeface="맑은 고딕"/>
              </a:rPr>
              <a:t>UEBA → IRM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5488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Gartner 2025 재분류
SIEM 통합 추세
부서 핵심 IP 직결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50개 AI 신기술 카탈로그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2027-2030 진짜 뜨는 기술 — 16 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1440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A. 추론·인지 (5)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Reasoning Models (o3·R1)
· Self-Critique / Reflexion
· Causal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91440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91440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9601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B. 에이전트 (4)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2344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Agentic AI
· Multi-Agent (CrewAI·LangGraph)
· Computer-Use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91440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91440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9601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C. 학습 (3)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2344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Mixture of Experts (MoE)
· State Space Models (Mamba)
· Test-Time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91440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91440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9601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D. 생성형 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12344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Text-to-Video (Sora·Veo)
· Code Agents (Cursor·Devin)
· Multimodal Native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33172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33172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37743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E. 피지컬 AI (4)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65176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World Models (Cosmos·V-JEPA)
· VLA (RT-2·Pi0·GR00T)
· Embodied AI / Humanoid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18688" y="233172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18688" y="233172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237743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F. 양자 AI (2)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265176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Quantum ML (IBM Quantum)
· Variational Quantum Circuits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233172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233172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237743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G. 검색·메모리 (2)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5176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GraphRAG (Microsoft)
· Memory (MemGPT·Letta)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98864" y="233172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98864" y="233172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37743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H. AI 보안 (3)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265176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Prompt Injection Defense
· Mechanistic Interpretability
· Deepfake / C2PA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749039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3749039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947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I. 프라이버시 (3)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06907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Federated Learning
· Confidential Computing
· Synthetic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3749039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18688" y="3749039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37947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J. 인지·정서 (1)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5848" y="406907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Affective Computing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776" y="3749039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776" y="3749039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0216" y="37947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K. 보안 신영역 (5)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406907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Adversarial ML / AI Workload / NHI / CSMA / DSPM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4" y="3749039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98864" y="3749039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3794759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L. 인증·생체 (3)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36024" y="406907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Behavioral Biometrics / Continuous Auth / Passkeys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516636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516636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21208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M. 데이터·학습 (4)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548640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DPO / RLHF / Constitutional / LoRA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18688" y="516636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18688" y="516636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10128" y="521208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N. 검색·인프라 (3)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48640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Vector DB / HyDE / Long Context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8776" y="516636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08776" y="516636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0216" y="521208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O. AI 거버넌스 (2)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5936" y="548640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Governance / Bias Detection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98864" y="5166360"/>
            <a:ext cx="2880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98864" y="5166360"/>
            <a:ext cx="2880360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90304" y="521208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</a:rPr>
              <a:t>P. 도메인·신영역 (3)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36024" y="548640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· Domain FM / AI Search / Ambient Intelligence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법규·의무화 일정 (2026-2030)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회사가 무조건 사야 하는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1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2595489"/>
                <a:gridCol w="3460652"/>
                <a:gridCol w="2595489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법규·표준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발효 일정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한국 적용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NIST PQC 마이그레이션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2028-2030 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모든 암호화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KISA 2026 가이드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EU AI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2026-08 GPAI / 2027-08 고위험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한국 EU 수출 의무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금감원 AI 거버넌스 2026 발효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ISO 42001 (AI 관리시스템)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2026-2027 한국 도입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모든 AI 사용 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컴플라이언스 의무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중대재해처벌법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2024 50인+ / 2027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50인+ 기업 의무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산안·건설·제조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개인정보 AI 영향평가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2026-2027 의무화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모든 AI 도입 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개인정보위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망분리 완화·재정의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2026-2028 재정의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금융·공공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금감원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금감원 AI 거버넌스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 발효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모든 금융사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가명정보·익명정보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2026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데이터 활용 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개인정보위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⚠ 5,000+ 한국 대기업 모두 영향. AI Risk Lighthouse 가 통합 대응 — 1社 1억 × 5,000 = 5,000억 시장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ITCEN CORE 자산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기존 1위 솔루션 + 부서 IP = 진입 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맑은 고딕"/>
              </a:rPr>
              <a:t>🏢 ITCEN CORE 자산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내부회계 1위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490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국내 점유율 1위 · 한국 수천社 고객 base · 회계 데이터 자산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EPM·Compliance 1위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305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경영관리·컴플라이언스 솔루션 국내 1위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건설 ERP 1위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706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국내 건설업 시장 점유 1위 · 중대재해법 채널 직결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91839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6499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금융·카지노 VMS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1071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강원랜드·외국인전용카지노 9社 독점 · 글로벌 진출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AI 지능형 CCTV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507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영상 분석 솔루션 보유 · World Models·VLA 결합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451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디지털 트윈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90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제조·건설·인프라 시뮬레이션 자산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12079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852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ITO 서비스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3095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IT 아웃소싱 운영 · MSP 사업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52159"/>
            <a:ext cx="5669280" cy="548640"/>
          </a:xfrm>
          <a:prstGeom prst="rect">
            <a:avLst/>
          </a:prstGeom>
          <a:solidFill>
            <a:srgbClr val="D9E1F2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ESG·GRC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9710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거버넌스·리스크·컴플라이언스 통합 솔루션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맑은 고딕"/>
              </a:rPr>
              <a:t>🎯 부서 IP (리스크모니터링·행동위험분석)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371600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447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UEBA (행동 분석)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1490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직원·고객 행동 패턴 학습 · 부정·횡령 사전 탐지 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011680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0848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양자모델 적용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1305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IBM Quantum 양자 최적화로 금융 부정거래 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651760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7249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LLM 위험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7706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Reasoning + Agentic AI 자율 Risk Officer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291839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36499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피지컬 AI 융합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1071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CCTV·VMS·디지털트윈 + 행동 패턴 = 통합 관제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931920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0050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생성형 AI 활용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40507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학습 데이터·시뮬레이션 자동 생성 · Deepfake 방어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572000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451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Self-Critique 노하우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690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다중 AI 합의 위험점수 · 차세대 표준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212079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2852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Causal 추론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33095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단순 상관관계 X → 진짜 원인 파악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852159"/>
            <a:ext cx="5669280" cy="54864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9253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Constitutional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9710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SOP·법규 헌법화 · 자동 규제 준수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부서 현재 위치 — SWOT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강점·약점·기회·위협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💪 Strengths (강점)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한국에서 유일한 양자·LLM·피지컬·생성형 AI 4 패러다임 동시 보유
• 리스크모니터링·행동위험분석 도메인 깊이
• ITCEN CORE 1위 채널 (내부회계·건설ERP·VMS)
• 한국 수천社 고객 base 즉시 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4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⚠️ Weaknesses (약점)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R&amp;D 자체 개발 어려움 (글로벌 OEM 의존 필요)
• AI 표준화·인증 경험 부족
• 글로벌 진출 채널 부족 (한국 위주)
• 브랜드 인지도 (글로벌 시장에서)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🚀 Opportunities (기회)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EU AI Act·NIST PQC·중대재해법 의무화 = 폭발적 시장
• Gartner UEBA → IRM 통합 = 부서 IP 직결
• 한국 K-Standard lobby 선점 가능
• 글로벌 메가트렌드 $400B+ (2029 합계)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800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66160"/>
            <a:ext cx="5669280" cy="457200"/>
          </a:xfrm>
          <a:prstGeom prst="rect">
            <a:avLst/>
          </a:prstGeom>
          <a:solidFill>
            <a:srgbClr val="8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🛡️ Threats (위협)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글로벌 빅테크 (Microsoft·NVIDIA·Anthropic) 한국 진입
• 한국 사이버보안 회사 30+개 경쟁 (안랩·SK쉴더스)
• 인력 확보·유지 (AI 박사급)
• 법규 변화 속도 (예측 어려움)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Top 5 — AI 4 패러다임 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부서·ITCEN CORE 시너지·0원 시작 교집합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614"/>
                <a:gridCol w="2595489"/>
                <a:gridCol w="3460652"/>
                <a:gridCol w="1989875"/>
                <a:gridCol w="2595489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신사업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기술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0원 시작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2028+ 매출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AI Risk Lighthouse (한국 표준)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Self-Critique + Causal + 8 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부서 IP만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5,000억 (5,000社)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Agentic Risk Officer (24/7 자율)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Agentic AI + LLM + Multi-Agent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API 사용량만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월구독 + 종량제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UEBA 위험점수 Bureau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GraphRAG + Behavioral Biometrics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기존 GRC + 행동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점수 라이선스 영구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Industrial Metaverse 1호 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World Models + VLA + 디지털트윈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NVIDIA 파트너십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한국 SI 독점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카지노 글로벌 + Emotion AI 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Affective + VLA + 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OEM 계약비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맑은 고딕"/>
                        </a:rPr>
                        <a:t>글로벌 100社 진출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</a:rPr>
              <a:t>💡 5개 신사업 모두 R&amp;D 자체 개발 없음 (OEM·통합·SaaS·라이선스 모델)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   → 초기 자본 2-5억 / 부서 직접 추진 / 3년 내 영구 매출 5,000억+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#1 — AI Risk Lighthouse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한국 표준 행동위험·내부통제 자동 감사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맑은 고딕"/>
              </a:rPr>
              <a:t>🔍 8 검증 카테고리 (가중 점수)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Self-Critique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447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2단계 검증 · confidence 점수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933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Causal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933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11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인과 설명 · DoWhy 적용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Behavioral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54203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UEBA·VMS·CCTV·결재·감정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906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Interpretability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090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108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EU AI Act 의무 · SHAP·LIME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39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Privacy (PET)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3931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Federated·Confidential·동형암호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1480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1879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1879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한국 법규·EU AI Act 자동 추적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6344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7365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Quality (FP/FN)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7365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548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거짓양성·음성 자동 모니터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1208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85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Self-Improvement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528523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03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실패 학습 · Reflexion 루프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맑은 고딕"/>
              </a:rPr>
              <a:t>💼 사업 모델 (4단계 수익)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37160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44475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1. 무료 진단 (Lead Gen)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잠재 고객 위험점수 무료 측정 → 유료 컨설팅 깔때기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33172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40487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2. 컨설팅 (1社 5천만~3억)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8 카테고리 audit + 개선 권고 + 인증 대행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29184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36499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3. SaaS 구독 (월 200만~)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703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점수 자동 업데이트 · 분기 audit · 1,000+社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25196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32511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4. 한국 표준 라이선스 (영구)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KISA·금감원 등록 후 모든 한국 기업 의무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#2 — Agentic Risk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24/7 자율 위험 분석 AI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맑은 고딕"/>
              </a:rPr>
              <a:t>🏗️ 아키텍처 (Plan-Act-Reflect 루프)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8229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① Plan (LLM)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087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Reasoning Models (o3·Claude Extended)
위험 사건 → 분석 계획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5669280" cy="8229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② Act (도구 호출)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MCP 표준 + Computer-Use
내부회계·VMS·CCTV 데이터 자율 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5669280" cy="8229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③ Reflect (Self-Critique)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375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Haiku-Validator + Reflexion
분석 결과 자기 비판 → 재시도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5669280" cy="8229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④ Multi-Agent 합의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519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회계 + UEBA + VMS + GRC 4 에이전트
토론 → 합의 점수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29200"/>
            <a:ext cx="5669280" cy="8229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⑤ Memory + 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663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MemGPT·Letta + learn skill
과거 사례 영구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맑은 고딕"/>
              </a:rPr>
              <a:t>💡 적용 사례 +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669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371600"/>
            <a:ext cx="56692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내부회계 자율 감사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7830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분식·횡령 24/7 모니터링 (사람 1명 = 100배 효율)
예상 ROI: 1社 5천만 × 1,000社 = 500억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468880"/>
            <a:ext cx="5669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468880"/>
            <a:ext cx="56692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514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카지노 부정 자율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8803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강원랜드·외국인전용 9社 24/7 분석
예상 ROI: 1社 1억 × 9 = 9억 + 글로벌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566160"/>
            <a:ext cx="5669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566160"/>
            <a:ext cx="56692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6118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금융 보안이벤트 자율 대응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77639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AI 자율 조사·격리·증거보존
예상 ROI: 보험·금감원 직판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663440"/>
            <a:ext cx="5669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63440"/>
            <a:ext cx="56692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컴플라이언스 자율 점검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7492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규제 변경 자동 추적·영향 분석·보고
예상 ROI: 모든 GRC 고객 추가판매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#3 — UEBA 위험점수 Bureau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한국 행동신용평가소 (영구 라이선스 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🎯 컨셉: 신용평가사(KCB·NICE)처럼 직원·고객 행동위험을 점수화 → 표준 라이선스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6692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27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🏦 보험 시장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사이버보험 인수심사 자동화
생명·재산보험 위험점수
→ 보험사 30+개 직판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4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669280" cy="41148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👥 HR 시장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채용·승진 위험 사전 평가
헤드헌팅 후보자 검증
→ HR 컨설팅 협업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56692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🔐 IAM 시장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Zero Trust 인증 + 행동점수
금융권 차세대 인증
→ 금감원 표준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5669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200400"/>
            <a:ext cx="5669280" cy="411480"/>
          </a:xfrm>
          <a:prstGeom prst="rect">
            <a:avLst/>
          </a:prstGeom>
          <a:solidFill>
            <a:srgbClr val="0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644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신용 시장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39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대안 신용평가 (행동 기반)
KCB·NICE 보완
→ 핀테크 직판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11612880" cy="1417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🌟 핵심 차별화 — 점수 IP 영구 보유 (한국 1개사만 가능)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① GraphRAG 기반 행동패턴 그래프 = 부서 핵심 IP, 다른 회사 모방 불가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96712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② Behavioral Biometrics (타이핑·마우스·걸음) = 부서 행동분석 자연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52744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③ Causal AI 인과 추론 = 단순 상관관계 X, 진짜 원인 파악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08776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④ Federated Learning = 여러 회사 데이터 안 모으고 학습 (개인정보 의무 100% 충족)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#4 — Industrial Metaverse 한국 1호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NVIDIA Cosmos·MS Mesh 한국 SI 독점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맑은 고딕"/>
              </a:rPr>
              <a:t>📈 시장 + 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🌐 글로벌 시장: $228.58B by 2029 (CAGR 51.5%)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🇰🇷 한국 점유 가능: $20-30억 (SI 독점)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🎯 Gartner 2027: 40%+ 대기업 산업 메타버스 매출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865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⚡ 핵심 기술: Digital Twin + AR/VR + AI + IoT + 5G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91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🏢 ITCEN CORE 자산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64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디지털트윈 솔루션 (기존 보유)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570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건설 ERP 1위 (현장 디지털트윈 자연 결합)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96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AI 지능형 CCTV (실시간 행동 캡처)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422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카지노 VMS (메타버스 출입관리)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274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🤝 파트너십 (자체 R&amp;D 없음)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00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NVIDIA Cosmos (World Foundation Model)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12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Microsoft Mesh (협업 메타버스)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052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Siemens Industrial Metaverse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978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• Unity Industrial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맑은 고딕"/>
              </a:rPr>
              <a:t>🏭 적용 산업 (한국 SI 1호 우선권)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7160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4475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🏗️ 건설·제조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건설현장 디지털트윈 + 작업안전
행동AI + AR 작업자 안내 (산안법)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3172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40487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🏦 금융 전산실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디지털트윈 보안관제 + UEBA
양자센싱 + 행동AI 통합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29184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🎰 카지노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03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VMS 메타버스 출입관리
글로벌 9社 → 동남아·일본·마카오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5196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2511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🚛 물류·항만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항만·창고 디지털트윈
자율 순찰 로봇 + VLA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212080"/>
            <a:ext cx="5669280" cy="868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🌆 스마트시티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23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도시 디지털트윈 통합 관제
행안부·환경부 입찰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신사업 #5 — 카지노 글로벌 + Emotion AI OEM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한국 9社 base → 글로벌 100社 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ITCEN CORE 가 강원랜드·외국인전용 9社 보유 = 한국 카지노 VMS 독점
• Emotion AI OEM (Affectiva·Hume·Realeyes) 결합
• VLA + Multimodal 로 딜러·플레이어 행동 추론
• Affective Computing 으로 도박중독 조기 경보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4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💰 매출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국내 9社 × 5억 = 45억 (1차)
• 동남아 100社 (마카오·필리핀·싱가포르) = 500억
• 일본 IR (Integrated Resort) 2개 = 100억
• 미국·유럽 1,000+개 = 1,500억 잠재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🛠️ 기술 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Emotion AI: Affectiva·Hume·Realeyes OEM
• VLA: NVIDIA GR00T / RT-2
• Multimodal: GPT-4o·Gemini 2.5
• Self-Critique: 1차 탐지 → 2차 재검토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66160"/>
            <a:ext cx="5669280" cy="457200"/>
          </a:xfrm>
          <a:prstGeom prst="rect">
            <a:avLst/>
          </a:prstGeom>
          <a:solidFill>
            <a:srgbClr val="0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📈 로드맵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2026 Q4: OEM 계약 + 9社 베타
• 2027 Q1: 한국 9社 본격 도입
• 2027 Q3: 동남아 진출 (마카오 우선)
• 2028+: 일본 IR + 미국·EU 확장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3년 사업화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2026 Q4 → 2029 글로벌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2026Q4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309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733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2027Q1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898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322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2027Q2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487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911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2027Q3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2027Q4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8665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089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2028H1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678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2028H2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98430" y="1280160"/>
            <a:ext cx="13716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267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맑은 고딕"/>
              </a:rPr>
              <a:t>2029+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86000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286000"/>
            <a:ext cx="28803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Phase 1 (2026 Q4)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IP 확보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063240"/>
            <a:ext cx="2743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• 부서 SOP·법규 헌법화 (Constitutional AI)
• Lighthouse 8 카테고리 + 점수 모델 IP 확보
• NVIDIA·Microsoft 파트너십 등록
• IBM Quantum Network 무료 가입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2286000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4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8" y="2286000"/>
            <a:ext cx="2880360" cy="640080"/>
          </a:xfrm>
          <a:prstGeom prst="rect">
            <a:avLst/>
          </a:prstGeom>
          <a:solidFill>
            <a:srgbClr val="C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Phase 2 (2027 Q1-Q3)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베타 → 표준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3063240"/>
            <a:ext cx="2743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• ITCEN CORE 고객 100社 베타 진단 (무료)
• KISA·금감원·개인정보위 표준 lobby
• 한국 K-AI Risk Standard 초안 발표
• 카지노 OEM 9社 본격 도입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2286000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2286000"/>
            <a:ext cx="288036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Phase 3 (2027 Q4-2028)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본격 확산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063240"/>
            <a:ext cx="2743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• 한국 K-Standard 공식 등록 + 인증 사업
• SaaS 구독 1,000社 (월 200만~)
• Industrial Metaverse SI 한국 독점
• 연간 매출 500억 → 1,000억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44584" y="2286000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44584" y="2286000"/>
            <a:ext cx="2880360" cy="640080"/>
          </a:xfrm>
          <a:prstGeom prst="rect">
            <a:avLst/>
          </a:prstGeom>
          <a:solidFill>
            <a:srgbClr val="0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Phase 4 (2029+)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글로벌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3063240"/>
            <a:ext cx="2743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• K-Standard → 동남아·중동·EU 수출
• 카지노 글로벌 100社 확장
• 연간 매출 5,000억 영구
• ITCEN CORE IPO 동력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4915A"/>
                </a:solidFill>
                <a:latin typeface="맑은 고딕"/>
              </a:rPr>
              <a:t>#15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투자·인력·ROI + 의사결정 요청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맑은 고딕"/>
              </a:rPr>
              <a:t>본부장·임원 승인 필요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4915A"/>
                </a:solidFill>
                <a:latin typeface="맑은 고딕"/>
              </a:rPr>
              <a:t>ITCEN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84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D9E1F2"/>
                </a:solidFill>
                <a:latin typeface="맑은 고딕"/>
              </a:rPr>
              <a:t>AI Risk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맑은 고딕"/>
              </a:rPr>
              <a:t>💰 투자·인력 계획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초기 자본 (2026 Q4)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63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C4915A"/>
                </a:solidFill>
                <a:latin typeface="맑은 고딕"/>
              </a:rPr>
              <a:t>2-5억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글로벌 OEM 계약 (NVIDIA·Affectiva)
• Lighthouse IP 개발 (부서 5명 × 6개월)
• 표준 lobby 컨설팅비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669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운영 자본 (2027)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C4915A"/>
                </a:solidFill>
                <a:latin typeface="맑은 고딕"/>
              </a:rPr>
              <a:t>연 10-20억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컨설턴트 인력 10명 (사내 + 외부)
• 베타 운영 + 마케팅
• KISA 표준 등록 비용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5669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확장 자본 (2028+)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89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C4915A"/>
                </a:solidFill>
                <a:latin typeface="맑은 고딕"/>
              </a:rPr>
              <a:t>연 30-50억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SaaS 인프라 (Azure·AWS)
• 영업 인력 20명
• 글로벌 진출 (동남아·일본)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914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맑은 고딕"/>
              </a:rPr>
              <a:t>📊 ROI + 의사결정 요청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669280" cy="2011680"/>
          </a:xfrm>
          <a:prstGeom prst="rect">
            <a:avLst/>
          </a:prstGeom>
          <a:solidFill>
            <a:srgbClr val="FCE4E4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💎 예상 ROI (보수적 추정)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2027: 매출 50억 (베타 + 카지노 OEM)
2028: 매출 500-1,000억 (SaaS + 표준)
2029: 매출 2,000-3,000억 (글로벌)
2030+: 영구 매출 5,000억+ (한국 표준 의무)
IRR: 300%+ (3년 내)
Payback: 1년 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6692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⚡ 의사결정 요청 사항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맑은 고딕"/>
              </a:rPr>
              <a:t>① 초기 자본 2-5억 승인 (2026 Q4)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079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부서 인원 충원 5명 (AI 박사급 2 + 일반 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554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NVIDIA·MS·Anthropic 파트너십 권한 위임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029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KISA·금감원 표준 lobby 대외 채널 권한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50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ITCEN PNS·CTS 협업 권한 (그룹 시너지)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8978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⑥ 분기별 임원진 보고 채널 확정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맑은 고딕"/>
              </a:rPr>
              <a:t>아이티센코어 · 리스크모니터링·행동위험분석 부서 · AI 신사업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476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1F4E79"/>
                </a:solidFill>
                <a:latin typeface="맑은 고딕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