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54sahjx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628lbmz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uk_u2i9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ektv05g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szt8sl4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q15gtrq_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i5j6xbv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ijdbjny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0s_5gtj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5p41j3s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fwqeu4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z1fubt7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